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4344" r:id="rId1"/>
  </p:sldMasterIdLst>
  <p:notesMasterIdLst>
    <p:notesMasterId r:id="rId11"/>
  </p:notesMasterIdLst>
  <p:handoutMasterIdLst>
    <p:handoutMasterId r:id="rId12"/>
  </p:handoutMasterIdLst>
  <p:sldIdLst>
    <p:sldId id="323" r:id="rId2"/>
    <p:sldId id="2146847086" r:id="rId3"/>
    <p:sldId id="2146847087" r:id="rId4"/>
    <p:sldId id="2146847088" r:id="rId5"/>
    <p:sldId id="2146847089" r:id="rId6"/>
    <p:sldId id="2146847090" r:id="rId7"/>
    <p:sldId id="2146847092" r:id="rId8"/>
    <p:sldId id="2146847093" r:id="rId9"/>
    <p:sldId id="2146847009" r:id="rId10"/>
  </p:sldIdLst>
  <p:sldSz cx="10160000" cy="5715000"/>
  <p:notesSz cx="6735763" cy="9866313"/>
  <p:embeddedFontLst>
    <p:embeddedFont>
      <p:font typeface="Times" panose="02020603050405020304" pitchFamily="18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99"/>
    <a:srgbClr val="76581D"/>
    <a:srgbClr val="1A196C"/>
    <a:srgbClr val="196790"/>
    <a:srgbClr val="8E1516"/>
    <a:srgbClr val="FFFFFF"/>
    <a:srgbClr val="C58507"/>
    <a:srgbClr val="F7AD19"/>
    <a:srgbClr val="FBD78D"/>
    <a:srgbClr val="F7AD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57A2B9-9DC1-4553-9154-A67C727CEB6D}" v="29" dt="2025-08-08T05:58:10.5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869" y="72"/>
      </p:cViewPr>
      <p:guideLst>
        <p:guide orient="horz" pos="1800"/>
        <p:guide pos="322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Fung" userId="09a62e1b-a908-44c2-a78c-4509d99436bb" providerId="ADAL" clId="{2D46C7D8-4D47-4B35-88BB-F62941BA9C1D}"/>
    <pc:docChg chg="undo custSel modSld">
      <pc:chgData name="Aaron Fung" userId="09a62e1b-a908-44c2-a78c-4509d99436bb" providerId="ADAL" clId="{2D46C7D8-4D47-4B35-88BB-F62941BA9C1D}" dt="2025-06-27T03:53:46.607" v="22"/>
      <pc:docMkLst>
        <pc:docMk/>
      </pc:docMkLst>
      <pc:sldChg chg="addSp delSp modSp mod addAnim delAnim modAnim">
        <pc:chgData name="Aaron Fung" userId="09a62e1b-a908-44c2-a78c-4509d99436bb" providerId="ADAL" clId="{2D46C7D8-4D47-4B35-88BB-F62941BA9C1D}" dt="2025-06-27T03:53:46.607" v="22"/>
        <pc:sldMkLst>
          <pc:docMk/>
          <pc:sldMk cId="3058607716" sldId="323"/>
        </pc:sldMkLst>
        <pc:spChg chg="mod">
          <ac:chgData name="Aaron Fung" userId="09a62e1b-a908-44c2-a78c-4509d99436bb" providerId="ADAL" clId="{2D46C7D8-4D47-4B35-88BB-F62941BA9C1D}" dt="2025-06-27T03:53:43.717" v="17" actId="2711"/>
          <ac:spMkLst>
            <pc:docMk/>
            <pc:sldMk cId="3058607716" sldId="323"/>
            <ac:spMk id="2" creationId="{AC7C307E-D3B1-E9A7-9FD5-8A4B3BD23D2C}"/>
          </ac:spMkLst>
        </pc:spChg>
      </pc:sldChg>
      <pc:sldChg chg="addSp delSp modSp mod addAnim delAnim modAnim">
        <pc:chgData name="Aaron Fung" userId="09a62e1b-a908-44c2-a78c-4509d99436bb" providerId="ADAL" clId="{2D46C7D8-4D47-4B35-88BB-F62941BA9C1D}" dt="2025-06-27T03:53:45.583" v="20" actId="2711"/>
        <pc:sldMkLst>
          <pc:docMk/>
          <pc:sldMk cId="2979358412" sldId="2146846996"/>
        </pc:sldMkLst>
      </pc:sldChg>
    </pc:docChg>
  </pc:docChgLst>
  <pc:docChgLst>
    <pc:chgData name="Eric Chung" userId="632e8f53-3579-423d-aeb9-b533fd337ed9" providerId="ADAL" clId="{693A3377-260A-4B9A-BD0D-367B1B5E2996}"/>
    <pc:docChg chg="modSld">
      <pc:chgData name="Eric Chung" userId="632e8f53-3579-423d-aeb9-b533fd337ed9" providerId="ADAL" clId="{693A3377-260A-4B9A-BD0D-367B1B5E2996}" dt="2025-07-25T01:16:39.539" v="0" actId="1076"/>
      <pc:docMkLst>
        <pc:docMk/>
      </pc:docMkLst>
      <pc:sldChg chg="modSp mod">
        <pc:chgData name="Eric Chung" userId="632e8f53-3579-423d-aeb9-b533fd337ed9" providerId="ADAL" clId="{693A3377-260A-4B9A-BD0D-367B1B5E2996}" dt="2025-07-25T01:16:39.539" v="0" actId="1076"/>
        <pc:sldMkLst>
          <pc:docMk/>
          <pc:sldMk cId="807872826" sldId="2146847016"/>
        </pc:sldMkLst>
      </pc:sldChg>
    </pc:docChg>
  </pc:docChgLst>
  <pc:docChgLst>
    <pc:chgData name="Aaron Fung" userId="09a62e1b-a908-44c2-a78c-4509d99436bb" providerId="ADAL" clId="{29272AF4-AE1B-4104-AEAE-3BABF48EEC8B}"/>
    <pc:docChg chg="custSel addSld delSld modSld">
      <pc:chgData name="Aaron Fung" userId="09a62e1b-a908-44c2-a78c-4509d99436bb" providerId="ADAL" clId="{29272AF4-AE1B-4104-AEAE-3BABF48EEC8B}" dt="2025-07-03T03:09:18.228" v="78" actId="2711"/>
      <pc:docMkLst>
        <pc:docMk/>
      </pc:docMkLst>
      <pc:sldChg chg="modSp mod">
        <pc:chgData name="Aaron Fung" userId="09a62e1b-a908-44c2-a78c-4509d99436bb" providerId="ADAL" clId="{29272AF4-AE1B-4104-AEAE-3BABF48EEC8B}" dt="2025-07-03T03:09:06.252" v="70" actId="2711"/>
        <pc:sldMkLst>
          <pc:docMk/>
          <pc:sldMk cId="3058607716" sldId="323"/>
        </pc:sldMkLst>
        <pc:spChg chg="mod">
          <ac:chgData name="Aaron Fung" userId="09a62e1b-a908-44c2-a78c-4509d99436bb" providerId="ADAL" clId="{29272AF4-AE1B-4104-AEAE-3BABF48EEC8B}" dt="2025-07-03T03:09:06.252" v="70" actId="2711"/>
          <ac:spMkLst>
            <pc:docMk/>
            <pc:sldMk cId="3058607716" sldId="323"/>
            <ac:spMk id="2" creationId="{AC7C307E-D3B1-E9A7-9FD5-8A4B3BD23D2C}"/>
          </ac:spMkLst>
        </pc:spChg>
      </pc:sldChg>
      <pc:sldChg chg="addSp delSp modSp del mod">
        <pc:chgData name="Aaron Fung" userId="09a62e1b-a908-44c2-a78c-4509d99436bb" providerId="ADAL" clId="{29272AF4-AE1B-4104-AEAE-3BABF48EEC8B}" dt="2025-07-03T03:09:08.783" v="71" actId="47"/>
        <pc:sldMkLst>
          <pc:docMk/>
          <pc:sldMk cId="2979358412" sldId="2146846996"/>
        </pc:sldMkLst>
      </pc:sldChg>
      <pc:sldChg chg="add del">
        <pc:chgData name="Aaron Fung" userId="09a62e1b-a908-44c2-a78c-4509d99436bb" providerId="ADAL" clId="{29272AF4-AE1B-4104-AEAE-3BABF48EEC8B}" dt="2025-07-03T03:09:09.131" v="72" actId="47"/>
        <pc:sldMkLst>
          <pc:docMk/>
          <pc:sldMk cId="2935298849" sldId="2146846997"/>
        </pc:sldMkLst>
      </pc:sldChg>
      <pc:sldChg chg="add del">
        <pc:chgData name="Aaron Fung" userId="09a62e1b-a908-44c2-a78c-4509d99436bb" providerId="ADAL" clId="{29272AF4-AE1B-4104-AEAE-3BABF48EEC8B}" dt="2025-06-27T03:56:29.582" v="36" actId="47"/>
        <pc:sldMkLst>
          <pc:docMk/>
          <pc:sldMk cId="3384440194" sldId="2146846997"/>
        </pc:sldMkLst>
      </pc:sldChg>
      <pc:sldChg chg="add del">
        <pc:chgData name="Aaron Fung" userId="09a62e1b-a908-44c2-a78c-4509d99436bb" providerId="ADAL" clId="{29272AF4-AE1B-4104-AEAE-3BABF48EEC8B}" dt="2025-07-03T03:09:09.284" v="73" actId="47"/>
        <pc:sldMkLst>
          <pc:docMk/>
          <pc:sldMk cId="2950767631" sldId="2146846998"/>
        </pc:sldMkLst>
      </pc:sldChg>
      <pc:sldChg chg="add del">
        <pc:chgData name="Aaron Fung" userId="09a62e1b-a908-44c2-a78c-4509d99436bb" providerId="ADAL" clId="{29272AF4-AE1B-4104-AEAE-3BABF48EEC8B}" dt="2025-06-27T03:56:30.215" v="37" actId="47"/>
        <pc:sldMkLst>
          <pc:docMk/>
          <pc:sldMk cId="3442469312" sldId="2146846998"/>
        </pc:sldMkLst>
      </pc:sldChg>
      <pc:sldChg chg="add del">
        <pc:chgData name="Aaron Fung" userId="09a62e1b-a908-44c2-a78c-4509d99436bb" providerId="ADAL" clId="{29272AF4-AE1B-4104-AEAE-3BABF48EEC8B}" dt="2025-07-03T03:09:09.447" v="74" actId="47"/>
        <pc:sldMkLst>
          <pc:docMk/>
          <pc:sldMk cId="1175755316" sldId="2146846999"/>
        </pc:sldMkLst>
      </pc:sldChg>
      <pc:sldChg chg="add del">
        <pc:chgData name="Aaron Fung" userId="09a62e1b-a908-44c2-a78c-4509d99436bb" providerId="ADAL" clId="{29272AF4-AE1B-4104-AEAE-3BABF48EEC8B}" dt="2025-07-03T03:09:10.436" v="75" actId="47"/>
        <pc:sldMkLst>
          <pc:docMk/>
          <pc:sldMk cId="1774640885" sldId="2146847000"/>
        </pc:sldMkLst>
      </pc:sldChg>
      <pc:sldChg chg="add del">
        <pc:chgData name="Aaron Fung" userId="09a62e1b-a908-44c2-a78c-4509d99436bb" providerId="ADAL" clId="{29272AF4-AE1B-4104-AEAE-3BABF48EEC8B}" dt="2025-07-03T03:09:10.805" v="76" actId="47"/>
        <pc:sldMkLst>
          <pc:docMk/>
          <pc:sldMk cId="1192626550" sldId="2146847001"/>
        </pc:sldMkLst>
      </pc:sldChg>
      <pc:sldChg chg="add del">
        <pc:chgData name="Aaron Fung" userId="09a62e1b-a908-44c2-a78c-4509d99436bb" providerId="ADAL" clId="{29272AF4-AE1B-4104-AEAE-3BABF48EEC8B}" dt="2025-07-03T03:09:11.591" v="77" actId="47"/>
        <pc:sldMkLst>
          <pc:docMk/>
          <pc:sldMk cId="3441510685" sldId="2146847002"/>
        </pc:sldMkLst>
      </pc:sldChg>
      <pc:sldChg chg="modSp add mod">
        <pc:chgData name="Aaron Fung" userId="09a62e1b-a908-44c2-a78c-4509d99436bb" providerId="ADAL" clId="{29272AF4-AE1B-4104-AEAE-3BABF48EEC8B}" dt="2025-07-03T03:09:18.228" v="78" actId="2711"/>
        <pc:sldMkLst>
          <pc:docMk/>
          <pc:sldMk cId="1291662857" sldId="2146847003"/>
        </pc:sldMkLst>
      </pc:sldChg>
    </pc:docChg>
  </pc:docChgLst>
  <pc:docChgLst>
    <pc:chgData name="Eric Chung" userId="632e8f53-3579-423d-aeb9-b533fd337ed9" providerId="ADAL" clId="{2FDE1115-C568-4428-912F-F86A337D9984}"/>
    <pc:docChg chg="undo custSel modSld">
      <pc:chgData name="Eric Chung" userId="632e8f53-3579-423d-aeb9-b533fd337ed9" providerId="ADAL" clId="{2FDE1115-C568-4428-912F-F86A337D9984}" dt="2025-06-16T07:53:21.689" v="28" actId="1076"/>
      <pc:docMkLst>
        <pc:docMk/>
      </pc:docMkLst>
      <pc:sldChg chg="addSp delSp modSp mod">
        <pc:chgData name="Eric Chung" userId="632e8f53-3579-423d-aeb9-b533fd337ed9" providerId="ADAL" clId="{2FDE1115-C568-4428-912F-F86A337D9984}" dt="2025-06-16T07:53:21.689" v="28" actId="1076"/>
        <pc:sldMkLst>
          <pc:docMk/>
          <pc:sldMk cId="2979358412" sldId="2146846996"/>
        </pc:sldMkLst>
      </pc:sldChg>
    </pc:docChg>
  </pc:docChgLst>
  <pc:docChgLst>
    <pc:chgData name="Aaron Fung" userId="09a62e1b-a908-44c2-a78c-4509d99436bb" providerId="ADAL" clId="{C157A2B9-9DC1-4553-9154-A67C727CEB6D}"/>
    <pc:docChg chg="undo custSel addSld delSld modSld">
      <pc:chgData name="Aaron Fung" userId="09a62e1b-a908-44c2-a78c-4509d99436bb" providerId="ADAL" clId="{C157A2B9-9DC1-4553-9154-A67C727CEB6D}" dt="2025-08-08T06:00:22.071" v="1395" actId="20577"/>
      <pc:docMkLst>
        <pc:docMk/>
      </pc:docMkLst>
      <pc:sldChg chg="modSp mod">
        <pc:chgData name="Aaron Fung" userId="09a62e1b-a908-44c2-a78c-4509d99436bb" providerId="ADAL" clId="{C157A2B9-9DC1-4553-9154-A67C727CEB6D}" dt="2025-08-08T03:57:40.951" v="12" actId="20577"/>
        <pc:sldMkLst>
          <pc:docMk/>
          <pc:sldMk cId="3058607716" sldId="323"/>
        </pc:sldMkLst>
        <pc:spChg chg="mod">
          <ac:chgData name="Aaron Fung" userId="09a62e1b-a908-44c2-a78c-4509d99436bb" providerId="ADAL" clId="{C157A2B9-9DC1-4553-9154-A67C727CEB6D}" dt="2025-08-08T03:57:40.951" v="12" actId="20577"/>
          <ac:spMkLst>
            <pc:docMk/>
            <pc:sldMk cId="3058607716" sldId="323"/>
            <ac:spMk id="2" creationId="{AC7C307E-D3B1-E9A7-9FD5-8A4B3BD23D2C}"/>
          </ac:spMkLst>
        </pc:spChg>
      </pc:sldChg>
      <pc:sldChg chg="del">
        <pc:chgData name="Aaron Fung" userId="09a62e1b-a908-44c2-a78c-4509d99436bb" providerId="ADAL" clId="{C157A2B9-9DC1-4553-9154-A67C727CEB6D}" dt="2025-08-08T03:57:29.989" v="1" actId="47"/>
        <pc:sldMkLst>
          <pc:docMk/>
          <pc:sldMk cId="1565456124" sldId="2146846998"/>
        </pc:sldMkLst>
      </pc:sldChg>
      <pc:sldChg chg="del">
        <pc:chgData name="Aaron Fung" userId="09a62e1b-a908-44c2-a78c-4509d99436bb" providerId="ADAL" clId="{C157A2B9-9DC1-4553-9154-A67C727CEB6D}" dt="2025-08-08T03:55:21.738" v="0" actId="47"/>
        <pc:sldMkLst>
          <pc:docMk/>
          <pc:sldMk cId="1291662857" sldId="2146847003"/>
        </pc:sldMkLst>
      </pc:sldChg>
      <pc:sldChg chg="del">
        <pc:chgData name="Aaron Fung" userId="09a62e1b-a908-44c2-a78c-4509d99436bb" providerId="ADAL" clId="{C157A2B9-9DC1-4553-9154-A67C727CEB6D}" dt="2025-08-08T03:57:31.322" v="3" actId="47"/>
        <pc:sldMkLst>
          <pc:docMk/>
          <pc:sldMk cId="2918559079" sldId="2146847004"/>
        </pc:sldMkLst>
      </pc:sldChg>
      <pc:sldChg chg="del">
        <pc:chgData name="Aaron Fung" userId="09a62e1b-a908-44c2-a78c-4509d99436bb" providerId="ADAL" clId="{C157A2B9-9DC1-4553-9154-A67C727CEB6D}" dt="2025-08-08T03:58:04.157" v="14" actId="47"/>
        <pc:sldMkLst>
          <pc:docMk/>
          <pc:sldMk cId="1669672347" sldId="2146847005"/>
        </pc:sldMkLst>
      </pc:sldChg>
      <pc:sldChg chg="del">
        <pc:chgData name="Aaron Fung" userId="09a62e1b-a908-44c2-a78c-4509d99436bb" providerId="ADAL" clId="{C157A2B9-9DC1-4553-9154-A67C727CEB6D}" dt="2025-08-08T03:58:04.604" v="15" actId="47"/>
        <pc:sldMkLst>
          <pc:docMk/>
          <pc:sldMk cId="969961209" sldId="2146847006"/>
        </pc:sldMkLst>
      </pc:sldChg>
      <pc:sldChg chg="del">
        <pc:chgData name="Aaron Fung" userId="09a62e1b-a908-44c2-a78c-4509d99436bb" providerId="ADAL" clId="{C157A2B9-9DC1-4553-9154-A67C727CEB6D}" dt="2025-08-08T03:58:05.127" v="16" actId="47"/>
        <pc:sldMkLst>
          <pc:docMk/>
          <pc:sldMk cId="3929051679" sldId="2146847007"/>
        </pc:sldMkLst>
      </pc:sldChg>
      <pc:sldChg chg="add del setBg">
        <pc:chgData name="Aaron Fung" userId="09a62e1b-a908-44c2-a78c-4509d99436bb" providerId="ADAL" clId="{C157A2B9-9DC1-4553-9154-A67C727CEB6D}" dt="2025-08-08T04:09:51.745" v="503" actId="47"/>
        <pc:sldMkLst>
          <pc:docMk/>
          <pc:sldMk cId="4252125401" sldId="2146847007"/>
        </pc:sldMkLst>
      </pc:sldChg>
      <pc:sldChg chg="del">
        <pc:chgData name="Aaron Fung" userId="09a62e1b-a908-44c2-a78c-4509d99436bb" providerId="ADAL" clId="{C157A2B9-9DC1-4553-9154-A67C727CEB6D}" dt="2025-08-08T03:58:05.629" v="17" actId="47"/>
        <pc:sldMkLst>
          <pc:docMk/>
          <pc:sldMk cId="3041393802" sldId="2146847008"/>
        </pc:sldMkLst>
      </pc:sldChg>
      <pc:sldChg chg="modSp mod">
        <pc:chgData name="Aaron Fung" userId="09a62e1b-a908-44c2-a78c-4509d99436bb" providerId="ADAL" clId="{C157A2B9-9DC1-4553-9154-A67C727CEB6D}" dt="2025-08-08T05:59:09.811" v="1332" actId="14100"/>
        <pc:sldMkLst>
          <pc:docMk/>
          <pc:sldMk cId="2314789964" sldId="2146847009"/>
        </pc:sldMkLst>
        <pc:spChg chg="mod">
          <ac:chgData name="Aaron Fung" userId="09a62e1b-a908-44c2-a78c-4509d99436bb" providerId="ADAL" clId="{C157A2B9-9DC1-4553-9154-A67C727CEB6D}" dt="2025-08-08T05:58:20.192" v="1231" actId="20577"/>
          <ac:spMkLst>
            <pc:docMk/>
            <pc:sldMk cId="2314789964" sldId="2146847009"/>
            <ac:spMk id="3" creationId="{01EAF24D-E787-300F-EC92-4E1B947CD861}"/>
          </ac:spMkLst>
        </pc:spChg>
        <pc:spChg chg="mod">
          <ac:chgData name="Aaron Fung" userId="09a62e1b-a908-44c2-a78c-4509d99436bb" providerId="ADAL" clId="{C157A2B9-9DC1-4553-9154-A67C727CEB6D}" dt="2025-08-08T05:59:09.811" v="1332" actId="14100"/>
          <ac:spMkLst>
            <pc:docMk/>
            <pc:sldMk cId="2314789964" sldId="2146847009"/>
            <ac:spMk id="4" creationId="{71778522-6200-4337-C7D8-9B6F42787B39}"/>
          </ac:spMkLst>
        </pc:spChg>
        <pc:spChg chg="mod">
          <ac:chgData name="Aaron Fung" userId="09a62e1b-a908-44c2-a78c-4509d99436bb" providerId="ADAL" clId="{C157A2B9-9DC1-4553-9154-A67C727CEB6D}" dt="2025-08-08T05:58:41.996" v="1270" actId="20577"/>
          <ac:spMkLst>
            <pc:docMk/>
            <pc:sldMk cId="2314789964" sldId="2146847009"/>
            <ac:spMk id="10" creationId="{8260CCAA-FE7A-D839-1317-279838C6B804}"/>
          </ac:spMkLst>
        </pc:spChg>
      </pc:sldChg>
      <pc:sldChg chg="del">
        <pc:chgData name="Aaron Fung" userId="09a62e1b-a908-44c2-a78c-4509d99436bb" providerId="ADAL" clId="{C157A2B9-9DC1-4553-9154-A67C727CEB6D}" dt="2025-08-08T03:57:30.674" v="2" actId="47"/>
        <pc:sldMkLst>
          <pc:docMk/>
          <pc:sldMk cId="292610160" sldId="2146847010"/>
        </pc:sldMkLst>
      </pc:sldChg>
      <pc:sldChg chg="add del setBg">
        <pc:chgData name="Aaron Fung" userId="09a62e1b-a908-44c2-a78c-4509d99436bb" providerId="ADAL" clId="{C157A2B9-9DC1-4553-9154-A67C727CEB6D}" dt="2025-08-08T04:09:52.416" v="505" actId="47"/>
        <pc:sldMkLst>
          <pc:docMk/>
          <pc:sldMk cId="4136098898" sldId="2146847010"/>
        </pc:sldMkLst>
      </pc:sldChg>
      <pc:sldChg chg="add del">
        <pc:chgData name="Aaron Fung" userId="09a62e1b-a908-44c2-a78c-4509d99436bb" providerId="ADAL" clId="{C157A2B9-9DC1-4553-9154-A67C727CEB6D}" dt="2025-08-08T04:09:59.472" v="514" actId="47"/>
        <pc:sldMkLst>
          <pc:docMk/>
          <pc:sldMk cId="2219797258" sldId="2146847011"/>
        </pc:sldMkLst>
      </pc:sldChg>
      <pc:sldChg chg="add del setBg">
        <pc:chgData name="Aaron Fung" userId="09a62e1b-a908-44c2-a78c-4509d99436bb" providerId="ADAL" clId="{C157A2B9-9DC1-4553-9154-A67C727CEB6D}" dt="2025-08-08T04:09:53.637" v="506" actId="47"/>
        <pc:sldMkLst>
          <pc:docMk/>
          <pc:sldMk cId="3663620467" sldId="2146847012"/>
        </pc:sldMkLst>
      </pc:sldChg>
      <pc:sldChg chg="del">
        <pc:chgData name="Aaron Fung" userId="09a62e1b-a908-44c2-a78c-4509d99436bb" providerId="ADAL" clId="{C157A2B9-9DC1-4553-9154-A67C727CEB6D}" dt="2025-08-08T04:10:04.685" v="516" actId="47"/>
        <pc:sldMkLst>
          <pc:docMk/>
          <pc:sldMk cId="4204802375" sldId="2146847013"/>
        </pc:sldMkLst>
      </pc:sldChg>
      <pc:sldChg chg="delSp modSp del mod">
        <pc:chgData name="Aaron Fung" userId="09a62e1b-a908-44c2-a78c-4509d99436bb" providerId="ADAL" clId="{C157A2B9-9DC1-4553-9154-A67C727CEB6D}" dt="2025-08-08T03:59:19.986" v="34" actId="47"/>
        <pc:sldMkLst>
          <pc:docMk/>
          <pc:sldMk cId="3555232919" sldId="2146847014"/>
        </pc:sldMkLst>
        <pc:spChg chg="mod">
          <ac:chgData name="Aaron Fung" userId="09a62e1b-a908-44c2-a78c-4509d99436bb" providerId="ADAL" clId="{C157A2B9-9DC1-4553-9154-A67C727CEB6D}" dt="2025-08-08T03:58:14.170" v="25" actId="6549"/>
          <ac:spMkLst>
            <pc:docMk/>
            <pc:sldMk cId="3555232919" sldId="2146847014"/>
            <ac:spMk id="3" creationId="{FC770D11-8EE5-979D-A47C-27A5859F4B27}"/>
          </ac:spMkLst>
        </pc:spChg>
        <pc:spChg chg="del">
          <ac:chgData name="Aaron Fung" userId="09a62e1b-a908-44c2-a78c-4509d99436bb" providerId="ADAL" clId="{C157A2B9-9DC1-4553-9154-A67C727CEB6D}" dt="2025-08-08T03:57:59.027" v="13" actId="478"/>
          <ac:spMkLst>
            <pc:docMk/>
            <pc:sldMk cId="3555232919" sldId="2146847014"/>
            <ac:spMk id="89" creationId="{013AF371-FD55-8543-6ECB-DBD439FE7AFF}"/>
          </ac:spMkLst>
        </pc:spChg>
        <pc:spChg chg="del">
          <ac:chgData name="Aaron Fung" userId="09a62e1b-a908-44c2-a78c-4509d99436bb" providerId="ADAL" clId="{C157A2B9-9DC1-4553-9154-A67C727CEB6D}" dt="2025-08-08T03:57:59.027" v="13" actId="478"/>
          <ac:spMkLst>
            <pc:docMk/>
            <pc:sldMk cId="3555232919" sldId="2146847014"/>
            <ac:spMk id="96" creationId="{42358ED7-7E62-E49A-6481-61D189CCB77B}"/>
          </ac:spMkLst>
        </pc:spChg>
        <pc:spChg chg="del">
          <ac:chgData name="Aaron Fung" userId="09a62e1b-a908-44c2-a78c-4509d99436bb" providerId="ADAL" clId="{C157A2B9-9DC1-4553-9154-A67C727CEB6D}" dt="2025-08-08T03:57:59.027" v="13" actId="478"/>
          <ac:spMkLst>
            <pc:docMk/>
            <pc:sldMk cId="3555232919" sldId="2146847014"/>
            <ac:spMk id="98" creationId="{835E272C-764D-CC59-31D2-01301CB4985A}"/>
          </ac:spMkLst>
        </pc:spChg>
        <pc:spChg chg="del">
          <ac:chgData name="Aaron Fung" userId="09a62e1b-a908-44c2-a78c-4509d99436bb" providerId="ADAL" clId="{C157A2B9-9DC1-4553-9154-A67C727CEB6D}" dt="2025-08-08T03:57:59.027" v="13" actId="478"/>
          <ac:spMkLst>
            <pc:docMk/>
            <pc:sldMk cId="3555232919" sldId="2146847014"/>
            <ac:spMk id="110" creationId="{BBC1E513-EC1A-383E-C4C7-8B611921FD2D}"/>
          </ac:spMkLst>
        </pc:spChg>
        <pc:spChg chg="del">
          <ac:chgData name="Aaron Fung" userId="09a62e1b-a908-44c2-a78c-4509d99436bb" providerId="ADAL" clId="{C157A2B9-9DC1-4553-9154-A67C727CEB6D}" dt="2025-08-08T03:57:59.027" v="13" actId="478"/>
          <ac:spMkLst>
            <pc:docMk/>
            <pc:sldMk cId="3555232919" sldId="2146847014"/>
            <ac:spMk id="1055" creationId="{A9A9DCC1-EB4D-6A36-2698-78B3312A6C08}"/>
          </ac:spMkLst>
        </pc:spChg>
        <pc:spChg chg="del">
          <ac:chgData name="Aaron Fung" userId="09a62e1b-a908-44c2-a78c-4509d99436bb" providerId="ADAL" clId="{C157A2B9-9DC1-4553-9154-A67C727CEB6D}" dt="2025-08-08T03:57:59.027" v="13" actId="478"/>
          <ac:spMkLst>
            <pc:docMk/>
            <pc:sldMk cId="3555232919" sldId="2146847014"/>
            <ac:spMk id="1056" creationId="{0309CDA1-E4F6-38E4-63A7-C366D785F1F7}"/>
          </ac:spMkLst>
        </pc:spChg>
        <pc:spChg chg="del">
          <ac:chgData name="Aaron Fung" userId="09a62e1b-a908-44c2-a78c-4509d99436bb" providerId="ADAL" clId="{C157A2B9-9DC1-4553-9154-A67C727CEB6D}" dt="2025-08-08T03:57:59.027" v="13" actId="478"/>
          <ac:spMkLst>
            <pc:docMk/>
            <pc:sldMk cId="3555232919" sldId="2146847014"/>
            <ac:spMk id="1091" creationId="{64B1CB75-4FA5-11FA-59F3-DBEB26672B16}"/>
          </ac:spMkLst>
        </pc:spChg>
        <pc:spChg chg="del">
          <ac:chgData name="Aaron Fung" userId="09a62e1b-a908-44c2-a78c-4509d99436bb" providerId="ADAL" clId="{C157A2B9-9DC1-4553-9154-A67C727CEB6D}" dt="2025-08-08T03:57:59.027" v="13" actId="478"/>
          <ac:spMkLst>
            <pc:docMk/>
            <pc:sldMk cId="3555232919" sldId="2146847014"/>
            <ac:spMk id="1139" creationId="{D9141A26-3CE2-0AC4-02EC-6114DD320107}"/>
          </ac:spMkLst>
        </pc:spChg>
        <pc:spChg chg="del">
          <ac:chgData name="Aaron Fung" userId="09a62e1b-a908-44c2-a78c-4509d99436bb" providerId="ADAL" clId="{C157A2B9-9DC1-4553-9154-A67C727CEB6D}" dt="2025-08-08T03:57:59.027" v="13" actId="478"/>
          <ac:spMkLst>
            <pc:docMk/>
            <pc:sldMk cId="3555232919" sldId="2146847014"/>
            <ac:spMk id="1202" creationId="{491B6EA3-FD4A-243F-8D36-B795C6AFE3CB}"/>
          </ac:spMkLst>
        </pc:spChg>
        <pc:spChg chg="del">
          <ac:chgData name="Aaron Fung" userId="09a62e1b-a908-44c2-a78c-4509d99436bb" providerId="ADAL" clId="{C157A2B9-9DC1-4553-9154-A67C727CEB6D}" dt="2025-08-08T03:57:59.027" v="13" actId="478"/>
          <ac:spMkLst>
            <pc:docMk/>
            <pc:sldMk cId="3555232919" sldId="2146847014"/>
            <ac:spMk id="1203" creationId="{8D9EA507-A92B-22F2-C93C-FA1A6D19C51D}"/>
          </ac:spMkLst>
        </pc:spChg>
      </pc:sldChg>
      <pc:sldChg chg="add del setBg">
        <pc:chgData name="Aaron Fung" userId="09a62e1b-a908-44c2-a78c-4509d99436bb" providerId="ADAL" clId="{C157A2B9-9DC1-4553-9154-A67C727CEB6D}" dt="2025-08-08T04:09:54.408" v="509" actId="47"/>
        <pc:sldMkLst>
          <pc:docMk/>
          <pc:sldMk cId="2556427505" sldId="2146847015"/>
        </pc:sldMkLst>
      </pc:sldChg>
      <pc:sldChg chg="add del setBg">
        <pc:chgData name="Aaron Fung" userId="09a62e1b-a908-44c2-a78c-4509d99436bb" providerId="ADAL" clId="{C157A2B9-9DC1-4553-9154-A67C727CEB6D}" dt="2025-08-08T04:09:54.574" v="510" actId="47"/>
        <pc:sldMkLst>
          <pc:docMk/>
          <pc:sldMk cId="2375204162" sldId="2146847016"/>
        </pc:sldMkLst>
      </pc:sldChg>
      <pc:sldChg chg="add del setBg">
        <pc:chgData name="Aaron Fung" userId="09a62e1b-a908-44c2-a78c-4509d99436bb" providerId="ADAL" clId="{C157A2B9-9DC1-4553-9154-A67C727CEB6D}" dt="2025-08-08T04:09:55.410" v="511" actId="47"/>
        <pc:sldMkLst>
          <pc:docMk/>
          <pc:sldMk cId="2570085936" sldId="2146847017"/>
        </pc:sldMkLst>
      </pc:sldChg>
      <pc:sldChg chg="modSp mod">
        <pc:chgData name="Aaron Fung" userId="09a62e1b-a908-44c2-a78c-4509d99436bb" providerId="ADAL" clId="{C157A2B9-9DC1-4553-9154-A67C727CEB6D}" dt="2025-08-08T04:06:29.034" v="338" actId="20577"/>
        <pc:sldMkLst>
          <pc:docMk/>
          <pc:sldMk cId="807872826" sldId="2146847086"/>
        </pc:sldMkLst>
        <pc:spChg chg="mod">
          <ac:chgData name="Aaron Fung" userId="09a62e1b-a908-44c2-a78c-4509d99436bb" providerId="ADAL" clId="{C157A2B9-9DC1-4553-9154-A67C727CEB6D}" dt="2025-08-08T04:06:29.034" v="338" actId="20577"/>
          <ac:spMkLst>
            <pc:docMk/>
            <pc:sldMk cId="807872826" sldId="2146847086"/>
            <ac:spMk id="51" creationId="{AE1D4017-1F42-5BFB-4A06-BCA0066883D3}"/>
          </ac:spMkLst>
        </pc:spChg>
      </pc:sldChg>
      <pc:sldChg chg="addSp modSp add mod">
        <pc:chgData name="Aaron Fung" userId="09a62e1b-a908-44c2-a78c-4509d99436bb" providerId="ADAL" clId="{C157A2B9-9DC1-4553-9154-A67C727CEB6D}" dt="2025-08-08T04:09:22.465" v="478" actId="20577"/>
        <pc:sldMkLst>
          <pc:docMk/>
          <pc:sldMk cId="3867263399" sldId="2146847087"/>
        </pc:sldMkLst>
        <pc:spChg chg="mod">
          <ac:chgData name="Aaron Fung" userId="09a62e1b-a908-44c2-a78c-4509d99436bb" providerId="ADAL" clId="{C157A2B9-9DC1-4553-9154-A67C727CEB6D}" dt="2025-08-08T04:09:22.465" v="478" actId="20577"/>
          <ac:spMkLst>
            <pc:docMk/>
            <pc:sldMk cId="3867263399" sldId="2146847087"/>
            <ac:spMk id="3" creationId="{9FF9D172-AAAD-1251-5E99-D23B11AB304C}"/>
          </ac:spMkLst>
        </pc:spChg>
        <pc:spChg chg="add mod">
          <ac:chgData name="Aaron Fung" userId="09a62e1b-a908-44c2-a78c-4509d99436bb" providerId="ADAL" clId="{C157A2B9-9DC1-4553-9154-A67C727CEB6D}" dt="2025-08-08T04:00:56.990" v="59" actId="21"/>
          <ac:spMkLst>
            <pc:docMk/>
            <pc:sldMk cId="3867263399" sldId="2146847087"/>
            <ac:spMk id="4" creationId="{F949C852-E17C-2357-8DD5-791476E30F34}"/>
          </ac:spMkLst>
        </pc:spChg>
        <pc:spChg chg="add mod">
          <ac:chgData name="Aaron Fung" userId="09a62e1b-a908-44c2-a78c-4509d99436bb" providerId="ADAL" clId="{C157A2B9-9DC1-4553-9154-A67C727CEB6D}" dt="2025-08-08T04:02:29.770" v="135" actId="1076"/>
          <ac:spMkLst>
            <pc:docMk/>
            <pc:sldMk cId="3867263399" sldId="2146847087"/>
            <ac:spMk id="5" creationId="{D53D2582-B795-E6BB-6190-C3985BCB5175}"/>
          </ac:spMkLst>
        </pc:spChg>
        <pc:spChg chg="add mod">
          <ac:chgData name="Aaron Fung" userId="09a62e1b-a908-44c2-a78c-4509d99436bb" providerId="ADAL" clId="{C157A2B9-9DC1-4553-9154-A67C727CEB6D}" dt="2025-08-08T04:01:38.217" v="78" actId="14100"/>
          <ac:spMkLst>
            <pc:docMk/>
            <pc:sldMk cId="3867263399" sldId="2146847087"/>
            <ac:spMk id="8" creationId="{8EA88438-4336-675F-8DB3-9F2E4F9EF9DD}"/>
          </ac:spMkLst>
        </pc:spChg>
        <pc:picChg chg="add mod">
          <ac:chgData name="Aaron Fung" userId="09a62e1b-a908-44c2-a78c-4509d99436bb" providerId="ADAL" clId="{C157A2B9-9DC1-4553-9154-A67C727CEB6D}" dt="2025-08-08T04:01:19.111" v="73" actId="1076"/>
          <ac:picMkLst>
            <pc:docMk/>
            <pc:sldMk cId="3867263399" sldId="2146847087"/>
            <ac:picMk id="7" creationId="{D8039C5D-4388-5472-E372-534E5C1C6BD7}"/>
          </ac:picMkLst>
        </pc:picChg>
        <pc:picChg chg="add mod">
          <ac:chgData name="Aaron Fung" userId="09a62e1b-a908-44c2-a78c-4509d99436bb" providerId="ADAL" clId="{C157A2B9-9DC1-4553-9154-A67C727CEB6D}" dt="2025-08-08T04:01:32.465" v="76" actId="571"/>
          <ac:picMkLst>
            <pc:docMk/>
            <pc:sldMk cId="3867263399" sldId="2146847087"/>
            <ac:picMk id="9" creationId="{2AD0AB98-365D-213C-A13A-D1BD6C90B611}"/>
          </ac:picMkLst>
        </pc:picChg>
      </pc:sldChg>
      <pc:sldChg chg="addSp delSp modSp add mod">
        <pc:chgData name="Aaron Fung" userId="09a62e1b-a908-44c2-a78c-4509d99436bb" providerId="ADAL" clId="{C157A2B9-9DC1-4553-9154-A67C727CEB6D}" dt="2025-08-08T04:15:26.024" v="583" actId="1076"/>
        <pc:sldMkLst>
          <pc:docMk/>
          <pc:sldMk cId="1118658336" sldId="2146847088"/>
        </pc:sldMkLst>
        <pc:spChg chg="add mod">
          <ac:chgData name="Aaron Fung" userId="09a62e1b-a908-44c2-a78c-4509d99436bb" providerId="ADAL" clId="{C157A2B9-9DC1-4553-9154-A67C727CEB6D}" dt="2025-08-08T04:05:44.108" v="336" actId="20577"/>
          <ac:spMkLst>
            <pc:docMk/>
            <pc:sldMk cId="1118658336" sldId="2146847088"/>
            <ac:spMk id="2" creationId="{0B2BF602-6540-710B-AFEA-6FEAEF545356}"/>
          </ac:spMkLst>
        </pc:spChg>
        <pc:spChg chg="mod">
          <ac:chgData name="Aaron Fung" userId="09a62e1b-a908-44c2-a78c-4509d99436bb" providerId="ADAL" clId="{C157A2B9-9DC1-4553-9154-A67C727CEB6D}" dt="2025-08-08T04:09:30.930" v="483" actId="20577"/>
          <ac:spMkLst>
            <pc:docMk/>
            <pc:sldMk cId="1118658336" sldId="2146847088"/>
            <ac:spMk id="3" creationId="{DE673ED9-DF15-A924-E67A-9ED05A08194C}"/>
          </ac:spMkLst>
        </pc:spChg>
        <pc:spChg chg="add mod">
          <ac:chgData name="Aaron Fung" userId="09a62e1b-a908-44c2-a78c-4509d99436bb" providerId="ADAL" clId="{C157A2B9-9DC1-4553-9154-A67C727CEB6D}" dt="2025-08-08T04:15:26.024" v="583" actId="1076"/>
          <ac:spMkLst>
            <pc:docMk/>
            <pc:sldMk cId="1118658336" sldId="2146847088"/>
            <ac:spMk id="12" creationId="{3B38121A-457A-6C85-4E7F-AD9B50D27E53}"/>
          </ac:spMkLst>
        </pc:spChg>
        <pc:picChg chg="add del mod">
          <ac:chgData name="Aaron Fung" userId="09a62e1b-a908-44c2-a78c-4509d99436bb" providerId="ADAL" clId="{C157A2B9-9DC1-4553-9154-A67C727CEB6D}" dt="2025-08-08T04:14:46.538" v="573" actId="478"/>
          <ac:picMkLst>
            <pc:docMk/>
            <pc:sldMk cId="1118658336" sldId="2146847088"/>
            <ac:picMk id="5" creationId="{D59FC9D3-7933-27BF-DB02-9270F6423262}"/>
          </ac:picMkLst>
        </pc:picChg>
        <pc:picChg chg="add mod">
          <ac:chgData name="Aaron Fung" userId="09a62e1b-a908-44c2-a78c-4509d99436bb" providerId="ADAL" clId="{C157A2B9-9DC1-4553-9154-A67C727CEB6D}" dt="2025-08-08T04:15:26.024" v="583" actId="1076"/>
          <ac:picMkLst>
            <pc:docMk/>
            <pc:sldMk cId="1118658336" sldId="2146847088"/>
            <ac:picMk id="7" creationId="{0FE5178C-7BC4-8974-931D-4F22B743B13C}"/>
          </ac:picMkLst>
        </pc:picChg>
        <pc:picChg chg="add del mod">
          <ac:chgData name="Aaron Fung" userId="09a62e1b-a908-44c2-a78c-4509d99436bb" providerId="ADAL" clId="{C157A2B9-9DC1-4553-9154-A67C727CEB6D}" dt="2025-08-08T04:14:53.459" v="579" actId="478"/>
          <ac:picMkLst>
            <pc:docMk/>
            <pc:sldMk cId="1118658336" sldId="2146847088"/>
            <ac:picMk id="9" creationId="{6762ED0F-9C95-35C8-7589-38C6989906ED}"/>
          </ac:picMkLst>
        </pc:picChg>
        <pc:picChg chg="add del">
          <ac:chgData name="Aaron Fung" userId="09a62e1b-a908-44c2-a78c-4509d99436bb" providerId="ADAL" clId="{C157A2B9-9DC1-4553-9154-A67C727CEB6D}" dt="2025-08-08T04:06:32.327" v="340" actId="22"/>
          <ac:picMkLst>
            <pc:docMk/>
            <pc:sldMk cId="1118658336" sldId="2146847088"/>
            <ac:picMk id="11" creationId="{E72D92D4-50C4-1DD2-8BE3-6402057A89F8}"/>
          </ac:picMkLst>
        </pc:picChg>
        <pc:picChg chg="add mod">
          <ac:chgData name="Aaron Fung" userId="09a62e1b-a908-44c2-a78c-4509d99436bb" providerId="ADAL" clId="{C157A2B9-9DC1-4553-9154-A67C727CEB6D}" dt="2025-08-08T04:14:52.302" v="578" actId="1076"/>
          <ac:picMkLst>
            <pc:docMk/>
            <pc:sldMk cId="1118658336" sldId="2146847088"/>
            <ac:picMk id="14" creationId="{A34034B6-FFAA-998E-4875-F12A59750BA0}"/>
          </ac:picMkLst>
        </pc:picChg>
        <pc:picChg chg="add mod">
          <ac:chgData name="Aaron Fung" userId="09a62e1b-a908-44c2-a78c-4509d99436bb" providerId="ADAL" clId="{C157A2B9-9DC1-4553-9154-A67C727CEB6D}" dt="2025-08-08T04:15:26.024" v="583" actId="1076"/>
          <ac:picMkLst>
            <pc:docMk/>
            <pc:sldMk cId="1118658336" sldId="2146847088"/>
            <ac:picMk id="16" creationId="{4A599B6D-303D-41A7-9BD1-B814C23B9568}"/>
          </ac:picMkLst>
        </pc:picChg>
      </pc:sldChg>
      <pc:sldChg chg="addSp delSp modSp add mod">
        <pc:chgData name="Aaron Fung" userId="09a62e1b-a908-44c2-a78c-4509d99436bb" providerId="ADAL" clId="{C157A2B9-9DC1-4553-9154-A67C727CEB6D}" dt="2025-08-08T05:44:58.285" v="630" actId="14100"/>
        <pc:sldMkLst>
          <pc:docMk/>
          <pc:sldMk cId="4006399454" sldId="2146847089"/>
        </pc:sldMkLst>
        <pc:spChg chg="mod">
          <ac:chgData name="Aaron Fung" userId="09a62e1b-a908-44c2-a78c-4509d99436bb" providerId="ADAL" clId="{C157A2B9-9DC1-4553-9154-A67C727CEB6D}" dt="2025-08-08T04:09:46.325" v="500" actId="20577"/>
          <ac:spMkLst>
            <pc:docMk/>
            <pc:sldMk cId="4006399454" sldId="2146847089"/>
            <ac:spMk id="3" creationId="{C5329EEB-D11B-B383-1BC9-565F1A0CDA70}"/>
          </ac:spMkLst>
        </pc:spChg>
        <pc:spChg chg="add mod">
          <ac:chgData name="Aaron Fung" userId="09a62e1b-a908-44c2-a78c-4509d99436bb" providerId="ADAL" clId="{C157A2B9-9DC1-4553-9154-A67C727CEB6D}" dt="2025-08-08T05:44:39.121" v="591" actId="20577"/>
          <ac:spMkLst>
            <pc:docMk/>
            <pc:sldMk cId="4006399454" sldId="2146847089"/>
            <ac:spMk id="4" creationId="{0E93750E-55AB-274A-D289-A9ADB9BE07FB}"/>
          </ac:spMkLst>
        </pc:spChg>
        <pc:spChg chg="add mod">
          <ac:chgData name="Aaron Fung" userId="09a62e1b-a908-44c2-a78c-4509d99436bb" providerId="ADAL" clId="{C157A2B9-9DC1-4553-9154-A67C727CEB6D}" dt="2025-08-08T04:07:50.919" v="351" actId="1076"/>
          <ac:spMkLst>
            <pc:docMk/>
            <pc:sldMk cId="4006399454" sldId="2146847089"/>
            <ac:spMk id="5" creationId="{0BF6A132-F809-F907-61CB-885FFD0A1850}"/>
          </ac:spMkLst>
        </pc:spChg>
        <pc:spChg chg="add mod">
          <ac:chgData name="Aaron Fung" userId="09a62e1b-a908-44c2-a78c-4509d99436bb" providerId="ADAL" clId="{C157A2B9-9DC1-4553-9154-A67C727CEB6D}" dt="2025-08-08T05:44:58.285" v="630" actId="14100"/>
          <ac:spMkLst>
            <pc:docMk/>
            <pc:sldMk cId="4006399454" sldId="2146847089"/>
            <ac:spMk id="8" creationId="{E1E50EF0-23A8-3BE1-4B97-A0DFE7791F6E}"/>
          </ac:spMkLst>
        </pc:spChg>
        <pc:picChg chg="add mod">
          <ac:chgData name="Aaron Fung" userId="09a62e1b-a908-44c2-a78c-4509d99436bb" providerId="ADAL" clId="{C157A2B9-9DC1-4553-9154-A67C727CEB6D}" dt="2025-08-08T04:07:50.919" v="351" actId="1076"/>
          <ac:picMkLst>
            <pc:docMk/>
            <pc:sldMk cId="4006399454" sldId="2146847089"/>
            <ac:picMk id="2" creationId="{2D7A37FA-2139-8099-D79C-41C82A18DC52}"/>
          </ac:picMkLst>
        </pc:picChg>
        <pc:picChg chg="add del mod">
          <ac:chgData name="Aaron Fung" userId="09a62e1b-a908-44c2-a78c-4509d99436bb" providerId="ADAL" clId="{C157A2B9-9DC1-4553-9154-A67C727CEB6D}" dt="2025-08-08T04:12:54.246" v="572" actId="478"/>
          <ac:picMkLst>
            <pc:docMk/>
            <pc:sldMk cId="4006399454" sldId="2146847089"/>
            <ac:picMk id="7" creationId="{7A6236A6-9ED7-DB13-AF3E-57C33A16872C}"/>
          </ac:picMkLst>
        </pc:picChg>
        <pc:picChg chg="add mod">
          <ac:chgData name="Aaron Fung" userId="09a62e1b-a908-44c2-a78c-4509d99436bb" providerId="ADAL" clId="{C157A2B9-9DC1-4553-9154-A67C727CEB6D}" dt="2025-08-08T05:44:30.153" v="585" actId="1076"/>
          <ac:picMkLst>
            <pc:docMk/>
            <pc:sldMk cId="4006399454" sldId="2146847089"/>
            <ac:picMk id="10" creationId="{C51BBA7F-3120-A9A3-0CCF-27BB8DC69630}"/>
          </ac:picMkLst>
        </pc:picChg>
      </pc:sldChg>
      <pc:sldChg chg="modSp add del mod">
        <pc:chgData name="Aaron Fung" userId="09a62e1b-a908-44c2-a78c-4509d99436bb" providerId="ADAL" clId="{C157A2B9-9DC1-4553-9154-A67C727CEB6D}" dt="2025-08-08T04:09:50.727" v="501" actId="47"/>
        <pc:sldMkLst>
          <pc:docMk/>
          <pc:sldMk cId="2376512205" sldId="2146847090"/>
        </pc:sldMkLst>
        <pc:spChg chg="mod">
          <ac:chgData name="Aaron Fung" userId="09a62e1b-a908-44c2-a78c-4509d99436bb" providerId="ADAL" clId="{C157A2B9-9DC1-4553-9154-A67C727CEB6D}" dt="2025-08-08T03:58:56.416" v="32" actId="20577"/>
          <ac:spMkLst>
            <pc:docMk/>
            <pc:sldMk cId="2376512205" sldId="2146847090"/>
            <ac:spMk id="3" creationId="{441F1EE3-20FC-E100-CB1B-114D3EC1952D}"/>
          </ac:spMkLst>
        </pc:spChg>
      </pc:sldChg>
      <pc:sldChg chg="addSp delSp modSp add mod">
        <pc:chgData name="Aaron Fung" userId="09a62e1b-a908-44c2-a78c-4509d99436bb" providerId="ADAL" clId="{C157A2B9-9DC1-4553-9154-A67C727CEB6D}" dt="2025-08-08T05:52:33.204" v="926" actId="1076"/>
        <pc:sldMkLst>
          <pc:docMk/>
          <pc:sldMk cId="3954942563" sldId="2146847090"/>
        </pc:sldMkLst>
        <pc:spChg chg="mod">
          <ac:chgData name="Aaron Fung" userId="09a62e1b-a908-44c2-a78c-4509d99436bb" providerId="ADAL" clId="{C157A2B9-9DC1-4553-9154-A67C727CEB6D}" dt="2025-08-08T04:10:12.711" v="525" actId="20577"/>
          <ac:spMkLst>
            <pc:docMk/>
            <pc:sldMk cId="3954942563" sldId="2146847090"/>
            <ac:spMk id="3" creationId="{7CE667D7-95D3-C181-4AE8-62194E9C587A}"/>
          </ac:spMkLst>
        </pc:spChg>
        <pc:spChg chg="mod">
          <ac:chgData name="Aaron Fung" userId="09a62e1b-a908-44c2-a78c-4509d99436bb" providerId="ADAL" clId="{C157A2B9-9DC1-4553-9154-A67C727CEB6D}" dt="2025-08-08T05:52:17.886" v="918" actId="1076"/>
          <ac:spMkLst>
            <pc:docMk/>
            <pc:sldMk cId="3954942563" sldId="2146847090"/>
            <ac:spMk id="5" creationId="{19937EAC-3BC4-A8F7-A900-624CBE7421E3}"/>
          </ac:spMkLst>
        </pc:spChg>
        <pc:spChg chg="mod">
          <ac:chgData name="Aaron Fung" userId="09a62e1b-a908-44c2-a78c-4509d99436bb" providerId="ADAL" clId="{C157A2B9-9DC1-4553-9154-A67C727CEB6D}" dt="2025-08-08T05:50:39.600" v="746" actId="1076"/>
          <ac:spMkLst>
            <pc:docMk/>
            <pc:sldMk cId="3954942563" sldId="2146847090"/>
            <ac:spMk id="8" creationId="{E78A5B62-BB64-1812-7370-9F3DF63514A9}"/>
          </ac:spMkLst>
        </pc:spChg>
        <pc:grpChg chg="add mod">
          <ac:chgData name="Aaron Fung" userId="09a62e1b-a908-44c2-a78c-4509d99436bb" providerId="ADAL" clId="{C157A2B9-9DC1-4553-9154-A67C727CEB6D}" dt="2025-08-08T05:50:09.853" v="739" actId="1076"/>
          <ac:grpSpMkLst>
            <pc:docMk/>
            <pc:sldMk cId="3954942563" sldId="2146847090"/>
            <ac:grpSpMk id="9" creationId="{7FBF5A1C-0B47-E48A-D36B-6D1A21AAE2CF}"/>
          </ac:grpSpMkLst>
        </pc:grpChg>
        <pc:picChg chg="add mod ord">
          <ac:chgData name="Aaron Fung" userId="09a62e1b-a908-44c2-a78c-4509d99436bb" providerId="ADAL" clId="{C157A2B9-9DC1-4553-9154-A67C727CEB6D}" dt="2025-08-08T05:49:40.652" v="720" actId="164"/>
          <ac:picMkLst>
            <pc:docMk/>
            <pc:sldMk cId="3954942563" sldId="2146847090"/>
            <ac:picMk id="6" creationId="{514FE080-30E7-F8EA-DF21-7386AD922181}"/>
          </ac:picMkLst>
        </pc:picChg>
        <pc:picChg chg="del">
          <ac:chgData name="Aaron Fung" userId="09a62e1b-a908-44c2-a78c-4509d99436bb" providerId="ADAL" clId="{C157A2B9-9DC1-4553-9154-A67C727CEB6D}" dt="2025-08-08T05:48:38.643" v="631" actId="478"/>
          <ac:picMkLst>
            <pc:docMk/>
            <pc:sldMk cId="3954942563" sldId="2146847090"/>
            <ac:picMk id="7" creationId="{498BFD14-2B6B-4E62-B1F5-AEEB113743B7}"/>
          </ac:picMkLst>
        </pc:picChg>
        <pc:picChg chg="add del mod">
          <ac:chgData name="Aaron Fung" userId="09a62e1b-a908-44c2-a78c-4509d99436bb" providerId="ADAL" clId="{C157A2B9-9DC1-4553-9154-A67C727CEB6D}" dt="2025-08-08T05:50:40.919" v="747" actId="478"/>
          <ac:picMkLst>
            <pc:docMk/>
            <pc:sldMk cId="3954942563" sldId="2146847090"/>
            <ac:picMk id="10" creationId="{0C0B09D1-84B1-B97D-C61C-4AFA80946F54}"/>
          </ac:picMkLst>
        </pc:picChg>
        <pc:picChg chg="add mod">
          <ac:chgData name="Aaron Fung" userId="09a62e1b-a908-44c2-a78c-4509d99436bb" providerId="ADAL" clId="{C157A2B9-9DC1-4553-9154-A67C727CEB6D}" dt="2025-08-08T05:52:31.932" v="925" actId="1076"/>
          <ac:picMkLst>
            <pc:docMk/>
            <pc:sldMk cId="3954942563" sldId="2146847090"/>
            <ac:picMk id="12" creationId="{F224A0EC-7F59-DA40-2A37-3870EF2A0AF8}"/>
          </ac:picMkLst>
        </pc:picChg>
        <pc:picChg chg="add mod">
          <ac:chgData name="Aaron Fung" userId="09a62e1b-a908-44c2-a78c-4509d99436bb" providerId="ADAL" clId="{C157A2B9-9DC1-4553-9154-A67C727CEB6D}" dt="2025-08-08T05:52:33.204" v="926" actId="1076"/>
          <ac:picMkLst>
            <pc:docMk/>
            <pc:sldMk cId="3954942563" sldId="2146847090"/>
            <ac:picMk id="14" creationId="{4C28B517-0028-509C-1F43-3668A45EF153}"/>
          </ac:picMkLst>
        </pc:picChg>
      </pc:sldChg>
      <pc:sldChg chg="addSp delSp modSp add del mod">
        <pc:chgData name="Aaron Fung" userId="09a62e1b-a908-44c2-a78c-4509d99436bb" providerId="ADAL" clId="{C157A2B9-9DC1-4553-9154-A67C727CEB6D}" dt="2025-08-08T05:56:11.505" v="1127" actId="47"/>
        <pc:sldMkLst>
          <pc:docMk/>
          <pc:sldMk cId="910490846" sldId="2146847091"/>
        </pc:sldMkLst>
        <pc:spChg chg="mod">
          <ac:chgData name="Aaron Fung" userId="09a62e1b-a908-44c2-a78c-4509d99436bb" providerId="ADAL" clId="{C157A2B9-9DC1-4553-9154-A67C727CEB6D}" dt="2025-08-08T04:11:05.088" v="535" actId="20577"/>
          <ac:spMkLst>
            <pc:docMk/>
            <pc:sldMk cId="910490846" sldId="2146847091"/>
            <ac:spMk id="3" creationId="{620FDFF4-196E-0407-1E9F-B98F54785F05}"/>
          </ac:spMkLst>
        </pc:spChg>
        <pc:spChg chg="mod">
          <ac:chgData name="Aaron Fung" userId="09a62e1b-a908-44c2-a78c-4509d99436bb" providerId="ADAL" clId="{C157A2B9-9DC1-4553-9154-A67C727CEB6D}" dt="2025-08-08T05:53:02.425" v="933" actId="1076"/>
          <ac:spMkLst>
            <pc:docMk/>
            <pc:sldMk cId="910490846" sldId="2146847091"/>
            <ac:spMk id="4" creationId="{462AE51A-AFE6-C0F8-5F00-3DD3F9CB8E79}"/>
          </ac:spMkLst>
        </pc:spChg>
        <pc:spChg chg="mod">
          <ac:chgData name="Aaron Fung" userId="09a62e1b-a908-44c2-a78c-4509d99436bb" providerId="ADAL" clId="{C157A2B9-9DC1-4553-9154-A67C727CEB6D}" dt="2025-08-08T05:54:59.952" v="1119" actId="20577"/>
          <ac:spMkLst>
            <pc:docMk/>
            <pc:sldMk cId="910490846" sldId="2146847091"/>
            <ac:spMk id="5" creationId="{5B2233E3-0226-D61B-CCED-896EFA39E72A}"/>
          </ac:spMkLst>
        </pc:spChg>
        <pc:spChg chg="mod">
          <ac:chgData name="Aaron Fung" userId="09a62e1b-a908-44c2-a78c-4509d99436bb" providerId="ADAL" clId="{C157A2B9-9DC1-4553-9154-A67C727CEB6D}" dt="2025-08-08T05:53:11.479" v="938" actId="1076"/>
          <ac:spMkLst>
            <pc:docMk/>
            <pc:sldMk cId="910490846" sldId="2146847091"/>
            <ac:spMk id="8" creationId="{F64B680B-EB6A-1B6F-894E-8F5307DA7C5D}"/>
          </ac:spMkLst>
        </pc:spChg>
        <pc:picChg chg="add mod ord">
          <ac:chgData name="Aaron Fung" userId="09a62e1b-a908-44c2-a78c-4509d99436bb" providerId="ADAL" clId="{C157A2B9-9DC1-4553-9154-A67C727CEB6D}" dt="2025-08-08T05:53:03.897" v="935" actId="14100"/>
          <ac:picMkLst>
            <pc:docMk/>
            <pc:sldMk cId="910490846" sldId="2146847091"/>
            <ac:picMk id="6" creationId="{E44EB474-2E63-DEB8-2CAE-2CA2561826C9}"/>
          </ac:picMkLst>
        </pc:picChg>
        <pc:picChg chg="del">
          <ac:chgData name="Aaron Fung" userId="09a62e1b-a908-44c2-a78c-4509d99436bb" providerId="ADAL" clId="{C157A2B9-9DC1-4553-9154-A67C727CEB6D}" dt="2025-08-08T05:52:51.393" v="927" actId="478"/>
          <ac:picMkLst>
            <pc:docMk/>
            <pc:sldMk cId="910490846" sldId="2146847091"/>
            <ac:picMk id="7" creationId="{ABC7113F-053D-2398-63CD-FEC907E53124}"/>
          </ac:picMkLst>
        </pc:picChg>
      </pc:sldChg>
      <pc:sldChg chg="add del setBg">
        <pc:chgData name="Aaron Fung" userId="09a62e1b-a908-44c2-a78c-4509d99436bb" providerId="ADAL" clId="{C157A2B9-9DC1-4553-9154-A67C727CEB6D}" dt="2025-08-08T04:09:51.059" v="502" actId="47"/>
        <pc:sldMkLst>
          <pc:docMk/>
          <pc:sldMk cId="1700782562" sldId="2146847091"/>
        </pc:sldMkLst>
      </pc:sldChg>
      <pc:sldChg chg="add del setBg">
        <pc:chgData name="Aaron Fung" userId="09a62e1b-a908-44c2-a78c-4509d99436bb" providerId="ADAL" clId="{C157A2B9-9DC1-4553-9154-A67C727CEB6D}" dt="2025-08-08T04:09:51.983" v="504" actId="47"/>
        <pc:sldMkLst>
          <pc:docMk/>
          <pc:sldMk cId="218789717" sldId="2146847092"/>
        </pc:sldMkLst>
      </pc:sldChg>
      <pc:sldChg chg="addSp modSp add mod">
        <pc:chgData name="Aaron Fung" userId="09a62e1b-a908-44c2-a78c-4509d99436bb" providerId="ADAL" clId="{C157A2B9-9DC1-4553-9154-A67C727CEB6D}" dt="2025-08-08T05:57:02.245" v="1202" actId="20577"/>
        <pc:sldMkLst>
          <pc:docMk/>
          <pc:sldMk cId="4219861172" sldId="2146847092"/>
        </pc:sldMkLst>
        <pc:spChg chg="mod">
          <ac:chgData name="Aaron Fung" userId="09a62e1b-a908-44c2-a78c-4509d99436bb" providerId="ADAL" clId="{C157A2B9-9DC1-4553-9154-A67C727CEB6D}" dt="2025-08-08T05:57:02.245" v="1202" actId="20577"/>
          <ac:spMkLst>
            <pc:docMk/>
            <pc:sldMk cId="4219861172" sldId="2146847092"/>
            <ac:spMk id="5" creationId="{60D89455-C1F9-57D2-05D8-FE6B1C41C89C}"/>
          </ac:spMkLst>
        </pc:spChg>
        <pc:spChg chg="mod">
          <ac:chgData name="Aaron Fung" userId="09a62e1b-a908-44c2-a78c-4509d99436bb" providerId="ADAL" clId="{C157A2B9-9DC1-4553-9154-A67C727CEB6D}" dt="2025-08-08T05:55:13.576" v="1122" actId="164"/>
          <ac:spMkLst>
            <pc:docMk/>
            <pc:sldMk cId="4219861172" sldId="2146847092"/>
            <ac:spMk id="8" creationId="{262F2363-9E2F-4B60-64FE-5EC246432D43}"/>
          </ac:spMkLst>
        </pc:spChg>
        <pc:spChg chg="add mod">
          <ac:chgData name="Aaron Fung" userId="09a62e1b-a908-44c2-a78c-4509d99436bb" providerId="ADAL" clId="{C157A2B9-9DC1-4553-9154-A67C727CEB6D}" dt="2025-08-08T05:56:05.722" v="1126"/>
          <ac:spMkLst>
            <pc:docMk/>
            <pc:sldMk cId="4219861172" sldId="2146847092"/>
            <ac:spMk id="10" creationId="{E326D233-437D-D214-67C5-21229D5E1E1D}"/>
          </ac:spMkLst>
        </pc:spChg>
        <pc:spChg chg="add mod">
          <ac:chgData name="Aaron Fung" userId="09a62e1b-a908-44c2-a78c-4509d99436bb" providerId="ADAL" clId="{C157A2B9-9DC1-4553-9154-A67C727CEB6D}" dt="2025-08-08T05:56:22.204" v="1130" actId="14100"/>
          <ac:spMkLst>
            <pc:docMk/>
            <pc:sldMk cId="4219861172" sldId="2146847092"/>
            <ac:spMk id="11" creationId="{9AAD2DAF-6842-08D8-60B7-0EBD33874157}"/>
          </ac:spMkLst>
        </pc:spChg>
        <pc:grpChg chg="add mod">
          <ac:chgData name="Aaron Fung" userId="09a62e1b-a908-44c2-a78c-4509d99436bb" providerId="ADAL" clId="{C157A2B9-9DC1-4553-9154-A67C727CEB6D}" dt="2025-08-08T05:55:13.576" v="1122" actId="164"/>
          <ac:grpSpMkLst>
            <pc:docMk/>
            <pc:sldMk cId="4219861172" sldId="2146847092"/>
            <ac:grpSpMk id="2" creationId="{50BEFF0C-DDC4-6899-878C-4DA83C6DEBCD}"/>
          </ac:grpSpMkLst>
        </pc:grpChg>
        <pc:picChg chg="mod">
          <ac:chgData name="Aaron Fung" userId="09a62e1b-a908-44c2-a78c-4509d99436bb" providerId="ADAL" clId="{C157A2B9-9DC1-4553-9154-A67C727CEB6D}" dt="2025-08-08T05:55:13.576" v="1122" actId="164"/>
          <ac:picMkLst>
            <pc:docMk/>
            <pc:sldMk cId="4219861172" sldId="2146847092"/>
            <ac:picMk id="6" creationId="{6A53B8EA-31C8-22D5-89C5-F69D8E18DEB8}"/>
          </ac:picMkLst>
        </pc:picChg>
        <pc:picChg chg="add mod">
          <ac:chgData name="Aaron Fung" userId="09a62e1b-a908-44c2-a78c-4509d99436bb" providerId="ADAL" clId="{C157A2B9-9DC1-4553-9154-A67C727CEB6D}" dt="2025-08-08T05:55:49.007" v="1125" actId="1076"/>
          <ac:picMkLst>
            <pc:docMk/>
            <pc:sldMk cId="4219861172" sldId="2146847092"/>
            <ac:picMk id="9" creationId="{2EB9B8C2-E928-4E60-D709-33F048843B12}"/>
          </ac:picMkLst>
        </pc:picChg>
      </pc:sldChg>
      <pc:sldChg chg="addSp delSp modSp add mod">
        <pc:chgData name="Aaron Fung" userId="09a62e1b-a908-44c2-a78c-4509d99436bb" providerId="ADAL" clId="{C157A2B9-9DC1-4553-9154-A67C727CEB6D}" dt="2025-08-08T06:00:22.071" v="1395" actId="20577"/>
        <pc:sldMkLst>
          <pc:docMk/>
          <pc:sldMk cId="630400118" sldId="2146847093"/>
        </pc:sldMkLst>
        <pc:spChg chg="mod">
          <ac:chgData name="Aaron Fung" userId="09a62e1b-a908-44c2-a78c-4509d99436bb" providerId="ADAL" clId="{C157A2B9-9DC1-4553-9154-A67C727CEB6D}" dt="2025-08-08T06:00:22.071" v="1395" actId="20577"/>
          <ac:spMkLst>
            <pc:docMk/>
            <pc:sldMk cId="630400118" sldId="2146847093"/>
            <ac:spMk id="5" creationId="{1CB40B0E-2919-4051-D134-B1CD640B6407}"/>
          </ac:spMkLst>
        </pc:spChg>
        <pc:spChg chg="mod">
          <ac:chgData name="Aaron Fung" userId="09a62e1b-a908-44c2-a78c-4509d99436bb" providerId="ADAL" clId="{C157A2B9-9DC1-4553-9154-A67C727CEB6D}" dt="2025-08-08T05:58:10.530" v="1228" actId="164"/>
          <ac:spMkLst>
            <pc:docMk/>
            <pc:sldMk cId="630400118" sldId="2146847093"/>
            <ac:spMk id="11" creationId="{4C20F3E1-422D-1EE4-B082-ECDC2D347EDA}"/>
          </ac:spMkLst>
        </pc:spChg>
        <pc:grpChg chg="del mod">
          <ac:chgData name="Aaron Fung" userId="09a62e1b-a908-44c2-a78c-4509d99436bb" providerId="ADAL" clId="{C157A2B9-9DC1-4553-9154-A67C727CEB6D}" dt="2025-08-08T05:57:24.733" v="1205" actId="478"/>
          <ac:grpSpMkLst>
            <pc:docMk/>
            <pc:sldMk cId="630400118" sldId="2146847093"/>
            <ac:grpSpMk id="2" creationId="{87090E6E-F7F5-0E77-09CC-06EA7290B297}"/>
          </ac:grpSpMkLst>
        </pc:grpChg>
        <pc:grpChg chg="add mod">
          <ac:chgData name="Aaron Fung" userId="09a62e1b-a908-44c2-a78c-4509d99436bb" providerId="ADAL" clId="{C157A2B9-9DC1-4553-9154-A67C727CEB6D}" dt="2025-08-08T05:59:55.889" v="1333" actId="1076"/>
          <ac:grpSpMkLst>
            <pc:docMk/>
            <pc:sldMk cId="630400118" sldId="2146847093"/>
            <ac:grpSpMk id="12" creationId="{785C1EBC-4EC0-6ED3-4C4A-5F5741007631}"/>
          </ac:grpSpMkLst>
        </pc:grpChg>
        <pc:picChg chg="del">
          <ac:chgData name="Aaron Fung" userId="09a62e1b-a908-44c2-a78c-4509d99436bb" providerId="ADAL" clId="{C157A2B9-9DC1-4553-9154-A67C727CEB6D}" dt="2025-08-08T05:57:25.465" v="1206" actId="478"/>
          <ac:picMkLst>
            <pc:docMk/>
            <pc:sldMk cId="630400118" sldId="2146847093"/>
            <ac:picMk id="9" creationId="{ACA16FC7-1200-1435-361A-386046D7F1D5}"/>
          </ac:picMkLst>
        </pc:picChg>
        <pc:picChg chg="add mod ord">
          <ac:chgData name="Aaron Fung" userId="09a62e1b-a908-44c2-a78c-4509d99436bb" providerId="ADAL" clId="{C157A2B9-9DC1-4553-9154-A67C727CEB6D}" dt="2025-08-08T05:58:10.530" v="1228" actId="164"/>
          <ac:picMkLst>
            <pc:docMk/>
            <pc:sldMk cId="630400118" sldId="2146847093"/>
            <ac:picMk id="10" creationId="{CAF36E05-AF07-7868-07B9-71016DBEECF8}"/>
          </ac:picMkLst>
        </pc:picChg>
        <pc:picChg chg="add mod">
          <ac:chgData name="Aaron Fung" userId="09a62e1b-a908-44c2-a78c-4509d99436bb" providerId="ADAL" clId="{C157A2B9-9DC1-4553-9154-A67C727CEB6D}" dt="2025-08-08T06:00:00.811" v="1336" actId="1076"/>
          <ac:picMkLst>
            <pc:docMk/>
            <pc:sldMk cId="630400118" sldId="2146847093"/>
            <ac:picMk id="14" creationId="{5216CA0E-3B83-72D0-8651-1AEC5F424D4C}"/>
          </ac:picMkLst>
        </pc:picChg>
      </pc:sldChg>
      <pc:sldChg chg="add del setBg">
        <pc:chgData name="Aaron Fung" userId="09a62e1b-a908-44c2-a78c-4509d99436bb" providerId="ADAL" clId="{C157A2B9-9DC1-4553-9154-A67C727CEB6D}" dt="2025-08-08T04:09:53.969" v="507" actId="47"/>
        <pc:sldMkLst>
          <pc:docMk/>
          <pc:sldMk cId="3376682165" sldId="2146847093"/>
        </pc:sldMkLst>
      </pc:sldChg>
      <pc:sldChg chg="add del setBg">
        <pc:chgData name="Aaron Fung" userId="09a62e1b-a908-44c2-a78c-4509d99436bb" providerId="ADAL" clId="{C157A2B9-9DC1-4553-9154-A67C727CEB6D}" dt="2025-08-08T04:09:54.223" v="508" actId="47"/>
        <pc:sldMkLst>
          <pc:docMk/>
          <pc:sldMk cId="150942123" sldId="2146847094"/>
        </pc:sldMkLst>
      </pc:sldChg>
    </pc:docChg>
  </pc:docChgLst>
  <pc:docChgLst>
    <pc:chgData name="Aaron sc Fung" userId="09a62e1b-a908-44c2-a78c-4509d99436bb" providerId="ADAL" clId="{2D46C7D8-4D47-4B35-88BB-F62941BA9C1D}"/>
    <pc:docChg chg="custSel modSld">
      <pc:chgData name="Aaron sc Fung" userId="09a62e1b-a908-44c2-a78c-4509d99436bb" providerId="ADAL" clId="{2D46C7D8-4D47-4B35-88BB-F62941BA9C1D}" dt="2025-06-10T03:57:55.891" v="9" actId="1076"/>
      <pc:docMkLst>
        <pc:docMk/>
      </pc:docMkLst>
      <pc:sldChg chg="addSp delSp modSp mod modTransition delAnim modAnim">
        <pc:chgData name="Aaron sc Fung" userId="09a62e1b-a908-44c2-a78c-4509d99436bb" providerId="ADAL" clId="{2D46C7D8-4D47-4B35-88BB-F62941BA9C1D}" dt="2025-06-10T03:57:55.891" v="9" actId="1076"/>
        <pc:sldMkLst>
          <pc:docMk/>
          <pc:sldMk cId="2979358412" sldId="2146846996"/>
        </pc:sldMkLst>
      </pc:sldChg>
    </pc:docChg>
  </pc:docChgLst>
  <pc:docChgLst>
    <pc:chgData name="Aaron Fung" userId="09a62e1b-a908-44c2-a78c-4509d99436bb" providerId="ADAL" clId="{6AB3465E-B04F-47DB-B023-C89616D89A3E}"/>
    <pc:docChg chg="undo redo custSel addSld delSld modSld sldOrd modMainMaster">
      <pc:chgData name="Aaron Fung" userId="09a62e1b-a908-44c2-a78c-4509d99436bb" providerId="ADAL" clId="{6AB3465E-B04F-47DB-B023-C89616D89A3E}" dt="2025-08-08T03:53:41.457" v="4961" actId="47"/>
      <pc:docMkLst>
        <pc:docMk/>
      </pc:docMkLst>
      <pc:sldChg chg="modSp add del mod">
        <pc:chgData name="Aaron Fung" userId="09a62e1b-a908-44c2-a78c-4509d99436bb" providerId="ADAL" clId="{6AB3465E-B04F-47DB-B023-C89616D89A3E}" dt="2025-07-10T07:24:13.211" v="4019" actId="47"/>
        <pc:sldMkLst>
          <pc:docMk/>
          <pc:sldMk cId="4184437688" sldId="297"/>
        </pc:sldMkLst>
      </pc:sldChg>
      <pc:sldChg chg="modSp mod setBg">
        <pc:chgData name="Aaron Fung" userId="09a62e1b-a908-44c2-a78c-4509d99436bb" providerId="ADAL" clId="{6AB3465E-B04F-47DB-B023-C89616D89A3E}" dt="2025-07-11T06:31:18.973" v="4825"/>
        <pc:sldMkLst>
          <pc:docMk/>
          <pc:sldMk cId="3058607716" sldId="323"/>
        </pc:sldMkLst>
        <pc:spChg chg="mod">
          <ac:chgData name="Aaron Fung" userId="09a62e1b-a908-44c2-a78c-4509d99436bb" providerId="ADAL" clId="{6AB3465E-B04F-47DB-B023-C89616D89A3E}" dt="2025-07-08T01:48:03.408" v="2130" actId="20577"/>
          <ac:spMkLst>
            <pc:docMk/>
            <pc:sldMk cId="3058607716" sldId="323"/>
            <ac:spMk id="2" creationId="{AC7C307E-D3B1-E9A7-9FD5-8A4B3BD23D2C}"/>
          </ac:spMkLst>
        </pc:spChg>
      </pc:sldChg>
      <pc:sldChg chg="addSp delSp modSp add mod setBg">
        <pc:chgData name="Aaron Fung" userId="09a62e1b-a908-44c2-a78c-4509d99436bb" providerId="ADAL" clId="{6AB3465E-B04F-47DB-B023-C89616D89A3E}" dt="2025-07-14T06:47:05.296" v="4892" actId="1076"/>
        <pc:sldMkLst>
          <pc:docMk/>
          <pc:sldMk cId="1565456124" sldId="2146846998"/>
        </pc:sldMkLst>
      </pc:sldChg>
      <pc:sldChg chg="addSp delSp modSp mod setBg modAnim">
        <pc:chgData name="Aaron Fung" userId="09a62e1b-a908-44c2-a78c-4509d99436bb" providerId="ADAL" clId="{6AB3465E-B04F-47DB-B023-C89616D89A3E}" dt="2025-07-11T06:31:18.973" v="4825"/>
        <pc:sldMkLst>
          <pc:docMk/>
          <pc:sldMk cId="1291662857" sldId="2146847003"/>
        </pc:sldMkLst>
      </pc:sldChg>
      <pc:sldChg chg="modSp add del mod">
        <pc:chgData name="Aaron Fung" userId="09a62e1b-a908-44c2-a78c-4509d99436bb" providerId="ADAL" clId="{6AB3465E-B04F-47DB-B023-C89616D89A3E}" dt="2025-07-04T09:42:34.066" v="561" actId="47"/>
        <pc:sldMkLst>
          <pc:docMk/>
          <pc:sldMk cId="371099215" sldId="2146847004"/>
        </pc:sldMkLst>
      </pc:sldChg>
      <pc:sldChg chg="addSp delSp modSp add mod setBg">
        <pc:chgData name="Aaron Fung" userId="09a62e1b-a908-44c2-a78c-4509d99436bb" providerId="ADAL" clId="{6AB3465E-B04F-47DB-B023-C89616D89A3E}" dt="2025-07-11T06:32:53.981" v="4847" actId="1076"/>
        <pc:sldMkLst>
          <pc:docMk/>
          <pc:sldMk cId="2918559079" sldId="2146847004"/>
        </pc:sldMkLst>
      </pc:sldChg>
      <pc:sldChg chg="addSp delSp modSp add mod setBg">
        <pc:chgData name="Aaron Fung" userId="09a62e1b-a908-44c2-a78c-4509d99436bb" providerId="ADAL" clId="{6AB3465E-B04F-47DB-B023-C89616D89A3E}" dt="2025-07-11T06:34:39.051" v="4885" actId="207"/>
        <pc:sldMkLst>
          <pc:docMk/>
          <pc:sldMk cId="1669672347" sldId="2146847005"/>
        </pc:sldMkLst>
      </pc:sldChg>
      <pc:sldChg chg="addSp delSp modSp add mod setBg">
        <pc:chgData name="Aaron Fung" userId="09a62e1b-a908-44c2-a78c-4509d99436bb" providerId="ADAL" clId="{6AB3465E-B04F-47DB-B023-C89616D89A3E}" dt="2025-07-11T06:34:44.028" v="4886" actId="207"/>
        <pc:sldMkLst>
          <pc:docMk/>
          <pc:sldMk cId="969961209" sldId="2146847006"/>
        </pc:sldMkLst>
      </pc:sldChg>
      <pc:sldChg chg="add del">
        <pc:chgData name="Aaron Fung" userId="09a62e1b-a908-44c2-a78c-4509d99436bb" providerId="ADAL" clId="{6AB3465E-B04F-47DB-B023-C89616D89A3E}" dt="2025-07-07T06:09:14.446" v="1812" actId="47"/>
        <pc:sldMkLst>
          <pc:docMk/>
          <pc:sldMk cId="4181111656" sldId="2146847006"/>
        </pc:sldMkLst>
      </pc:sldChg>
      <pc:sldChg chg="add del">
        <pc:chgData name="Aaron Fung" userId="09a62e1b-a908-44c2-a78c-4509d99436bb" providerId="ADAL" clId="{6AB3465E-B04F-47DB-B023-C89616D89A3E}" dt="2025-07-07T06:09:14.653" v="1813" actId="47"/>
        <pc:sldMkLst>
          <pc:docMk/>
          <pc:sldMk cId="2192572523" sldId="2146847007"/>
        </pc:sldMkLst>
      </pc:sldChg>
      <pc:sldChg chg="addSp delSp modSp add mod setBg">
        <pc:chgData name="Aaron Fung" userId="09a62e1b-a908-44c2-a78c-4509d99436bb" providerId="ADAL" clId="{6AB3465E-B04F-47DB-B023-C89616D89A3E}" dt="2025-07-11T06:34:48.233" v="4887" actId="207"/>
        <pc:sldMkLst>
          <pc:docMk/>
          <pc:sldMk cId="3929051679" sldId="2146847007"/>
        </pc:sldMkLst>
      </pc:sldChg>
      <pc:sldChg chg="add del">
        <pc:chgData name="Aaron Fung" userId="09a62e1b-a908-44c2-a78c-4509d99436bb" providerId="ADAL" clId="{6AB3465E-B04F-47DB-B023-C89616D89A3E}" dt="2025-07-07T06:09:14.864" v="1814" actId="47"/>
        <pc:sldMkLst>
          <pc:docMk/>
          <pc:sldMk cId="2753855503" sldId="2146847008"/>
        </pc:sldMkLst>
      </pc:sldChg>
      <pc:sldChg chg="addSp delSp modSp add mod setBg">
        <pc:chgData name="Aaron Fung" userId="09a62e1b-a908-44c2-a78c-4509d99436bb" providerId="ADAL" clId="{6AB3465E-B04F-47DB-B023-C89616D89A3E}" dt="2025-07-11T06:34:56.597" v="4890" actId="207"/>
        <pc:sldMkLst>
          <pc:docMk/>
          <pc:sldMk cId="3041393802" sldId="2146847008"/>
        </pc:sldMkLst>
      </pc:sldChg>
      <pc:sldChg chg="addSp delSp modSp add mod setBg">
        <pc:chgData name="Aaron Fung" userId="09a62e1b-a908-44c2-a78c-4509d99436bb" providerId="ADAL" clId="{6AB3465E-B04F-47DB-B023-C89616D89A3E}" dt="2025-07-11T06:31:18.973" v="4825"/>
        <pc:sldMkLst>
          <pc:docMk/>
          <pc:sldMk cId="2314789964" sldId="2146847009"/>
        </pc:sldMkLst>
        <pc:spChg chg="mod">
          <ac:chgData name="Aaron Fung" userId="09a62e1b-a908-44c2-a78c-4509d99436bb" providerId="ADAL" clId="{6AB3465E-B04F-47DB-B023-C89616D89A3E}" dt="2025-07-09T06:44:09.772" v="2399"/>
          <ac:spMkLst>
            <pc:docMk/>
            <pc:sldMk cId="2314789964" sldId="2146847009"/>
            <ac:spMk id="3" creationId="{01EAF24D-E787-300F-EC92-4E1B947CD861}"/>
          </ac:spMkLst>
        </pc:spChg>
        <pc:spChg chg="add mod">
          <ac:chgData name="Aaron Fung" userId="09a62e1b-a908-44c2-a78c-4509d99436bb" providerId="ADAL" clId="{6AB3465E-B04F-47DB-B023-C89616D89A3E}" dt="2025-07-09T06:47:32.583" v="2406" actId="1076"/>
          <ac:spMkLst>
            <pc:docMk/>
            <pc:sldMk cId="2314789964" sldId="2146847009"/>
            <ac:spMk id="4" creationId="{71778522-6200-4337-C7D8-9B6F42787B39}"/>
          </ac:spMkLst>
        </pc:spChg>
        <pc:spChg chg="add mod">
          <ac:chgData name="Aaron Fung" userId="09a62e1b-a908-44c2-a78c-4509d99436bb" providerId="ADAL" clId="{6AB3465E-B04F-47DB-B023-C89616D89A3E}" dt="2025-07-09T06:52:55.590" v="2488" actId="1076"/>
          <ac:spMkLst>
            <pc:docMk/>
            <pc:sldMk cId="2314789964" sldId="2146847009"/>
            <ac:spMk id="6" creationId="{6876E39E-B1A6-AD52-83E7-F34DDFB0DDBA}"/>
          </ac:spMkLst>
        </pc:spChg>
        <pc:spChg chg="add mod">
          <ac:chgData name="Aaron Fung" userId="09a62e1b-a908-44c2-a78c-4509d99436bb" providerId="ADAL" clId="{6AB3465E-B04F-47DB-B023-C89616D89A3E}" dt="2025-07-09T06:53:05.085" v="2491" actId="208"/>
          <ac:spMkLst>
            <pc:docMk/>
            <pc:sldMk cId="2314789964" sldId="2146847009"/>
            <ac:spMk id="7" creationId="{B728593D-B0F9-8CF6-9649-E0670DDBE7E8}"/>
          </ac:spMkLst>
        </pc:spChg>
        <pc:spChg chg="add mod">
          <ac:chgData name="Aaron Fung" userId="09a62e1b-a908-44c2-a78c-4509d99436bb" providerId="ADAL" clId="{6AB3465E-B04F-47DB-B023-C89616D89A3E}" dt="2025-07-09T06:51:57.028" v="2463" actId="1076"/>
          <ac:spMkLst>
            <pc:docMk/>
            <pc:sldMk cId="2314789964" sldId="2146847009"/>
            <ac:spMk id="10" creationId="{8260CCAA-FE7A-D839-1317-279838C6B804}"/>
          </ac:spMkLst>
        </pc:spChg>
        <pc:spChg chg="add mod">
          <ac:chgData name="Aaron Fung" userId="09a62e1b-a908-44c2-a78c-4509d99436bb" providerId="ADAL" clId="{6AB3465E-B04F-47DB-B023-C89616D89A3E}" dt="2025-07-09T06:52:17.419" v="2472" actId="14100"/>
          <ac:spMkLst>
            <pc:docMk/>
            <pc:sldMk cId="2314789964" sldId="2146847009"/>
            <ac:spMk id="13" creationId="{FC689F34-E051-1547-B138-60D84A2A74CA}"/>
          </ac:spMkLst>
        </pc:spChg>
        <pc:spChg chg="add mod">
          <ac:chgData name="Aaron Fung" userId="09a62e1b-a908-44c2-a78c-4509d99436bb" providerId="ADAL" clId="{6AB3465E-B04F-47DB-B023-C89616D89A3E}" dt="2025-07-09T06:52:33.654" v="2481" actId="1076"/>
          <ac:spMkLst>
            <pc:docMk/>
            <pc:sldMk cId="2314789964" sldId="2146847009"/>
            <ac:spMk id="16" creationId="{5C0E5D04-DC02-A659-C459-179475AFFEE9}"/>
          </ac:spMkLst>
        </pc:spChg>
        <pc:spChg chg="add mod">
          <ac:chgData name="Aaron Fung" userId="09a62e1b-a908-44c2-a78c-4509d99436bb" providerId="ADAL" clId="{6AB3465E-B04F-47DB-B023-C89616D89A3E}" dt="2025-07-09T06:52:39.181" v="2483" actId="14100"/>
          <ac:spMkLst>
            <pc:docMk/>
            <pc:sldMk cId="2314789964" sldId="2146847009"/>
            <ac:spMk id="18" creationId="{C1551885-6EBB-28AC-CB85-158ABEEFDB15}"/>
          </ac:spMkLst>
        </pc:spChg>
        <pc:picChg chg="add mod">
          <ac:chgData name="Aaron Fung" userId="09a62e1b-a908-44c2-a78c-4509d99436bb" providerId="ADAL" clId="{6AB3465E-B04F-47DB-B023-C89616D89A3E}" dt="2025-07-09T06:52:51.481" v="2487" actId="14100"/>
          <ac:picMkLst>
            <pc:docMk/>
            <pc:sldMk cId="2314789964" sldId="2146847009"/>
            <ac:picMk id="5" creationId="{8D5E763B-D908-6488-F428-6E304FEA2A8E}"/>
          </ac:picMkLst>
        </pc:picChg>
        <pc:picChg chg="add mod">
          <ac:chgData name="Aaron Fung" userId="09a62e1b-a908-44c2-a78c-4509d99436bb" providerId="ADAL" clId="{6AB3465E-B04F-47DB-B023-C89616D89A3E}" dt="2025-07-09T06:52:13.388" v="2470" actId="1076"/>
          <ac:picMkLst>
            <pc:docMk/>
            <pc:sldMk cId="2314789964" sldId="2146847009"/>
            <ac:picMk id="12" creationId="{584AD9FE-8D0A-C61E-A2FB-1CA9789BE5A4}"/>
          </ac:picMkLst>
        </pc:picChg>
        <pc:picChg chg="add mod">
          <ac:chgData name="Aaron Fung" userId="09a62e1b-a908-44c2-a78c-4509d99436bb" providerId="ADAL" clId="{6AB3465E-B04F-47DB-B023-C89616D89A3E}" dt="2025-07-09T06:52:30.778" v="2479" actId="1076"/>
          <ac:picMkLst>
            <pc:docMk/>
            <pc:sldMk cId="2314789964" sldId="2146847009"/>
            <ac:picMk id="15" creationId="{3BB7AD3E-B0AF-2D8B-4812-714BF9889642}"/>
          </ac:picMkLst>
        </pc:picChg>
      </pc:sldChg>
      <pc:sldChg chg="addSp delSp modSp add mod setBg">
        <pc:chgData name="Aaron Fung" userId="09a62e1b-a908-44c2-a78c-4509d99436bb" providerId="ADAL" clId="{6AB3465E-B04F-47DB-B023-C89616D89A3E}" dt="2025-07-11T06:31:18.973" v="4825"/>
        <pc:sldMkLst>
          <pc:docMk/>
          <pc:sldMk cId="292610160" sldId="2146847010"/>
        </pc:sldMkLst>
      </pc:sldChg>
      <pc:sldChg chg="modSp add del mod">
        <pc:chgData name="Aaron Fung" userId="09a62e1b-a908-44c2-a78c-4509d99436bb" providerId="ADAL" clId="{6AB3465E-B04F-47DB-B023-C89616D89A3E}" dt="2025-07-08T01:49:20.002" v="2133" actId="47"/>
        <pc:sldMkLst>
          <pc:docMk/>
          <pc:sldMk cId="336326072" sldId="2146847011"/>
        </pc:sldMkLst>
      </pc:sldChg>
      <pc:sldChg chg="addSp delSp modSp add mod setBg addAnim delAnim modAnim">
        <pc:chgData name="Aaron Fung" userId="09a62e1b-a908-44c2-a78c-4509d99436bb" providerId="ADAL" clId="{6AB3465E-B04F-47DB-B023-C89616D89A3E}" dt="2025-07-11T06:31:18.973" v="4825"/>
        <pc:sldMkLst>
          <pc:docMk/>
          <pc:sldMk cId="2219797258" sldId="2146847011"/>
        </pc:sldMkLst>
      </pc:sldChg>
      <pc:sldChg chg="delSp modSp add del mod">
        <pc:chgData name="Aaron Fung" userId="09a62e1b-a908-44c2-a78c-4509d99436bb" providerId="ADAL" clId="{6AB3465E-B04F-47DB-B023-C89616D89A3E}" dt="2025-07-09T07:36:02.045" v="2715" actId="47"/>
        <pc:sldMkLst>
          <pc:docMk/>
          <pc:sldMk cId="3669745400" sldId="2146847012"/>
        </pc:sldMkLst>
      </pc:sldChg>
      <pc:sldChg chg="addSp delSp modSp add mod setBg modAnim">
        <pc:chgData name="Aaron Fung" userId="09a62e1b-a908-44c2-a78c-4509d99436bb" providerId="ADAL" clId="{6AB3465E-B04F-47DB-B023-C89616D89A3E}" dt="2025-07-14T09:05:13.539" v="4948" actId="403"/>
        <pc:sldMkLst>
          <pc:docMk/>
          <pc:sldMk cId="4204802375" sldId="2146847013"/>
        </pc:sldMkLst>
      </pc:sldChg>
      <pc:sldChg chg="addSp delSp modSp add mod ord setBg delAnim modAnim">
        <pc:chgData name="Aaron Fung" userId="09a62e1b-a908-44c2-a78c-4509d99436bb" providerId="ADAL" clId="{6AB3465E-B04F-47DB-B023-C89616D89A3E}" dt="2025-07-11T06:31:18.973" v="4825"/>
        <pc:sldMkLst>
          <pc:docMk/>
          <pc:sldMk cId="3555232919" sldId="2146847014"/>
        </pc:sldMkLst>
      </pc:sldChg>
      <pc:sldChg chg="addSp delSp modSp add del mod">
        <pc:chgData name="Aaron Fung" userId="09a62e1b-a908-44c2-a78c-4509d99436bb" providerId="ADAL" clId="{6AB3465E-B04F-47DB-B023-C89616D89A3E}" dt="2025-07-10T01:42:09.868" v="3197" actId="47"/>
        <pc:sldMkLst>
          <pc:docMk/>
          <pc:sldMk cId="1978621993" sldId="2146847015"/>
        </pc:sldMkLst>
      </pc:sldChg>
      <pc:sldChg chg="addSp delSp modSp add del mod setBg delAnim modAnim">
        <pc:chgData name="Aaron Fung" userId="09a62e1b-a908-44c2-a78c-4509d99436bb" providerId="ADAL" clId="{6AB3465E-B04F-47DB-B023-C89616D89A3E}" dt="2025-08-08T03:53:41.457" v="4961" actId="47"/>
        <pc:sldMkLst>
          <pc:docMk/>
          <pc:sldMk cId="3342004344" sldId="2146847015"/>
        </pc:sldMkLst>
      </pc:sldChg>
      <pc:sldChg chg="addSp delSp new del mod">
        <pc:chgData name="Aaron Fung" userId="09a62e1b-a908-44c2-a78c-4509d99436bb" providerId="ADAL" clId="{6AB3465E-B04F-47DB-B023-C89616D89A3E}" dt="2025-07-09T07:22:54.277" v="2560" actId="47"/>
        <pc:sldMkLst>
          <pc:docMk/>
          <pc:sldMk cId="3469959042" sldId="2146847015"/>
        </pc:sldMkLst>
      </pc:sldChg>
      <pc:sldChg chg="addSp delSp modSp add del mod setBg">
        <pc:chgData name="Aaron Fung" userId="09a62e1b-a908-44c2-a78c-4509d99436bb" providerId="ADAL" clId="{6AB3465E-B04F-47DB-B023-C89616D89A3E}" dt="2025-07-25T03:15:14.777" v="4959" actId="47"/>
        <pc:sldMkLst>
          <pc:docMk/>
          <pc:sldMk cId="807872826" sldId="2146847016"/>
        </pc:sldMkLst>
      </pc:sldChg>
      <pc:sldChg chg="addSp delSp modSp add del mod setBg">
        <pc:chgData name="Aaron Fung" userId="09a62e1b-a908-44c2-a78c-4509d99436bb" providerId="ADAL" clId="{6AB3465E-B04F-47DB-B023-C89616D89A3E}" dt="2025-07-10T07:00:28.644" v="3747" actId="47"/>
        <pc:sldMkLst>
          <pc:docMk/>
          <pc:sldMk cId="3362470291" sldId="2146847016"/>
        </pc:sldMkLst>
      </pc:sldChg>
      <pc:sldChg chg="add del">
        <pc:chgData name="Aaron Fung" userId="09a62e1b-a908-44c2-a78c-4509d99436bb" providerId="ADAL" clId="{6AB3465E-B04F-47DB-B023-C89616D89A3E}" dt="2025-07-10T06:59:48.273" v="3741"/>
        <pc:sldMkLst>
          <pc:docMk/>
          <pc:sldMk cId="1540443913" sldId="2146847017"/>
        </pc:sldMkLst>
      </pc:sldChg>
      <pc:sldChg chg="add setBg">
        <pc:chgData name="Aaron Fung" userId="09a62e1b-a908-44c2-a78c-4509d99436bb" providerId="ADAL" clId="{6AB3465E-B04F-47DB-B023-C89616D89A3E}" dt="2025-07-25T03:15:16.448" v="4960"/>
        <pc:sldMkLst>
          <pc:docMk/>
          <pc:sldMk cId="807872826" sldId="2146847086"/>
        </pc:sldMkLst>
      </pc:sldChg>
      <pc:sldMasterChg chg="setBg delSldLayout modSldLayout">
        <pc:chgData name="Aaron Fung" userId="09a62e1b-a908-44c2-a78c-4509d99436bb" providerId="ADAL" clId="{6AB3465E-B04F-47DB-B023-C89616D89A3E}" dt="2025-07-11T06:31:18.973" v="4825"/>
        <pc:sldMasterMkLst>
          <pc:docMk/>
          <pc:sldMasterMk cId="3742257397" sldId="2147484344"/>
        </pc:sldMasterMkLst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3330802355" sldId="2147484345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465699263" sldId="2147484346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822096783" sldId="2147484347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910332387" sldId="2147484348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4013623303" sldId="2147484349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801556294" sldId="2147484350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036878910" sldId="2147484351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397911272" sldId="2147484352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621088275" sldId="2147484353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070130978" sldId="2147484354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480918042" sldId="2147484355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939791861" sldId="2147484356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3400004744" sldId="2147484357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767614421" sldId="2147484358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3785100502" sldId="2147484359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376744984" sldId="2147484360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527152349" sldId="2147484361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242289695" sldId="2147484362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3333693959" sldId="2147484363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529096199" sldId="2147484364"/>
          </pc:sldLayoutMkLst>
        </pc:sldLayoutChg>
        <pc:sldLayoutChg chg="del">
          <pc:chgData name="Aaron Fung" userId="09a62e1b-a908-44c2-a78c-4509d99436bb" providerId="ADAL" clId="{6AB3465E-B04F-47DB-B023-C89616D89A3E}" dt="2025-07-10T07:24:13.211" v="4019" actId="47"/>
          <pc:sldLayoutMkLst>
            <pc:docMk/>
            <pc:sldMasterMk cId="3742257397" sldId="2147484344"/>
            <pc:sldLayoutMk cId="1286436288" sldId="214748436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63D315-076B-4472-B8C6-FF2E14E63F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456371-5505-483E-9029-F438B26EBB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fld id="{1DB7488D-F069-4FB3-9B54-C4864CDE8A4E}" type="datetimeFigureOut">
              <a:rPr lang="en-US" altLang="en-US"/>
              <a:pPr>
                <a:defRPr/>
              </a:pPr>
              <a:t>10/21/2025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62012-5E1B-40C0-85F4-1D7041BAE3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0F6CE-EC74-4D7D-8B55-3D8CC0C83A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F9EA97-885E-4E63-83DC-0B470CB470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A1182A3-EE1B-49C1-9482-5B8D40FE88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B42D8B6-FBF5-454F-9A3F-19E2A369E62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C741888-9B4D-4205-8ED0-A9A90845691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3" y="739775"/>
            <a:ext cx="6573837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B8EE8030-E4BD-458D-874A-AD0FE0DFAF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96979D41-1220-407D-89C0-42B8F0F157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D501D379-05B1-4D2C-A6D3-818F65A7E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3A382A-C681-4CA5-97EB-4E9B3DFCCF8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79467" y="377225"/>
            <a:ext cx="6640738" cy="860929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79467" y="1238153"/>
            <a:ext cx="6640738" cy="14605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900617" y="-14569"/>
            <a:ext cx="3259383" cy="572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278696" y="3657589"/>
            <a:ext cx="3201459" cy="80080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80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99458" y="1097306"/>
            <a:ext cx="9761084" cy="3680713"/>
          </a:xfrm>
        </p:spPr>
        <p:txBody>
          <a:bodyPr/>
          <a:lstStyle>
            <a:lvl1pPr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180000">
              <a:buFont typeface="Wingdings" pitchFamily="2" charset="2"/>
              <a:buChar char="l"/>
              <a:defRPr sz="12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91709" y="407295"/>
            <a:ext cx="2079624" cy="36577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4704"/>
            <a:ext cx="1280271" cy="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30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FDAFB4BE-E188-4E54-BF33-AA6E4929555A}"/>
              </a:ext>
            </a:extLst>
          </p:cNvPr>
          <p:cNvSpPr txBox="1">
            <a:spLocks/>
          </p:cNvSpPr>
          <p:nvPr userDrawn="1"/>
        </p:nvSpPr>
        <p:spPr>
          <a:xfrm>
            <a:off x="119449" y="5337776"/>
            <a:ext cx="880098" cy="3051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8000" y="228866"/>
            <a:ext cx="9144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333501"/>
            <a:ext cx="91440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  <a:p>
            <a:pPr lvl="2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2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225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5" r:id="rId1"/>
    <p:sldLayoutId id="2147484354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rgbClr val="F58220"/>
          </a:solidFill>
          <a:latin typeface="+mj-lt"/>
          <a:ea typeface="+mj-ea"/>
          <a:cs typeface="+mj-cs"/>
        </a:defRPr>
      </a:lvl1pPr>
    </p:titleStyle>
    <p:bodyStyle>
      <a:lvl1pPr marL="34290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lang="zh-CN" alt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jehl.sharepoint.com/sites/AsiaP12MfgAutomationLine/Lists/RedCard_All_Cases/AllItems.asp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jehl.sharepoint.com/sites/AsiaP12MfgAutomationLine/Lists/RedCard_All_Cases/AllItems.asp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jehl.sharepoint.com/sites/AsiaP12MfgAutomationLine/Lists/RedCard_All_Cases/AllItems.asp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jehl.sharepoint.com/sites/AsiaP12MfgAutomationLine/Lists/RedCard_All_Cases/AllItems.asp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307E-D3B1-E9A7-9FD5-8A4B3BD23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67" y="1012225"/>
            <a:ext cx="6640738" cy="1964057"/>
          </a:xfrm>
        </p:spPr>
        <p:txBody>
          <a:bodyPr/>
          <a:lstStyle/>
          <a:p>
            <a:r>
              <a:rPr lang="en-US" sz="3600" dirty="0">
                <a:latin typeface="Aptos Display" panose="020B0004020202020204" pitchFamily="34" charset="0"/>
              </a:rPr>
              <a:t>Red Card System: </a:t>
            </a:r>
            <a:br>
              <a:rPr lang="en-US" sz="3600" dirty="0">
                <a:latin typeface="Aptos Display" panose="020B0004020202020204" pitchFamily="34" charset="0"/>
              </a:rPr>
            </a:br>
            <a:r>
              <a:rPr lang="en-US" sz="3600" dirty="0">
                <a:latin typeface="Aptos Display" panose="020B0004020202020204" pitchFamily="34" charset="0"/>
              </a:rPr>
              <a:t>Guideline</a:t>
            </a:r>
            <a:br>
              <a:rPr lang="en-US" sz="3600" dirty="0">
                <a:latin typeface="Aptos Display" panose="020B0004020202020204" pitchFamily="34" charset="0"/>
              </a:rPr>
            </a:br>
            <a:r>
              <a:rPr lang="en-US" sz="3600" dirty="0">
                <a:latin typeface="Aptos Display" panose="020B0004020202020204" pitchFamily="34" charset="0"/>
              </a:rPr>
              <a:t>(Aaron)</a:t>
            </a:r>
          </a:p>
        </p:txBody>
      </p:sp>
    </p:spTree>
    <p:extLst>
      <p:ext uri="{BB962C8B-B14F-4D97-AF65-F5344CB8AC3E}">
        <p14:creationId xmlns:p14="http://schemas.microsoft.com/office/powerpoint/2010/main" val="3058607716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1FFD-C263-17C5-83FF-88D3C54CF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80AF7-5B0D-84E7-51ED-1E1C0959FFB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8" y="380402"/>
            <a:ext cx="6891679" cy="365777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What is the Red Card System?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99A4A8-806A-072F-5D7C-49FE39CEB565}"/>
              </a:ext>
            </a:extLst>
          </p:cNvPr>
          <p:cNvGraphicFramePr>
            <a:graphicFrameLocks noGrp="1"/>
          </p:cNvGraphicFramePr>
          <p:nvPr/>
        </p:nvGraphicFramePr>
        <p:xfrm>
          <a:off x="130000" y="939854"/>
          <a:ext cx="9899999" cy="162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2112">
                  <a:extLst>
                    <a:ext uri="{9D8B030D-6E8A-4147-A177-3AD203B41FA5}">
                      <a16:colId xmlns:a16="http://schemas.microsoft.com/office/drawing/2014/main" val="654290062"/>
                    </a:ext>
                  </a:extLst>
                </a:gridCol>
                <a:gridCol w="1317026">
                  <a:extLst>
                    <a:ext uri="{9D8B030D-6E8A-4147-A177-3AD203B41FA5}">
                      <a16:colId xmlns:a16="http://schemas.microsoft.com/office/drawing/2014/main" val="2263456722"/>
                    </a:ext>
                  </a:extLst>
                </a:gridCol>
                <a:gridCol w="2829170">
                  <a:extLst>
                    <a:ext uri="{9D8B030D-6E8A-4147-A177-3AD203B41FA5}">
                      <a16:colId xmlns:a16="http://schemas.microsoft.com/office/drawing/2014/main" val="492767656"/>
                    </a:ext>
                  </a:extLst>
                </a:gridCol>
                <a:gridCol w="2328984">
                  <a:extLst>
                    <a:ext uri="{9D8B030D-6E8A-4147-A177-3AD203B41FA5}">
                      <a16:colId xmlns:a16="http://schemas.microsoft.com/office/drawing/2014/main" val="3196151450"/>
                    </a:ext>
                  </a:extLst>
                </a:gridCol>
                <a:gridCol w="2972707">
                  <a:extLst>
                    <a:ext uri="{9D8B030D-6E8A-4147-A177-3AD203B41FA5}">
                      <a16:colId xmlns:a16="http://schemas.microsoft.com/office/drawing/2014/main" val="1860891915"/>
                    </a:ext>
                  </a:extLst>
                </a:gridCol>
              </a:tblGrid>
              <a:tr h="473376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200"/>
                        <a:t>Project Name</a:t>
                      </a:r>
                    </a:p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Result</a:t>
                      </a:r>
                      <a:endParaRPr lang="en-US" sz="1200"/>
                    </a:p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Methodology</a:t>
                      </a:r>
                      <a:endParaRPr lang="en-US" sz="1200"/>
                    </a:p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193618"/>
                  </a:ext>
                </a:extLst>
              </a:tr>
              <a:tr h="1146624"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900"/>
                        <a:t>Red Card System</a:t>
                      </a:r>
                    </a:p>
                    <a:p>
                      <a:pPr algn="ctr"/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900"/>
                        <a:t>- Transform manual defect tracking to digital system</a:t>
                      </a:r>
                    </a:p>
                    <a:p>
                      <a:pPr rtl="0"/>
                      <a:endParaRPr lang="en-US" sz="900"/>
                    </a:p>
                    <a:p>
                      <a:pPr rtl="0"/>
                      <a:r>
                        <a:rPr lang="en-US" sz="900"/>
                        <a:t>- Implement automated workflow notifications</a:t>
                      </a:r>
                    </a:p>
                    <a:p>
                      <a:pPr rtl="0"/>
                      <a:endParaRPr lang="en-US" sz="900"/>
                    </a:p>
                    <a:p>
                      <a:pPr rtl="0"/>
                      <a:r>
                        <a:rPr lang="en-US" sz="900"/>
                        <a:t>- Ensure data integrity and real-time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900" b="0"/>
                        <a:t>- Eliminated manual data entry errors</a:t>
                      </a:r>
                    </a:p>
                    <a:p>
                      <a:pPr rtl="0"/>
                      <a:endParaRPr lang="en-US" sz="900" b="0"/>
                    </a:p>
                    <a:p>
                      <a:pPr rtl="0"/>
                      <a:r>
                        <a:rPr lang="en-US" sz="900" b="0"/>
                        <a:t>- Real-time defect status tracking</a:t>
                      </a:r>
                    </a:p>
                    <a:p>
                      <a:pPr rtl="0"/>
                      <a:endParaRPr lang="en-US" sz="900" b="0"/>
                    </a:p>
                    <a:p>
                      <a:pPr rtl="0"/>
                      <a:r>
                        <a:rPr lang="en-US" sz="900" b="0"/>
                        <a:t>- Automated engineer notifications</a:t>
                      </a:r>
                    </a:p>
                    <a:p>
                      <a:pPr rtl="0"/>
                      <a:endParaRPr lang="en-US" sz="900" b="0"/>
                    </a:p>
                    <a:p>
                      <a:pPr rtl="0"/>
                      <a:r>
                        <a:rPr lang="en-US" sz="900" b="0"/>
                        <a:t>- Enhanced data security with audit trails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/>
                        <a:t>- Upload data to SharePoint via Power Apps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/>
                        <a:t>- Implement Power Automate alerts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9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/>
                        <a:t>- Two-stage process: Paper → Digital → Engineers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/>
                        <a:t>- Power BI replaces operator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332861"/>
                  </a:ext>
                </a:extLst>
              </a:tr>
            </a:tbl>
          </a:graphicData>
        </a:graphic>
      </p:graphicFrame>
      <p:grpSp>
        <p:nvGrpSpPr>
          <p:cNvPr id="64" name="Group 63">
            <a:extLst>
              <a:ext uri="{FF2B5EF4-FFF2-40B4-BE49-F238E27FC236}">
                <a16:creationId xmlns:a16="http://schemas.microsoft.com/office/drawing/2014/main" id="{15FC88F3-9D18-C11C-CA80-BD9BC70BCF26}"/>
              </a:ext>
            </a:extLst>
          </p:cNvPr>
          <p:cNvGrpSpPr/>
          <p:nvPr/>
        </p:nvGrpSpPr>
        <p:grpSpPr>
          <a:xfrm>
            <a:off x="-19424" y="2476324"/>
            <a:ext cx="10034494" cy="2925291"/>
            <a:chOff x="98307" y="2471278"/>
            <a:chExt cx="10061693" cy="314908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F54D54-0284-6C24-F6B2-B35F5381FE1A}"/>
                </a:ext>
              </a:extLst>
            </p:cNvPr>
            <p:cNvGrpSpPr/>
            <p:nvPr/>
          </p:nvGrpSpPr>
          <p:grpSpPr>
            <a:xfrm>
              <a:off x="6511153" y="2786658"/>
              <a:ext cx="1899558" cy="1190386"/>
              <a:chOff x="6383807" y="2436063"/>
              <a:chExt cx="1899558" cy="1190386"/>
            </a:xfrm>
          </p:grpSpPr>
          <p:pic>
            <p:nvPicPr>
              <p:cNvPr id="5" name="Picture 6" descr="Power Automate - Google Play 上的应用">
                <a:extLst>
                  <a:ext uri="{FF2B5EF4-FFF2-40B4-BE49-F238E27FC236}">
                    <a16:creationId xmlns:a16="http://schemas.microsoft.com/office/drawing/2014/main" id="{240E9980-5943-28A1-0A4A-467C08543E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37306" y="2436063"/>
                <a:ext cx="289211" cy="2892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3C6FB1-36D6-1A55-6B36-3B14ADDB4965}"/>
                  </a:ext>
                </a:extLst>
              </p:cNvPr>
              <p:cNvSpPr txBox="1"/>
              <p:nvPr/>
            </p:nvSpPr>
            <p:spPr>
              <a:xfrm>
                <a:off x="6884444" y="2699516"/>
                <a:ext cx="832597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Power Automate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9F8D348-025B-1310-E3C9-46BAA7AFAAAE}"/>
                  </a:ext>
                </a:extLst>
              </p:cNvPr>
              <p:cNvGrpSpPr/>
              <p:nvPr/>
            </p:nvGrpSpPr>
            <p:grpSpPr>
              <a:xfrm>
                <a:off x="6834545" y="2981931"/>
                <a:ext cx="897473" cy="449593"/>
                <a:chOff x="2438675" y="4345270"/>
                <a:chExt cx="1704918" cy="929260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0ED171A4-0E08-60ED-C8D6-43414D0C27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68237" y="4345270"/>
                  <a:ext cx="1652570" cy="929260"/>
                </a:xfrm>
                <a:prstGeom prst="rect">
                  <a:avLst/>
                </a:prstGeom>
              </p:spPr>
            </p:pic>
            <p:sp>
              <p:nvSpPr>
                <p:cNvPr id="12" name="Frame 11">
                  <a:extLst>
                    <a:ext uri="{FF2B5EF4-FFF2-40B4-BE49-F238E27FC236}">
                      <a16:creationId xmlns:a16="http://schemas.microsoft.com/office/drawing/2014/main" id="{27F706EF-30C0-65E2-4C98-6222A42DEC89}"/>
                    </a:ext>
                  </a:extLst>
                </p:cNvPr>
                <p:cNvSpPr/>
                <p:nvPr/>
              </p:nvSpPr>
              <p:spPr>
                <a:xfrm>
                  <a:off x="2438675" y="4345270"/>
                  <a:ext cx="1704918" cy="929260"/>
                </a:xfrm>
                <a:prstGeom prst="frame">
                  <a:avLst>
                    <a:gd name="adj1" fmla="val 0"/>
                  </a:avLst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5A7E27-1FCA-B5DC-0658-225686B83E99}"/>
                  </a:ext>
                </a:extLst>
              </p:cNvPr>
              <p:cNvSpPr txBox="1"/>
              <p:nvPr/>
            </p:nvSpPr>
            <p:spPr>
              <a:xfrm>
                <a:off x="6383807" y="3431524"/>
                <a:ext cx="1899558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000">
                    <a:latin typeface="+mj-lt"/>
                  </a:rPr>
                  <a:t>Automate email alerts with Power Automate.</a:t>
                </a:r>
              </a:p>
            </p:txBody>
          </p:sp>
        </p:grp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F6D9930C-5025-F3D4-C6C4-39C967BE3DE7}"/>
                </a:ext>
              </a:extLst>
            </p:cNvPr>
            <p:cNvSpPr/>
            <p:nvPr/>
          </p:nvSpPr>
          <p:spPr>
            <a:xfrm rot="5400000">
              <a:off x="4970409" y="4127822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66993198-5A56-5B12-54D8-EA46DA34DF9A}"/>
                </a:ext>
              </a:extLst>
            </p:cNvPr>
            <p:cNvSpPr/>
            <p:nvPr/>
          </p:nvSpPr>
          <p:spPr>
            <a:xfrm>
              <a:off x="6148949" y="5043051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39226AB-9FFC-853E-9455-896F5237D964}"/>
                </a:ext>
              </a:extLst>
            </p:cNvPr>
            <p:cNvGrpSpPr/>
            <p:nvPr/>
          </p:nvGrpSpPr>
          <p:grpSpPr>
            <a:xfrm>
              <a:off x="4739268" y="5011514"/>
              <a:ext cx="756454" cy="414462"/>
              <a:chOff x="5235107" y="2767734"/>
              <a:chExt cx="1086421" cy="626296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86D2E08-589F-B401-581B-D87ADF6B5F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6852" y="2781822"/>
                <a:ext cx="1074676" cy="612207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9" name="Frame 18">
                <a:extLst>
                  <a:ext uri="{FF2B5EF4-FFF2-40B4-BE49-F238E27FC236}">
                    <a16:creationId xmlns:a16="http://schemas.microsoft.com/office/drawing/2014/main" id="{360B8FB8-B620-92B9-5C8A-423D61FBACA3}"/>
                  </a:ext>
                </a:extLst>
              </p:cNvPr>
              <p:cNvSpPr/>
              <p:nvPr/>
            </p:nvSpPr>
            <p:spPr>
              <a:xfrm>
                <a:off x="5235107" y="2767734"/>
                <a:ext cx="1074676" cy="626296"/>
              </a:xfrm>
              <a:prstGeom prst="frame">
                <a:avLst>
                  <a:gd name="adj1" fmla="val 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D06F8E3-E16D-DA54-25E5-6C55FE227BA5}"/>
                </a:ext>
              </a:extLst>
            </p:cNvPr>
            <p:cNvGrpSpPr/>
            <p:nvPr/>
          </p:nvGrpSpPr>
          <p:grpSpPr>
            <a:xfrm>
              <a:off x="4489057" y="4502141"/>
              <a:ext cx="1608575" cy="466025"/>
              <a:chOff x="4989089" y="2508658"/>
              <a:chExt cx="1608575" cy="466025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80D77D-853D-9831-9BCB-DA3255EE0E89}"/>
                  </a:ext>
                </a:extLst>
              </p:cNvPr>
              <p:cNvSpPr txBox="1"/>
              <p:nvPr/>
            </p:nvSpPr>
            <p:spPr>
              <a:xfrm>
                <a:off x="4989089" y="2767441"/>
                <a:ext cx="784646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Power Apps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62EA8C-4C29-E11E-CA56-17B98FE8C0BC}"/>
                  </a:ext>
                </a:extLst>
              </p:cNvPr>
              <p:cNvSpPr txBox="1"/>
              <p:nvPr/>
            </p:nvSpPr>
            <p:spPr>
              <a:xfrm>
                <a:off x="5813018" y="2779758"/>
                <a:ext cx="784646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SharePoint</a:t>
                </a:r>
              </a:p>
            </p:txBody>
          </p:sp>
          <p:pic>
            <p:nvPicPr>
              <p:cNvPr id="25" name="Picture 2" descr="Power Apps - Google Play 應用程式">
                <a:extLst>
                  <a:ext uri="{FF2B5EF4-FFF2-40B4-BE49-F238E27FC236}">
                    <a16:creationId xmlns:a16="http://schemas.microsoft.com/office/drawing/2014/main" id="{1B231916-6672-64B3-DFFE-AE4320A12E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81818" y="2508658"/>
                <a:ext cx="278316" cy="2783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4" descr="Microsoft SharePoint - Apps on Google Play">
                <a:extLst>
                  <a:ext uri="{FF2B5EF4-FFF2-40B4-BE49-F238E27FC236}">
                    <a16:creationId xmlns:a16="http://schemas.microsoft.com/office/drawing/2014/main" id="{2365BCB3-52F8-6F3C-88C4-035C19AC80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66464" y="2517979"/>
                <a:ext cx="278316" cy="2783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F8F85F-B37C-ADCB-E682-5BA1CCE7EDB2}"/>
                </a:ext>
              </a:extLst>
            </p:cNvPr>
            <p:cNvSpPr txBox="1"/>
            <p:nvPr/>
          </p:nvSpPr>
          <p:spPr>
            <a:xfrm>
              <a:off x="4157590" y="5425440"/>
              <a:ext cx="1623347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000">
                  <a:latin typeface="+mj-lt"/>
                </a:rPr>
                <a:t>Update forms by </a:t>
              </a:r>
              <a:r>
                <a:rPr lang="en-US" sz="1000">
                  <a:highlight>
                    <a:srgbClr val="FFFF00"/>
                  </a:highlight>
                  <a:latin typeface="+mj-lt"/>
                </a:rPr>
                <a:t>Engineers</a:t>
              </a:r>
              <a:r>
                <a:rPr lang="en-US" sz="1000">
                  <a:latin typeface="+mj-lt"/>
                </a:rPr>
                <a:t>.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583875D1-803C-5D48-265F-2017B1932C85}"/>
                </a:ext>
              </a:extLst>
            </p:cNvPr>
            <p:cNvSpPr/>
            <p:nvPr/>
          </p:nvSpPr>
          <p:spPr>
            <a:xfrm>
              <a:off x="1492378" y="3331817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214924D-0DDA-E9B8-1BE9-0C48670FC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70305" y="2810085"/>
              <a:ext cx="642020" cy="95006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FE7FA1-AF79-640F-4C00-BAB652DE6890}"/>
                </a:ext>
              </a:extLst>
            </p:cNvPr>
            <p:cNvSpPr txBox="1"/>
            <p:nvPr/>
          </p:nvSpPr>
          <p:spPr>
            <a:xfrm>
              <a:off x="1951048" y="3769959"/>
              <a:ext cx="2289910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Record defects on paper red cards by </a:t>
              </a:r>
              <a:r>
                <a:rPr lang="en-US" sz="1000">
                  <a:highlight>
                    <a:srgbClr val="FFFF00"/>
                  </a:highlight>
                  <a:latin typeface="+mj-lt"/>
                </a:rPr>
                <a:t>Operators</a:t>
              </a:r>
              <a:r>
                <a:rPr lang="en-US" sz="1000">
                  <a:latin typeface="+mj-lt"/>
                </a:rPr>
                <a:t>.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71DF134-3FCB-DB25-D504-7AA69D952FFB}"/>
                </a:ext>
              </a:extLst>
            </p:cNvPr>
            <p:cNvGrpSpPr/>
            <p:nvPr/>
          </p:nvGrpSpPr>
          <p:grpSpPr>
            <a:xfrm>
              <a:off x="8529019" y="2800189"/>
              <a:ext cx="1630981" cy="1175905"/>
              <a:chOff x="8464856" y="2446680"/>
              <a:chExt cx="1630981" cy="1175905"/>
            </a:xfrm>
          </p:grpSpPr>
          <p:pic>
            <p:nvPicPr>
              <p:cNvPr id="32" name="Picture 12">
                <a:extLst>
                  <a:ext uri="{FF2B5EF4-FFF2-40B4-BE49-F238E27FC236}">
                    <a16:creationId xmlns:a16="http://schemas.microsoft.com/office/drawing/2014/main" id="{41BF541E-16B2-AF4C-9EF9-23AC321EDC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5989" y="2446680"/>
                <a:ext cx="198677" cy="1986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0D979C3-E627-0E94-C10E-33E36AFF6AC2}"/>
                  </a:ext>
                </a:extLst>
              </p:cNvPr>
              <p:cNvSpPr txBox="1"/>
              <p:nvPr/>
            </p:nvSpPr>
            <p:spPr>
              <a:xfrm>
                <a:off x="8750839" y="2656096"/>
                <a:ext cx="965198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>
                    <a:latin typeface="+mj-lt"/>
                  </a:rPr>
                  <a:t>Power BI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5477034-16C2-3466-DF3D-BF75F8EEDBF6}"/>
                  </a:ext>
                </a:extLst>
              </p:cNvPr>
              <p:cNvSpPr txBox="1"/>
              <p:nvPr/>
            </p:nvSpPr>
            <p:spPr>
              <a:xfrm>
                <a:off x="8464856" y="3427660"/>
                <a:ext cx="1630981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000">
                    <a:latin typeface="+mj-lt"/>
                  </a:rPr>
                  <a:t>Visualize defect trends in Power BI.</a:t>
                </a:r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A2B0E1C2-A96A-6B12-9EB7-A842788620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40076" y="2961521"/>
                <a:ext cx="832466" cy="457844"/>
              </a:xfrm>
              <a:prstGeom prst="rect">
                <a:avLst/>
              </a:prstGeom>
            </p:spPr>
          </p:pic>
          <p:sp>
            <p:nvSpPr>
              <p:cNvPr id="38" name="Frame 37">
                <a:extLst>
                  <a:ext uri="{FF2B5EF4-FFF2-40B4-BE49-F238E27FC236}">
                    <a16:creationId xmlns:a16="http://schemas.microsoft.com/office/drawing/2014/main" id="{3A89C178-9B59-A004-83E9-2462BA1EC412}"/>
                  </a:ext>
                </a:extLst>
              </p:cNvPr>
              <p:cNvSpPr/>
              <p:nvPr/>
            </p:nvSpPr>
            <p:spPr>
              <a:xfrm>
                <a:off x="8830744" y="2954539"/>
                <a:ext cx="841798" cy="470430"/>
              </a:xfrm>
              <a:prstGeom prst="frame">
                <a:avLst>
                  <a:gd name="adj1" fmla="val 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231F966-0A6C-A5DB-D662-5E71EFB4DF46}"/>
                </a:ext>
              </a:extLst>
            </p:cNvPr>
            <p:cNvGrpSpPr/>
            <p:nvPr/>
          </p:nvGrpSpPr>
          <p:grpSpPr>
            <a:xfrm>
              <a:off x="4318274" y="2765520"/>
              <a:ext cx="1855461" cy="1211523"/>
              <a:chOff x="4683644" y="2350304"/>
              <a:chExt cx="1855461" cy="1211524"/>
            </a:xfrm>
          </p:grpSpPr>
          <p:pic>
            <p:nvPicPr>
              <p:cNvPr id="40" name="Picture 2" descr="Power Apps - Google Play 應用程式">
                <a:extLst>
                  <a:ext uri="{FF2B5EF4-FFF2-40B4-BE49-F238E27FC236}">
                    <a16:creationId xmlns:a16="http://schemas.microsoft.com/office/drawing/2014/main" id="{70230D74-545B-EC63-1604-CAED73C958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7514" y="2372284"/>
                <a:ext cx="278316" cy="2783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4" descr="Microsoft SharePoint - Apps on Google Play">
                <a:extLst>
                  <a:ext uri="{FF2B5EF4-FFF2-40B4-BE49-F238E27FC236}">
                    <a16:creationId xmlns:a16="http://schemas.microsoft.com/office/drawing/2014/main" id="{253BB3B5-DF78-23E1-DDC0-CB7F4D2611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12160" y="2350304"/>
                <a:ext cx="278316" cy="2783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ED42C66-BF54-8297-2085-6E247D52B7FD}"/>
                  </a:ext>
                </a:extLst>
              </p:cNvPr>
              <p:cNvSpPr txBox="1"/>
              <p:nvPr/>
            </p:nvSpPr>
            <p:spPr>
              <a:xfrm>
                <a:off x="4834785" y="2605864"/>
                <a:ext cx="784646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Power Apps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0298C1-204A-CF06-6477-4658AA9B8D7E}"/>
                  </a:ext>
                </a:extLst>
              </p:cNvPr>
              <p:cNvSpPr txBox="1"/>
              <p:nvPr/>
            </p:nvSpPr>
            <p:spPr>
              <a:xfrm>
                <a:off x="5658714" y="2618181"/>
                <a:ext cx="784646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SharePoint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3B8EC89-5EE1-A457-F9E4-48D5C146DDAA}"/>
                  </a:ext>
                </a:extLst>
              </p:cNvPr>
              <p:cNvSpPr txBox="1"/>
              <p:nvPr/>
            </p:nvSpPr>
            <p:spPr>
              <a:xfrm>
                <a:off x="4683644" y="3366903"/>
                <a:ext cx="1855461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Upload data to SharePoint via Power Apps.</a:t>
                </a:r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49467E06-1495-88C0-B07C-0433CD01A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14597" y="2945603"/>
                <a:ext cx="698422" cy="280964"/>
              </a:xfrm>
              <a:prstGeom prst="rect">
                <a:avLst/>
              </a:prstGeom>
            </p:spPr>
          </p:pic>
          <p:sp>
            <p:nvSpPr>
              <p:cNvPr id="46" name="Frame 45">
                <a:extLst>
                  <a:ext uri="{FF2B5EF4-FFF2-40B4-BE49-F238E27FC236}">
                    <a16:creationId xmlns:a16="http://schemas.microsoft.com/office/drawing/2014/main" id="{2E2C84FB-9E68-F45C-4414-2A481D70575C}"/>
                  </a:ext>
                </a:extLst>
              </p:cNvPr>
              <p:cNvSpPr/>
              <p:nvPr/>
            </p:nvSpPr>
            <p:spPr>
              <a:xfrm>
                <a:off x="5605945" y="2934864"/>
                <a:ext cx="707074" cy="312246"/>
              </a:xfrm>
              <a:prstGeom prst="frame">
                <a:avLst>
                  <a:gd name="adj1" fmla="val 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AFCE8CFF-7E29-F4AA-6DCB-4FB5B94F1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34785" y="2834032"/>
                <a:ext cx="680961" cy="486284"/>
              </a:xfrm>
              <a:prstGeom prst="rect">
                <a:avLst/>
              </a:prstGeom>
            </p:spPr>
          </p:pic>
          <p:sp>
            <p:nvSpPr>
              <p:cNvPr id="48" name="Frame 47">
                <a:extLst>
                  <a:ext uri="{FF2B5EF4-FFF2-40B4-BE49-F238E27FC236}">
                    <a16:creationId xmlns:a16="http://schemas.microsoft.com/office/drawing/2014/main" id="{87D560D6-E745-CBB5-FF44-6D0BAC4775C6}"/>
                  </a:ext>
                </a:extLst>
              </p:cNvPr>
              <p:cNvSpPr/>
              <p:nvPr/>
            </p:nvSpPr>
            <p:spPr>
              <a:xfrm>
                <a:off x="4829415" y="2846316"/>
                <a:ext cx="686468" cy="492361"/>
              </a:xfrm>
              <a:prstGeom prst="frame">
                <a:avLst>
                  <a:gd name="adj1" fmla="val 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CB9C9F-E7E6-1028-B89D-FFAD8515D428}"/>
                </a:ext>
              </a:extLst>
            </p:cNvPr>
            <p:cNvSpPr txBox="1"/>
            <p:nvPr/>
          </p:nvSpPr>
          <p:spPr>
            <a:xfrm>
              <a:off x="98307" y="3766115"/>
              <a:ext cx="1499244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Multiple defect incidents occurred.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06591374-0753-15A0-5C08-71570B4CF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1354" y="2957027"/>
              <a:ext cx="737317" cy="777180"/>
            </a:xfrm>
            <a:prstGeom prst="rect">
              <a:avLst/>
            </a:prstGeom>
          </p:spPr>
        </p:pic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AE1D4017-1F42-5BFB-4A06-BCA0066883D3}"/>
                </a:ext>
              </a:extLst>
            </p:cNvPr>
            <p:cNvSpPr/>
            <p:nvPr/>
          </p:nvSpPr>
          <p:spPr>
            <a:xfrm>
              <a:off x="3868893" y="3316169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0485526B-755F-67C8-28F4-473C2DB2E77B}"/>
                </a:ext>
              </a:extLst>
            </p:cNvPr>
            <p:cNvSpPr/>
            <p:nvPr/>
          </p:nvSpPr>
          <p:spPr>
            <a:xfrm>
              <a:off x="6154917" y="3342525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ED583299-6E53-4B0C-6385-73294573F8F8}"/>
                </a:ext>
              </a:extLst>
            </p:cNvPr>
            <p:cNvSpPr/>
            <p:nvPr/>
          </p:nvSpPr>
          <p:spPr>
            <a:xfrm>
              <a:off x="8276073" y="3342525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E5F84BB8-1F59-0655-A637-6972C5A63134}"/>
                </a:ext>
              </a:extLst>
            </p:cNvPr>
            <p:cNvSpPr/>
            <p:nvPr/>
          </p:nvSpPr>
          <p:spPr>
            <a:xfrm rot="18439694">
              <a:off x="8067783" y="4323881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92B9063-6CBE-5435-5ACD-48A64ACA2C59}"/>
                </a:ext>
              </a:extLst>
            </p:cNvPr>
            <p:cNvGrpSpPr/>
            <p:nvPr/>
          </p:nvGrpSpPr>
          <p:grpSpPr>
            <a:xfrm>
              <a:off x="6512672" y="4491246"/>
              <a:ext cx="1899558" cy="1114350"/>
              <a:chOff x="6385326" y="4140652"/>
              <a:chExt cx="1899558" cy="1114351"/>
            </a:xfrm>
          </p:grpSpPr>
          <p:pic>
            <p:nvPicPr>
              <p:cNvPr id="56" name="Picture 6" descr="Power Automate - Google Play 上的应用">
                <a:extLst>
                  <a:ext uri="{FF2B5EF4-FFF2-40B4-BE49-F238E27FC236}">
                    <a16:creationId xmlns:a16="http://schemas.microsoft.com/office/drawing/2014/main" id="{7B191708-F823-A402-8022-A4B6E192E6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7688" y="4140652"/>
                <a:ext cx="289211" cy="2892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F6CCA16-BF9F-9F8A-9578-01B08C1C030A}"/>
                  </a:ext>
                </a:extLst>
              </p:cNvPr>
              <p:cNvSpPr txBox="1"/>
              <p:nvPr/>
            </p:nvSpPr>
            <p:spPr>
              <a:xfrm>
                <a:off x="6867992" y="4406661"/>
                <a:ext cx="832597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Power Automate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0CB07A7-6DDC-F867-1A40-F40FCDA7EFA1}"/>
                  </a:ext>
                </a:extLst>
              </p:cNvPr>
              <p:cNvGrpSpPr/>
              <p:nvPr/>
            </p:nvGrpSpPr>
            <p:grpSpPr>
              <a:xfrm>
                <a:off x="6924701" y="4645616"/>
                <a:ext cx="817505" cy="414462"/>
                <a:chOff x="2607059" y="4417882"/>
                <a:chExt cx="1553004" cy="856648"/>
              </a:xfrm>
            </p:grpSpPr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E5F2C922-67CD-B63B-D40D-70469829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36624" y="4417882"/>
                  <a:ext cx="1523439" cy="856648"/>
                </a:xfrm>
                <a:prstGeom prst="rect">
                  <a:avLst/>
                </a:prstGeom>
              </p:spPr>
            </p:pic>
            <p:sp>
              <p:nvSpPr>
                <p:cNvPr id="61" name="Frame 60">
                  <a:extLst>
                    <a:ext uri="{FF2B5EF4-FFF2-40B4-BE49-F238E27FC236}">
                      <a16:creationId xmlns:a16="http://schemas.microsoft.com/office/drawing/2014/main" id="{29666B8C-F176-CF22-1222-715C766EFE84}"/>
                    </a:ext>
                  </a:extLst>
                </p:cNvPr>
                <p:cNvSpPr/>
                <p:nvPr/>
              </p:nvSpPr>
              <p:spPr>
                <a:xfrm>
                  <a:off x="2607059" y="4417882"/>
                  <a:ext cx="1482503" cy="856648"/>
                </a:xfrm>
                <a:prstGeom prst="frame">
                  <a:avLst>
                    <a:gd name="adj1" fmla="val 0"/>
                  </a:avLst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92A9A4C-6C3F-45D8-89EE-68F702C97BCD}"/>
                  </a:ext>
                </a:extLst>
              </p:cNvPr>
              <p:cNvSpPr txBox="1"/>
              <p:nvPr/>
            </p:nvSpPr>
            <p:spPr>
              <a:xfrm>
                <a:off x="6385326" y="5060078"/>
                <a:ext cx="1899558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000">
                    <a:latin typeface="+mj-lt"/>
                  </a:rPr>
                  <a:t>Automate email alerts with Power Automate.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996A0D-C640-EBA4-33F8-CC391EC0D8F1}"/>
                </a:ext>
              </a:extLst>
            </p:cNvPr>
            <p:cNvSpPr txBox="1"/>
            <p:nvPr/>
          </p:nvSpPr>
          <p:spPr>
            <a:xfrm>
              <a:off x="115835" y="2471278"/>
              <a:ext cx="18937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1️⃣ </a:t>
              </a:r>
              <a:r>
                <a:rPr lang="en-US">
                  <a:latin typeface="Aptos Display" panose="020B0004020202020204" pitchFamily="34" charset="0"/>
                </a:rPr>
                <a:t>Daily operation :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1DAE60C-B2F6-0B32-F482-E40834828E94}"/>
                </a:ext>
              </a:extLst>
            </p:cNvPr>
            <p:cNvSpPr txBox="1"/>
            <p:nvPr/>
          </p:nvSpPr>
          <p:spPr>
            <a:xfrm>
              <a:off x="127346" y="4153064"/>
              <a:ext cx="30241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2️⃣ </a:t>
              </a:r>
              <a:r>
                <a:rPr lang="en-US">
                  <a:latin typeface="Aptos Display" panose="020B0004020202020204" pitchFamily="34" charset="0"/>
                </a:rPr>
                <a:t>Engineers double checking 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787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78C4-79C1-8165-386C-A8D051EEB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D172-AAAD-1251-5E99-D23B11AB304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9" y="407295"/>
            <a:ext cx="3315758" cy="3657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ptos" panose="020B0004020202020204" pitchFamily="34" charset="0"/>
              </a:rPr>
              <a:t>Operators : Step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9C852-E17C-2357-8DD5-791476E30F34}"/>
              </a:ext>
            </a:extLst>
          </p:cNvPr>
          <p:cNvSpPr txBox="1"/>
          <p:nvPr/>
        </p:nvSpPr>
        <p:spPr>
          <a:xfrm>
            <a:off x="2431521" y="1845954"/>
            <a:ext cx="50780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 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D2582-B795-E6BB-6190-C3985BCB5175}"/>
              </a:ext>
            </a:extLst>
          </p:cNvPr>
          <p:cNvSpPr txBox="1"/>
          <p:nvPr/>
        </p:nvSpPr>
        <p:spPr>
          <a:xfrm>
            <a:off x="1473199" y="4712505"/>
            <a:ext cx="7432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HK P12 C&amp;S </a:t>
            </a:r>
            <a:r>
              <a:rPr lang="en-US" dirty="0" err="1"/>
              <a:t>Sharepoint</a:t>
            </a:r>
            <a:r>
              <a:rPr lang="en-US" dirty="0"/>
              <a:t> - Red Card System - All Items , click “Add new item”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039C5D-4388-5472-E372-534E5C1C6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978" y="1238088"/>
            <a:ext cx="7178243" cy="3238823"/>
          </a:xfrm>
          <a:prstGeom prst="rect">
            <a:avLst/>
          </a:prstGeom>
        </p:spPr>
      </p:pic>
      <p:sp>
        <p:nvSpPr>
          <p:cNvPr id="8" name="Frame 7">
            <a:extLst>
              <a:ext uri="{FF2B5EF4-FFF2-40B4-BE49-F238E27FC236}">
                <a16:creationId xmlns:a16="http://schemas.microsoft.com/office/drawing/2014/main" id="{8EA88438-4336-675F-8DB3-9F2E4F9EF9DD}"/>
              </a:ext>
            </a:extLst>
          </p:cNvPr>
          <p:cNvSpPr/>
          <p:nvPr/>
        </p:nvSpPr>
        <p:spPr>
          <a:xfrm>
            <a:off x="2236472" y="1461903"/>
            <a:ext cx="440688" cy="148457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26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5BDBB-9304-603B-D7CF-FEDA1F86C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73ED9-DF15-A924-E67A-9ED05A08194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9" y="407295"/>
            <a:ext cx="4839758" cy="3657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ptos" panose="020B0004020202020204" pitchFamily="34" charset="0"/>
              </a:rPr>
              <a:t>Operators : Step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2BF602-6540-710B-AFEA-6FEAEF545356}"/>
              </a:ext>
            </a:extLst>
          </p:cNvPr>
          <p:cNvSpPr txBox="1"/>
          <p:nvPr/>
        </p:nvSpPr>
        <p:spPr>
          <a:xfrm>
            <a:off x="1473199" y="4712505"/>
            <a:ext cx="7432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Enter data. ( if there is any blank columns, please record in remark with today date, number of red cards, and problems.)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E5178C-7BC4-8974-931D-4F22B743B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020" y="1472989"/>
            <a:ext cx="4540235" cy="77161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3B38121A-457A-6C85-4E7F-AD9B50D27E53}"/>
              </a:ext>
            </a:extLst>
          </p:cNvPr>
          <p:cNvSpPr/>
          <p:nvPr/>
        </p:nvSpPr>
        <p:spPr>
          <a:xfrm rot="5400000">
            <a:off x="7310054" y="2537180"/>
            <a:ext cx="448166" cy="277991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4034B6-FFAA-998E-4875-F12A59750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46" y="1191584"/>
            <a:ext cx="4321534" cy="33318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599B6D-303D-41A7-9BD1-B814C23B9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020" y="3334436"/>
            <a:ext cx="4540235" cy="8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5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1091-5078-31C6-7EBF-4DAECAC2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29EEB-D11B-B383-1BC9-565F1A0CDA7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8" y="407295"/>
            <a:ext cx="4882091" cy="3657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ptos" panose="020B0004020202020204" pitchFamily="34" charset="0"/>
              </a:rPr>
              <a:t>Operators : Step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7A37FA-2139-8099-D79C-41C82A18D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390" y="1249022"/>
            <a:ext cx="1807724" cy="26750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93750E-55AB-274A-D289-A9ADB9BE07FB}"/>
              </a:ext>
            </a:extLst>
          </p:cNvPr>
          <p:cNvSpPr txBox="1"/>
          <p:nvPr/>
        </p:nvSpPr>
        <p:spPr>
          <a:xfrm>
            <a:off x="8358149" y="1223593"/>
            <a:ext cx="6256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1114</a:t>
            </a: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0BF6A132-F809-F907-61CB-885FFD0A1850}"/>
              </a:ext>
            </a:extLst>
          </p:cNvPr>
          <p:cNvSpPr/>
          <p:nvPr/>
        </p:nvSpPr>
        <p:spPr>
          <a:xfrm>
            <a:off x="8430298" y="1258466"/>
            <a:ext cx="315816" cy="246221"/>
          </a:xfrm>
          <a:prstGeom prst="frame">
            <a:avLst>
              <a:gd name="adj1" fmla="val 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50EF0-23A8-3BE1-4B97-A0DFE7791F6E}"/>
              </a:ext>
            </a:extLst>
          </p:cNvPr>
          <p:cNvSpPr txBox="1"/>
          <p:nvPr/>
        </p:nvSpPr>
        <p:spPr>
          <a:xfrm>
            <a:off x="998151" y="4400059"/>
            <a:ext cx="79856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new data row is now created. Record the ID of the data on Red Card on the top right corner.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1BBA7F-3120-A9A3-0CCF-27BB8DC69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23" y="2541017"/>
            <a:ext cx="4658375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9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F90B-D55A-2468-054B-A01C92A7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667D7-95D3-C181-4AE8-62194E9C58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9" y="407295"/>
            <a:ext cx="3315758" cy="3657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ptos" panose="020B0004020202020204" pitchFamily="34" charset="0"/>
              </a:rPr>
              <a:t>Engineers : Step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69B17-CBE7-5E3A-5F5D-424663B05C32}"/>
              </a:ext>
            </a:extLst>
          </p:cNvPr>
          <p:cNvSpPr txBox="1"/>
          <p:nvPr/>
        </p:nvSpPr>
        <p:spPr>
          <a:xfrm>
            <a:off x="2431521" y="1845954"/>
            <a:ext cx="50780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 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37EAC-3BC4-A8F7-A900-624CBE7421E3}"/>
              </a:ext>
            </a:extLst>
          </p:cNvPr>
          <p:cNvSpPr txBox="1"/>
          <p:nvPr/>
        </p:nvSpPr>
        <p:spPr>
          <a:xfrm>
            <a:off x="717428" y="4750599"/>
            <a:ext cx="7496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engineers receive an email of a new red card, click “Click here” to the following item properties of following data.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FBF5A1C-0B47-E48A-D36B-6D1A21AAE2CF}"/>
              </a:ext>
            </a:extLst>
          </p:cNvPr>
          <p:cNvGrpSpPr/>
          <p:nvPr/>
        </p:nvGrpSpPr>
        <p:grpSpPr>
          <a:xfrm>
            <a:off x="237636" y="1613213"/>
            <a:ext cx="3919645" cy="2798832"/>
            <a:chOff x="2237936" y="1242159"/>
            <a:chExt cx="5099265" cy="323068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14FE080-30E7-F8EA-DF21-7386AD922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37936" y="1242159"/>
              <a:ext cx="5099265" cy="3230682"/>
            </a:xfrm>
            <a:prstGeom prst="rect">
              <a:avLst/>
            </a:prstGeom>
          </p:spPr>
        </p:pic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E78A5B62-BB64-1812-7370-9F3DF63514A9}"/>
                </a:ext>
              </a:extLst>
            </p:cNvPr>
            <p:cNvSpPr/>
            <p:nvPr/>
          </p:nvSpPr>
          <p:spPr>
            <a:xfrm>
              <a:off x="2237936" y="1302638"/>
              <a:ext cx="5078024" cy="303652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224A0EC-7F59-DA40-2A37-3870EF2A0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533" y="704576"/>
            <a:ext cx="5139899" cy="19220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28B517-0028-509C-1F43-3668A45EF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721" y="2789521"/>
            <a:ext cx="2900892" cy="190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4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D301E-53BD-74A9-06F0-BF9FD666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BCDA3-BE11-A6DD-834F-4A097271CC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9" y="407295"/>
            <a:ext cx="3315758" cy="3657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ptos" panose="020B0004020202020204" pitchFamily="34" charset="0"/>
              </a:rPr>
              <a:t>Engineers : Step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D0C4E-B329-C06D-B3BA-6143D643A31C}"/>
              </a:ext>
            </a:extLst>
          </p:cNvPr>
          <p:cNvSpPr txBox="1"/>
          <p:nvPr/>
        </p:nvSpPr>
        <p:spPr>
          <a:xfrm>
            <a:off x="3101831" y="1637231"/>
            <a:ext cx="50780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 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89455-C1F9-57D2-05D8-FE6B1C41C89C}"/>
              </a:ext>
            </a:extLst>
          </p:cNvPr>
          <p:cNvSpPr txBox="1"/>
          <p:nvPr/>
        </p:nvSpPr>
        <p:spPr>
          <a:xfrm>
            <a:off x="1161165" y="4694232"/>
            <a:ext cx="8111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“Edit all” for additional information after evaluating the incident. It is suggested to record</a:t>
            </a:r>
            <a:br>
              <a:rPr lang="en-US" dirty="0"/>
            </a:br>
            <a:r>
              <a:rPr lang="en-US" dirty="0"/>
              <a:t>on remark if there is any problems.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BEFF0C-DDC4-6899-878C-4DA83C6DEBCD}"/>
              </a:ext>
            </a:extLst>
          </p:cNvPr>
          <p:cNvGrpSpPr/>
          <p:nvPr/>
        </p:nvGrpSpPr>
        <p:grpSpPr>
          <a:xfrm>
            <a:off x="446024" y="934188"/>
            <a:ext cx="4646378" cy="3598928"/>
            <a:chOff x="446024" y="934188"/>
            <a:chExt cx="4646378" cy="359892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A53B8EA-31C8-22D5-89C5-F69D8E18D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024" y="934188"/>
              <a:ext cx="4646378" cy="3598928"/>
            </a:xfrm>
            <a:prstGeom prst="rect">
              <a:avLst/>
            </a:prstGeom>
          </p:spPr>
        </p:pic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262F2363-9E2F-4B60-64FE-5EC246432D43}"/>
                </a:ext>
              </a:extLst>
            </p:cNvPr>
            <p:cNvSpPr/>
            <p:nvPr/>
          </p:nvSpPr>
          <p:spPr>
            <a:xfrm>
              <a:off x="534800" y="934188"/>
              <a:ext cx="355105" cy="195705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EB9B8C2-E928-4E60-D709-33F048843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203" y="1241706"/>
            <a:ext cx="4430011" cy="2983892"/>
          </a:xfrm>
          <a:prstGeom prst="rect">
            <a:avLst/>
          </a:prstGeom>
        </p:spPr>
      </p:pic>
      <p:sp>
        <p:nvSpPr>
          <p:cNvPr id="11" name="Frame 10">
            <a:extLst>
              <a:ext uri="{FF2B5EF4-FFF2-40B4-BE49-F238E27FC236}">
                <a16:creationId xmlns:a16="http://schemas.microsoft.com/office/drawing/2014/main" id="{9AAD2DAF-6842-08D8-60B7-0EBD33874157}"/>
              </a:ext>
            </a:extLst>
          </p:cNvPr>
          <p:cNvSpPr/>
          <p:nvPr/>
        </p:nvSpPr>
        <p:spPr>
          <a:xfrm>
            <a:off x="5640844" y="2699012"/>
            <a:ext cx="4073132" cy="1136141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86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1D89-3AFC-8601-3320-0FCF398C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CF04A-DB17-A877-3AE4-D2285255BF2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9" y="407295"/>
            <a:ext cx="3315758" cy="3657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ptos" panose="020B0004020202020204" pitchFamily="34" charset="0"/>
              </a:rPr>
              <a:t>Engineers : Step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A7051-96FA-FB76-3542-72A3D05AE326}"/>
              </a:ext>
            </a:extLst>
          </p:cNvPr>
          <p:cNvSpPr txBox="1"/>
          <p:nvPr/>
        </p:nvSpPr>
        <p:spPr>
          <a:xfrm>
            <a:off x="3101831" y="1637231"/>
            <a:ext cx="50780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 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40B0E-2919-4051-D134-B1CD640B6407}"/>
              </a:ext>
            </a:extLst>
          </p:cNvPr>
          <p:cNvSpPr txBox="1"/>
          <p:nvPr/>
        </p:nvSpPr>
        <p:spPr>
          <a:xfrm>
            <a:off x="1585310" y="4694232"/>
            <a:ext cx="8111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“Sign-off status” to “Complete</a:t>
            </a:r>
            <a:r>
              <a:rPr lang="en-US"/>
              <a:t>” and click </a:t>
            </a:r>
            <a:r>
              <a:rPr lang="en-US" dirty="0"/>
              <a:t>“Save”. Done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5C1EBC-4EC0-6ED3-4C4A-5F5741007631}"/>
              </a:ext>
            </a:extLst>
          </p:cNvPr>
          <p:cNvGrpSpPr/>
          <p:nvPr/>
        </p:nvGrpSpPr>
        <p:grpSpPr>
          <a:xfrm>
            <a:off x="4835380" y="1171854"/>
            <a:ext cx="4373033" cy="3123595"/>
            <a:chOff x="915314" y="1171854"/>
            <a:chExt cx="4373033" cy="312359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AF36E05-AF07-7868-07B9-71016DBEE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5314" y="1171854"/>
              <a:ext cx="4373033" cy="3123595"/>
            </a:xfrm>
            <a:prstGeom prst="rect">
              <a:avLst/>
            </a:prstGeom>
          </p:spPr>
        </p:pic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4C20F3E1-422D-1EE4-B082-ECDC2D347EDA}"/>
                </a:ext>
              </a:extLst>
            </p:cNvPr>
            <p:cNvSpPr/>
            <p:nvPr/>
          </p:nvSpPr>
          <p:spPr>
            <a:xfrm>
              <a:off x="915314" y="1171854"/>
              <a:ext cx="318682" cy="247697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216CA0E-3B83-72D0-8651-1AEC5F424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31" y="2468417"/>
            <a:ext cx="4058216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0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1367-89FC-50C6-87E9-AD933F79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AF24D-E787-300F-EC92-4E1B947CD86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 dirty="0">
                <a:latin typeface="Aptos Display" panose="020B0004020202020204" pitchFamily="34" charset="0"/>
              </a:rPr>
              <a:t>Remarks (What to Pay Attention To)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778522-6200-4337-C7D8-9B6F42787B39}"/>
              </a:ext>
            </a:extLst>
          </p:cNvPr>
          <p:cNvSpPr txBox="1"/>
          <p:nvPr/>
        </p:nvSpPr>
        <p:spPr>
          <a:xfrm>
            <a:off x="327260" y="1304411"/>
            <a:ext cx="4591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1️⃣ Record ID on the top right corner of the Red Card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E763B-D908-6488-F428-6E304FEA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323" y="1946614"/>
            <a:ext cx="1807724" cy="2675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6E39E-B1A6-AD52-83E7-F34DDFB0DDBA}"/>
              </a:ext>
            </a:extLst>
          </p:cNvPr>
          <p:cNvSpPr txBox="1"/>
          <p:nvPr/>
        </p:nvSpPr>
        <p:spPr>
          <a:xfrm>
            <a:off x="2787082" y="1921185"/>
            <a:ext cx="6256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2"/>
                </a:solidFill>
              </a:rPr>
              <a:t>1008</a:t>
            </a: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B728593D-B0F9-8CF6-9649-E0670DDBE7E8}"/>
              </a:ext>
            </a:extLst>
          </p:cNvPr>
          <p:cNvSpPr/>
          <p:nvPr/>
        </p:nvSpPr>
        <p:spPr>
          <a:xfrm>
            <a:off x="2859231" y="1956058"/>
            <a:ext cx="315816" cy="246221"/>
          </a:xfrm>
          <a:prstGeom prst="frame">
            <a:avLst>
              <a:gd name="adj1" fmla="val 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0CCAA-FE7A-D839-1317-279838C6B804}"/>
              </a:ext>
            </a:extLst>
          </p:cNvPr>
          <p:cNvSpPr txBox="1"/>
          <p:nvPr/>
        </p:nvSpPr>
        <p:spPr>
          <a:xfrm>
            <a:off x="5240959" y="1329835"/>
            <a:ext cx="49190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2️⃣ Remark for any missing info.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4AD9FE-8D0A-C61E-A2FB-1CA9789BE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692" y="1921185"/>
            <a:ext cx="4183479" cy="271703"/>
          </a:xfrm>
          <a:prstGeom prst="rect">
            <a:avLst/>
          </a:prstGeom>
        </p:spPr>
      </p:pic>
      <p:sp>
        <p:nvSpPr>
          <p:cNvPr id="13" name="Frame 12">
            <a:extLst>
              <a:ext uri="{FF2B5EF4-FFF2-40B4-BE49-F238E27FC236}">
                <a16:creationId xmlns:a16="http://schemas.microsoft.com/office/drawing/2014/main" id="{FC689F34-E051-1547-B138-60D84A2A74CA}"/>
              </a:ext>
            </a:extLst>
          </p:cNvPr>
          <p:cNvSpPr/>
          <p:nvPr/>
        </p:nvSpPr>
        <p:spPr>
          <a:xfrm>
            <a:off x="9215133" y="1933925"/>
            <a:ext cx="404038" cy="25896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B7AD3E-B0AF-2D8B-4812-714BF9889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484" y="3243341"/>
            <a:ext cx="2367309" cy="1378361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5C0E5D04-DC02-A659-C459-179475AFFEE9}"/>
              </a:ext>
            </a:extLst>
          </p:cNvPr>
          <p:cNvSpPr/>
          <p:nvPr/>
        </p:nvSpPr>
        <p:spPr>
          <a:xfrm rot="5400000">
            <a:off x="7478447" y="2568485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C1551885-6EBB-28AC-CB85-158ABEEFDB15}"/>
              </a:ext>
            </a:extLst>
          </p:cNvPr>
          <p:cNvSpPr/>
          <p:nvPr/>
        </p:nvSpPr>
        <p:spPr>
          <a:xfrm>
            <a:off x="6519483" y="4411133"/>
            <a:ext cx="931183" cy="210569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7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17May23_v1.potx" id="{B6150C5E-DD62-4DEA-8F7B-E39753B5E29B}" vid="{B37216A0-5024-42DB-9713-F0DAE41B20B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Custom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Wingdings</vt:lpstr>
      <vt:lpstr>Arial</vt:lpstr>
      <vt:lpstr>Aptos Display</vt:lpstr>
      <vt:lpstr>Times</vt:lpstr>
      <vt:lpstr>Aptos</vt:lpstr>
      <vt:lpstr>Office 主题</vt:lpstr>
      <vt:lpstr>Red Card System:  Guideline (Aaron)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 Winson</dc:creator>
  <cp:lastModifiedBy>sze chun fung</cp:lastModifiedBy>
  <cp:revision>2</cp:revision>
  <cp:lastPrinted>2023-11-30T08:39:09Z</cp:lastPrinted>
  <dcterms:created xsi:type="dcterms:W3CDTF">2005-05-03T04:22:27Z</dcterms:created>
  <dcterms:modified xsi:type="dcterms:W3CDTF">2025-10-21T13:53:19Z</dcterms:modified>
</cp:coreProperties>
</file>