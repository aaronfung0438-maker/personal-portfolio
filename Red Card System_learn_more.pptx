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4344" r:id="rId1"/>
  </p:sldMasterIdLst>
  <p:notesMasterIdLst>
    <p:notesMasterId r:id="rId16"/>
  </p:notesMasterIdLst>
  <p:handoutMasterIdLst>
    <p:handoutMasterId r:id="rId17"/>
  </p:handoutMasterIdLst>
  <p:sldIdLst>
    <p:sldId id="323" r:id="rId2"/>
    <p:sldId id="2146847003" r:id="rId3"/>
    <p:sldId id="2146847086" r:id="rId4"/>
    <p:sldId id="2146846998" r:id="rId5"/>
    <p:sldId id="2146847010" r:id="rId6"/>
    <p:sldId id="2146847004" r:id="rId7"/>
    <p:sldId id="2146847005" r:id="rId8"/>
    <p:sldId id="2146847006" r:id="rId9"/>
    <p:sldId id="2146847007" r:id="rId10"/>
    <p:sldId id="2146847008" r:id="rId11"/>
    <p:sldId id="2146847014" r:id="rId12"/>
    <p:sldId id="2146847011" r:id="rId13"/>
    <p:sldId id="2146847009" r:id="rId14"/>
    <p:sldId id="2146847013" r:id="rId15"/>
  </p:sldIdLst>
  <p:sldSz cx="10160000" cy="5715000"/>
  <p:notesSz cx="6735763" cy="9866313"/>
  <p:embeddedFontLst>
    <p:embeddedFont>
      <p:font typeface="Bahnschrift SemiBold Condensed" panose="020B0502040204020203" pitchFamily="34" charset="0"/>
      <p:bold r:id="rId18"/>
    </p:embeddedFont>
    <p:embeddedFont>
      <p:font typeface="Bahnschrift SemiLight Condensed" panose="020B0502040204020203" pitchFamily="34" charset="0"/>
      <p:regular r:id="rId19"/>
    </p:embeddedFont>
    <p:embeddedFont>
      <p:font typeface="Times" panose="02020603050405020304" pitchFamily="18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 baseline="-250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2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99"/>
    <a:srgbClr val="76581D"/>
    <a:srgbClr val="1A196C"/>
    <a:srgbClr val="196790"/>
    <a:srgbClr val="8E1516"/>
    <a:srgbClr val="FFFFFF"/>
    <a:srgbClr val="C58507"/>
    <a:srgbClr val="F7AD19"/>
    <a:srgbClr val="FBD78D"/>
    <a:srgbClr val="F7AD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B3465E-B04F-47DB-B023-C89616D89A3E}" v="3" dt="2025-07-25T03:15:16.4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869" y="72"/>
      </p:cViewPr>
      <p:guideLst>
        <p:guide orient="horz" pos="1800"/>
        <p:guide pos="322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08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Fung" userId="09a62e1b-a908-44c2-a78c-4509d99436bb" providerId="ADAL" clId="{2D46C7D8-4D47-4B35-88BB-F62941BA9C1D}"/>
    <pc:docChg chg="undo custSel modSld">
      <pc:chgData name="Aaron Fung" userId="09a62e1b-a908-44c2-a78c-4509d99436bb" providerId="ADAL" clId="{2D46C7D8-4D47-4B35-88BB-F62941BA9C1D}" dt="2025-06-27T03:53:46.607" v="22"/>
      <pc:docMkLst>
        <pc:docMk/>
      </pc:docMkLst>
      <pc:sldChg chg="addSp delSp modSp mod addAnim delAnim modAnim">
        <pc:chgData name="Aaron Fung" userId="09a62e1b-a908-44c2-a78c-4509d99436bb" providerId="ADAL" clId="{2D46C7D8-4D47-4B35-88BB-F62941BA9C1D}" dt="2025-06-27T03:53:46.607" v="22"/>
        <pc:sldMkLst>
          <pc:docMk/>
          <pc:sldMk cId="3058607716" sldId="323"/>
        </pc:sldMkLst>
        <pc:spChg chg="mod">
          <ac:chgData name="Aaron Fung" userId="09a62e1b-a908-44c2-a78c-4509d99436bb" providerId="ADAL" clId="{2D46C7D8-4D47-4B35-88BB-F62941BA9C1D}" dt="2025-06-27T03:53:43.717" v="17" actId="2711"/>
          <ac:spMkLst>
            <pc:docMk/>
            <pc:sldMk cId="3058607716" sldId="323"/>
            <ac:spMk id="2" creationId="{AC7C307E-D3B1-E9A7-9FD5-8A4B3BD23D2C}"/>
          </ac:spMkLst>
        </pc:spChg>
      </pc:sldChg>
      <pc:sldChg chg="addSp delSp modSp mod addAnim delAnim modAnim">
        <pc:chgData name="Aaron Fung" userId="09a62e1b-a908-44c2-a78c-4509d99436bb" providerId="ADAL" clId="{2D46C7D8-4D47-4B35-88BB-F62941BA9C1D}" dt="2025-06-27T03:53:45.583" v="20" actId="2711"/>
        <pc:sldMkLst>
          <pc:docMk/>
          <pc:sldMk cId="2979358412" sldId="2146846996"/>
        </pc:sldMkLst>
      </pc:sldChg>
    </pc:docChg>
  </pc:docChgLst>
  <pc:docChgLst>
    <pc:chgData name="Eric Chung" userId="632e8f53-3579-423d-aeb9-b533fd337ed9" providerId="ADAL" clId="{693A3377-260A-4B9A-BD0D-367B1B5E2996}"/>
    <pc:docChg chg="modSld">
      <pc:chgData name="Eric Chung" userId="632e8f53-3579-423d-aeb9-b533fd337ed9" providerId="ADAL" clId="{693A3377-260A-4B9A-BD0D-367B1B5E2996}" dt="2025-07-25T01:16:39.539" v="0" actId="1076"/>
      <pc:docMkLst>
        <pc:docMk/>
      </pc:docMkLst>
      <pc:sldChg chg="modSp mod">
        <pc:chgData name="Eric Chung" userId="632e8f53-3579-423d-aeb9-b533fd337ed9" providerId="ADAL" clId="{693A3377-260A-4B9A-BD0D-367B1B5E2996}" dt="2025-07-25T01:16:39.539" v="0" actId="1076"/>
        <pc:sldMkLst>
          <pc:docMk/>
          <pc:sldMk cId="807872826" sldId="2146847016"/>
        </pc:sldMkLst>
      </pc:sldChg>
    </pc:docChg>
  </pc:docChgLst>
  <pc:docChgLst>
    <pc:chgData name="Aaron Fung" userId="09a62e1b-a908-44c2-a78c-4509d99436bb" providerId="ADAL" clId="{29272AF4-AE1B-4104-AEAE-3BABF48EEC8B}"/>
    <pc:docChg chg="custSel addSld delSld modSld">
      <pc:chgData name="Aaron Fung" userId="09a62e1b-a908-44c2-a78c-4509d99436bb" providerId="ADAL" clId="{29272AF4-AE1B-4104-AEAE-3BABF48EEC8B}" dt="2025-07-03T03:09:18.228" v="78" actId="2711"/>
      <pc:docMkLst>
        <pc:docMk/>
      </pc:docMkLst>
      <pc:sldChg chg="modSp mod">
        <pc:chgData name="Aaron Fung" userId="09a62e1b-a908-44c2-a78c-4509d99436bb" providerId="ADAL" clId="{29272AF4-AE1B-4104-AEAE-3BABF48EEC8B}" dt="2025-07-03T03:09:06.252" v="70" actId="2711"/>
        <pc:sldMkLst>
          <pc:docMk/>
          <pc:sldMk cId="3058607716" sldId="323"/>
        </pc:sldMkLst>
        <pc:spChg chg="mod">
          <ac:chgData name="Aaron Fung" userId="09a62e1b-a908-44c2-a78c-4509d99436bb" providerId="ADAL" clId="{29272AF4-AE1B-4104-AEAE-3BABF48EEC8B}" dt="2025-07-03T03:09:06.252" v="70" actId="2711"/>
          <ac:spMkLst>
            <pc:docMk/>
            <pc:sldMk cId="3058607716" sldId="323"/>
            <ac:spMk id="2" creationId="{AC7C307E-D3B1-E9A7-9FD5-8A4B3BD23D2C}"/>
          </ac:spMkLst>
        </pc:spChg>
      </pc:sldChg>
      <pc:sldChg chg="addSp delSp modSp del mod">
        <pc:chgData name="Aaron Fung" userId="09a62e1b-a908-44c2-a78c-4509d99436bb" providerId="ADAL" clId="{29272AF4-AE1B-4104-AEAE-3BABF48EEC8B}" dt="2025-07-03T03:09:08.783" v="71" actId="47"/>
        <pc:sldMkLst>
          <pc:docMk/>
          <pc:sldMk cId="2979358412" sldId="2146846996"/>
        </pc:sldMkLst>
      </pc:sldChg>
      <pc:sldChg chg="add del">
        <pc:chgData name="Aaron Fung" userId="09a62e1b-a908-44c2-a78c-4509d99436bb" providerId="ADAL" clId="{29272AF4-AE1B-4104-AEAE-3BABF48EEC8B}" dt="2025-07-03T03:09:09.131" v="72" actId="47"/>
        <pc:sldMkLst>
          <pc:docMk/>
          <pc:sldMk cId="2935298849" sldId="2146846997"/>
        </pc:sldMkLst>
      </pc:sldChg>
      <pc:sldChg chg="add del">
        <pc:chgData name="Aaron Fung" userId="09a62e1b-a908-44c2-a78c-4509d99436bb" providerId="ADAL" clId="{29272AF4-AE1B-4104-AEAE-3BABF48EEC8B}" dt="2025-06-27T03:56:29.582" v="36" actId="47"/>
        <pc:sldMkLst>
          <pc:docMk/>
          <pc:sldMk cId="3384440194" sldId="2146846997"/>
        </pc:sldMkLst>
      </pc:sldChg>
      <pc:sldChg chg="add del">
        <pc:chgData name="Aaron Fung" userId="09a62e1b-a908-44c2-a78c-4509d99436bb" providerId="ADAL" clId="{29272AF4-AE1B-4104-AEAE-3BABF48EEC8B}" dt="2025-07-03T03:09:09.284" v="73" actId="47"/>
        <pc:sldMkLst>
          <pc:docMk/>
          <pc:sldMk cId="2950767631" sldId="2146846998"/>
        </pc:sldMkLst>
      </pc:sldChg>
      <pc:sldChg chg="add del">
        <pc:chgData name="Aaron Fung" userId="09a62e1b-a908-44c2-a78c-4509d99436bb" providerId="ADAL" clId="{29272AF4-AE1B-4104-AEAE-3BABF48EEC8B}" dt="2025-06-27T03:56:30.215" v="37" actId="47"/>
        <pc:sldMkLst>
          <pc:docMk/>
          <pc:sldMk cId="3442469312" sldId="2146846998"/>
        </pc:sldMkLst>
      </pc:sldChg>
      <pc:sldChg chg="add del">
        <pc:chgData name="Aaron Fung" userId="09a62e1b-a908-44c2-a78c-4509d99436bb" providerId="ADAL" clId="{29272AF4-AE1B-4104-AEAE-3BABF48EEC8B}" dt="2025-07-03T03:09:09.447" v="74" actId="47"/>
        <pc:sldMkLst>
          <pc:docMk/>
          <pc:sldMk cId="1175755316" sldId="2146846999"/>
        </pc:sldMkLst>
      </pc:sldChg>
      <pc:sldChg chg="add del">
        <pc:chgData name="Aaron Fung" userId="09a62e1b-a908-44c2-a78c-4509d99436bb" providerId="ADAL" clId="{29272AF4-AE1B-4104-AEAE-3BABF48EEC8B}" dt="2025-07-03T03:09:10.436" v="75" actId="47"/>
        <pc:sldMkLst>
          <pc:docMk/>
          <pc:sldMk cId="1774640885" sldId="2146847000"/>
        </pc:sldMkLst>
      </pc:sldChg>
      <pc:sldChg chg="add del">
        <pc:chgData name="Aaron Fung" userId="09a62e1b-a908-44c2-a78c-4509d99436bb" providerId="ADAL" clId="{29272AF4-AE1B-4104-AEAE-3BABF48EEC8B}" dt="2025-07-03T03:09:10.805" v="76" actId="47"/>
        <pc:sldMkLst>
          <pc:docMk/>
          <pc:sldMk cId="1192626550" sldId="2146847001"/>
        </pc:sldMkLst>
      </pc:sldChg>
      <pc:sldChg chg="add del">
        <pc:chgData name="Aaron Fung" userId="09a62e1b-a908-44c2-a78c-4509d99436bb" providerId="ADAL" clId="{29272AF4-AE1B-4104-AEAE-3BABF48EEC8B}" dt="2025-07-03T03:09:11.591" v="77" actId="47"/>
        <pc:sldMkLst>
          <pc:docMk/>
          <pc:sldMk cId="3441510685" sldId="2146847002"/>
        </pc:sldMkLst>
      </pc:sldChg>
      <pc:sldChg chg="modSp add mod">
        <pc:chgData name="Aaron Fung" userId="09a62e1b-a908-44c2-a78c-4509d99436bb" providerId="ADAL" clId="{29272AF4-AE1B-4104-AEAE-3BABF48EEC8B}" dt="2025-07-03T03:09:18.228" v="78" actId="2711"/>
        <pc:sldMkLst>
          <pc:docMk/>
          <pc:sldMk cId="1291662857" sldId="2146847003"/>
        </pc:sldMkLst>
      </pc:sldChg>
    </pc:docChg>
  </pc:docChgLst>
  <pc:docChgLst>
    <pc:chgData name="Eric Chung" userId="632e8f53-3579-423d-aeb9-b533fd337ed9" providerId="ADAL" clId="{2FDE1115-C568-4428-912F-F86A337D9984}"/>
    <pc:docChg chg="undo custSel modSld">
      <pc:chgData name="Eric Chung" userId="632e8f53-3579-423d-aeb9-b533fd337ed9" providerId="ADAL" clId="{2FDE1115-C568-4428-912F-F86A337D9984}" dt="2025-06-16T07:53:21.689" v="28" actId="1076"/>
      <pc:docMkLst>
        <pc:docMk/>
      </pc:docMkLst>
      <pc:sldChg chg="addSp delSp modSp mod">
        <pc:chgData name="Eric Chung" userId="632e8f53-3579-423d-aeb9-b533fd337ed9" providerId="ADAL" clId="{2FDE1115-C568-4428-912F-F86A337D9984}" dt="2025-06-16T07:53:21.689" v="28" actId="1076"/>
        <pc:sldMkLst>
          <pc:docMk/>
          <pc:sldMk cId="2979358412" sldId="2146846996"/>
        </pc:sldMkLst>
      </pc:sldChg>
    </pc:docChg>
  </pc:docChgLst>
  <pc:docChgLst>
    <pc:chgData name="Aaron sc Fung" userId="09a62e1b-a908-44c2-a78c-4509d99436bb" providerId="ADAL" clId="{2D46C7D8-4D47-4B35-88BB-F62941BA9C1D}"/>
    <pc:docChg chg="custSel modSld">
      <pc:chgData name="Aaron sc Fung" userId="09a62e1b-a908-44c2-a78c-4509d99436bb" providerId="ADAL" clId="{2D46C7D8-4D47-4B35-88BB-F62941BA9C1D}" dt="2025-06-10T03:57:55.891" v="9" actId="1076"/>
      <pc:docMkLst>
        <pc:docMk/>
      </pc:docMkLst>
      <pc:sldChg chg="addSp delSp modSp mod modTransition delAnim modAnim">
        <pc:chgData name="Aaron sc Fung" userId="09a62e1b-a908-44c2-a78c-4509d99436bb" providerId="ADAL" clId="{2D46C7D8-4D47-4B35-88BB-F62941BA9C1D}" dt="2025-06-10T03:57:55.891" v="9" actId="1076"/>
        <pc:sldMkLst>
          <pc:docMk/>
          <pc:sldMk cId="2979358412" sldId="2146846996"/>
        </pc:sldMkLst>
      </pc:sldChg>
    </pc:docChg>
  </pc:docChgLst>
  <pc:docChgLst>
    <pc:chgData name="Aaron Fung" userId="09a62e1b-a908-44c2-a78c-4509d99436bb" providerId="ADAL" clId="{6AB3465E-B04F-47DB-B023-C89616D89A3E}"/>
    <pc:docChg chg="undo redo custSel addSld delSld modSld sldOrd modMainMaster">
      <pc:chgData name="Aaron Fung" userId="09a62e1b-a908-44c2-a78c-4509d99436bb" providerId="ADAL" clId="{6AB3465E-B04F-47DB-B023-C89616D89A3E}" dt="2025-08-08T03:53:41.457" v="4961" actId="47"/>
      <pc:docMkLst>
        <pc:docMk/>
      </pc:docMkLst>
      <pc:sldChg chg="modSp add del mod">
        <pc:chgData name="Aaron Fung" userId="09a62e1b-a908-44c2-a78c-4509d99436bb" providerId="ADAL" clId="{6AB3465E-B04F-47DB-B023-C89616D89A3E}" dt="2025-07-10T07:24:13.211" v="4019" actId="47"/>
        <pc:sldMkLst>
          <pc:docMk/>
          <pc:sldMk cId="4184437688" sldId="297"/>
        </pc:sldMkLst>
      </pc:sldChg>
      <pc:sldChg chg="modSp mod setBg">
        <pc:chgData name="Aaron Fung" userId="09a62e1b-a908-44c2-a78c-4509d99436bb" providerId="ADAL" clId="{6AB3465E-B04F-47DB-B023-C89616D89A3E}" dt="2025-07-11T06:31:18.973" v="4825"/>
        <pc:sldMkLst>
          <pc:docMk/>
          <pc:sldMk cId="3058607716" sldId="323"/>
        </pc:sldMkLst>
        <pc:spChg chg="mod">
          <ac:chgData name="Aaron Fung" userId="09a62e1b-a908-44c2-a78c-4509d99436bb" providerId="ADAL" clId="{6AB3465E-B04F-47DB-B023-C89616D89A3E}" dt="2025-07-08T01:48:03.408" v="2130" actId="20577"/>
          <ac:spMkLst>
            <pc:docMk/>
            <pc:sldMk cId="3058607716" sldId="323"/>
            <ac:spMk id="2" creationId="{AC7C307E-D3B1-E9A7-9FD5-8A4B3BD23D2C}"/>
          </ac:spMkLst>
        </pc:spChg>
      </pc:sldChg>
      <pc:sldChg chg="addSp delSp modSp add mod setBg">
        <pc:chgData name="Aaron Fung" userId="09a62e1b-a908-44c2-a78c-4509d99436bb" providerId="ADAL" clId="{6AB3465E-B04F-47DB-B023-C89616D89A3E}" dt="2025-07-14T06:47:05.296" v="4892" actId="1076"/>
        <pc:sldMkLst>
          <pc:docMk/>
          <pc:sldMk cId="1565456124" sldId="2146846998"/>
        </pc:sldMkLst>
        <pc:spChg chg="mod">
          <ac:chgData name="Aaron Fung" userId="09a62e1b-a908-44c2-a78c-4509d99436bb" providerId="ADAL" clId="{6AB3465E-B04F-47DB-B023-C89616D89A3E}" dt="2025-07-07T03:05:54.650" v="1266" actId="20577"/>
          <ac:spMkLst>
            <pc:docMk/>
            <pc:sldMk cId="1565456124" sldId="2146846998"/>
            <ac:spMk id="3" creationId="{32272717-31E1-A448-CC91-F543E4347E5E}"/>
          </ac:spMkLst>
        </pc:spChg>
        <pc:spChg chg="add mod">
          <ac:chgData name="Aaron Fung" userId="09a62e1b-a908-44c2-a78c-4509d99436bb" providerId="ADAL" clId="{6AB3465E-B04F-47DB-B023-C89616D89A3E}" dt="2025-07-11T06:13:04.706" v="4810" actId="1076"/>
          <ac:spMkLst>
            <pc:docMk/>
            <pc:sldMk cId="1565456124" sldId="2146846998"/>
            <ac:spMk id="5" creationId="{C02357AF-090A-BB17-806F-FF0720FEA4A2}"/>
          </ac:spMkLst>
        </pc:spChg>
        <pc:spChg chg="add mod">
          <ac:chgData name="Aaron Fung" userId="09a62e1b-a908-44c2-a78c-4509d99436bb" providerId="ADAL" clId="{6AB3465E-B04F-47DB-B023-C89616D89A3E}" dt="2025-07-11T06:13:04.706" v="4810" actId="1076"/>
          <ac:spMkLst>
            <pc:docMk/>
            <pc:sldMk cId="1565456124" sldId="2146846998"/>
            <ac:spMk id="6" creationId="{8388358D-5BA2-86CA-034B-5B191AB49B2F}"/>
          </ac:spMkLst>
        </pc:spChg>
        <pc:spChg chg="add mod">
          <ac:chgData name="Aaron Fung" userId="09a62e1b-a908-44c2-a78c-4509d99436bb" providerId="ADAL" clId="{6AB3465E-B04F-47DB-B023-C89616D89A3E}" dt="2025-07-11T06:13:04.706" v="4810" actId="1076"/>
          <ac:spMkLst>
            <pc:docMk/>
            <pc:sldMk cId="1565456124" sldId="2146846998"/>
            <ac:spMk id="14" creationId="{A934AFAD-377A-536C-A6F4-102BAE122540}"/>
          </ac:spMkLst>
        </pc:spChg>
        <pc:spChg chg="add mod">
          <ac:chgData name="Aaron Fung" userId="09a62e1b-a908-44c2-a78c-4509d99436bb" providerId="ADAL" clId="{6AB3465E-B04F-47DB-B023-C89616D89A3E}" dt="2025-07-11T06:13:04.706" v="4810" actId="1076"/>
          <ac:spMkLst>
            <pc:docMk/>
            <pc:sldMk cId="1565456124" sldId="2146846998"/>
            <ac:spMk id="16" creationId="{18AAF90C-F769-D048-AC97-9C79CDB22BF7}"/>
          </ac:spMkLst>
        </pc:spChg>
        <pc:spChg chg="add mod">
          <ac:chgData name="Aaron Fung" userId="09a62e1b-a908-44c2-a78c-4509d99436bb" providerId="ADAL" clId="{6AB3465E-B04F-47DB-B023-C89616D89A3E}" dt="2025-07-11T06:13:04.706" v="4810" actId="1076"/>
          <ac:spMkLst>
            <pc:docMk/>
            <pc:sldMk cId="1565456124" sldId="2146846998"/>
            <ac:spMk id="31" creationId="{F83C8362-D216-61F9-9FAA-35D581393FDE}"/>
          </ac:spMkLst>
        </pc:spChg>
        <pc:spChg chg="add mod">
          <ac:chgData name="Aaron Fung" userId="09a62e1b-a908-44c2-a78c-4509d99436bb" providerId="ADAL" clId="{6AB3465E-B04F-47DB-B023-C89616D89A3E}" dt="2025-07-11T06:13:04.706" v="4810" actId="1076"/>
          <ac:spMkLst>
            <pc:docMk/>
            <pc:sldMk cId="1565456124" sldId="2146846998"/>
            <ac:spMk id="32" creationId="{8FDC9287-A4D4-1C36-0161-4B4FAB72BDF6}"/>
          </ac:spMkLst>
        </pc:spChg>
        <pc:spChg chg="add mod">
          <ac:chgData name="Aaron Fung" userId="09a62e1b-a908-44c2-a78c-4509d99436bb" providerId="ADAL" clId="{6AB3465E-B04F-47DB-B023-C89616D89A3E}" dt="2025-07-11T06:13:04.706" v="4810" actId="1076"/>
          <ac:spMkLst>
            <pc:docMk/>
            <pc:sldMk cId="1565456124" sldId="2146846998"/>
            <ac:spMk id="33" creationId="{52713A3A-ECCB-89A7-6423-E42B419EC7B8}"/>
          </ac:spMkLst>
        </pc:spChg>
        <pc:graphicFrameChg chg="add mod modGraphic">
          <ac:chgData name="Aaron Fung" userId="09a62e1b-a908-44c2-a78c-4509d99436bb" providerId="ADAL" clId="{6AB3465E-B04F-47DB-B023-C89616D89A3E}" dt="2025-07-14T06:47:05.296" v="4892" actId="1076"/>
          <ac:graphicFrameMkLst>
            <pc:docMk/>
            <pc:sldMk cId="1565456124" sldId="2146846998"/>
            <ac:graphicFrameMk id="51" creationId="{C7477D4A-A06A-E2B4-2161-25C7D40297F0}"/>
          </ac:graphicFrameMkLst>
        </pc:graphicFrameChg>
        <pc:picChg chg="add mod">
          <ac:chgData name="Aaron Fung" userId="09a62e1b-a908-44c2-a78c-4509d99436bb" providerId="ADAL" clId="{6AB3465E-B04F-47DB-B023-C89616D89A3E}" dt="2025-07-11T06:13:04.706" v="4810" actId="1076"/>
          <ac:picMkLst>
            <pc:docMk/>
            <pc:sldMk cId="1565456124" sldId="2146846998"/>
            <ac:picMk id="2" creationId="{1FF84C8C-5ED4-CB70-5D1C-D8A44E17A5B2}"/>
          </ac:picMkLst>
        </pc:picChg>
        <pc:picChg chg="add mod">
          <ac:chgData name="Aaron Fung" userId="09a62e1b-a908-44c2-a78c-4509d99436bb" providerId="ADAL" clId="{6AB3465E-B04F-47DB-B023-C89616D89A3E}" dt="2025-07-07T03:48:47.976" v="1535" actId="1076"/>
          <ac:picMkLst>
            <pc:docMk/>
            <pc:sldMk cId="1565456124" sldId="2146846998"/>
            <ac:picMk id="1026" creationId="{3ADA3B94-5FC9-2939-9123-DD779FDCC9A5}"/>
          </ac:picMkLst>
        </pc:picChg>
        <pc:picChg chg="add mod">
          <ac:chgData name="Aaron Fung" userId="09a62e1b-a908-44c2-a78c-4509d99436bb" providerId="ADAL" clId="{6AB3465E-B04F-47DB-B023-C89616D89A3E}" dt="2025-07-11T06:13:04.706" v="4810" actId="1076"/>
          <ac:picMkLst>
            <pc:docMk/>
            <pc:sldMk cId="1565456124" sldId="2146846998"/>
            <ac:picMk id="1028" creationId="{42B5DBD3-EDF1-5213-5A4F-C978170EAC24}"/>
          </ac:picMkLst>
        </pc:picChg>
        <pc:picChg chg="add mod">
          <ac:chgData name="Aaron Fung" userId="09a62e1b-a908-44c2-a78c-4509d99436bb" providerId="ADAL" clId="{6AB3465E-B04F-47DB-B023-C89616D89A3E}" dt="2025-07-11T06:13:04.706" v="4810" actId="1076"/>
          <ac:picMkLst>
            <pc:docMk/>
            <pc:sldMk cId="1565456124" sldId="2146846998"/>
            <ac:picMk id="1030" creationId="{C66567B5-2B48-FAB5-CFA3-8C7F81DB92CB}"/>
          </ac:picMkLst>
        </pc:picChg>
      </pc:sldChg>
      <pc:sldChg chg="addSp delSp modSp mod setBg modAnim">
        <pc:chgData name="Aaron Fung" userId="09a62e1b-a908-44c2-a78c-4509d99436bb" providerId="ADAL" clId="{6AB3465E-B04F-47DB-B023-C89616D89A3E}" dt="2025-07-11T06:31:18.973" v="4825"/>
        <pc:sldMkLst>
          <pc:docMk/>
          <pc:sldMk cId="1291662857" sldId="2146847003"/>
        </pc:sldMkLst>
        <pc:spChg chg="mod">
          <ac:chgData name="Aaron Fung" userId="09a62e1b-a908-44c2-a78c-4509d99436bb" providerId="ADAL" clId="{6AB3465E-B04F-47DB-B023-C89616D89A3E}" dt="2025-07-10T07:16:00.864" v="3902" actId="1076"/>
          <ac:spMkLst>
            <pc:docMk/>
            <pc:sldMk cId="1291662857" sldId="2146847003"/>
            <ac:spMk id="1213" creationId="{A21E0F11-5637-639C-ADC4-4F7A0A9C692D}"/>
          </ac:spMkLst>
        </pc:spChg>
        <pc:spChg chg="mod">
          <ac:chgData name="Aaron Fung" userId="09a62e1b-a908-44c2-a78c-4509d99436bb" providerId="ADAL" clId="{6AB3465E-B04F-47DB-B023-C89616D89A3E}" dt="2025-07-10T07:16:00.864" v="3902" actId="1076"/>
          <ac:spMkLst>
            <pc:docMk/>
            <pc:sldMk cId="1291662857" sldId="2146847003"/>
            <ac:spMk id="1214" creationId="{435C62FF-7473-DD51-00E1-0F930F72F909}"/>
          </ac:spMkLst>
        </pc:spChg>
        <pc:spChg chg="mod">
          <ac:chgData name="Aaron Fung" userId="09a62e1b-a908-44c2-a78c-4509d99436bb" providerId="ADAL" clId="{6AB3465E-B04F-47DB-B023-C89616D89A3E}" dt="2025-07-11T03:36:08.738" v="4796" actId="207"/>
          <ac:spMkLst>
            <pc:docMk/>
            <pc:sldMk cId="1291662857" sldId="2146847003"/>
            <ac:spMk id="1215" creationId="{5A33FD25-E46F-22C1-E74D-D4BC24BCC633}"/>
          </ac:spMkLst>
        </pc:spChg>
        <pc:spChg chg="mod">
          <ac:chgData name="Aaron Fung" userId="09a62e1b-a908-44c2-a78c-4509d99436bb" providerId="ADAL" clId="{6AB3465E-B04F-47DB-B023-C89616D89A3E}" dt="2025-07-10T07:12:20.737" v="3856"/>
          <ac:spMkLst>
            <pc:docMk/>
            <pc:sldMk cId="1291662857" sldId="2146847003"/>
            <ac:spMk id="1216" creationId="{2DA6C401-12B4-4DE7-92EF-3A0A249C5802}"/>
          </ac:spMkLst>
        </pc:spChg>
        <pc:spChg chg="mod">
          <ac:chgData name="Aaron Fung" userId="09a62e1b-a908-44c2-a78c-4509d99436bb" providerId="ADAL" clId="{6AB3465E-B04F-47DB-B023-C89616D89A3E}" dt="2025-07-10T07:15:50.962" v="3901" actId="1076"/>
          <ac:spMkLst>
            <pc:docMk/>
            <pc:sldMk cId="1291662857" sldId="2146847003"/>
            <ac:spMk id="1217" creationId="{09A35107-C08E-272E-83E4-E532D5CF0527}"/>
          </ac:spMkLst>
        </pc:spChg>
        <pc:spChg chg="add mod">
          <ac:chgData name="Aaron Fung" userId="09a62e1b-a908-44c2-a78c-4509d99436bb" providerId="ADAL" clId="{6AB3465E-B04F-47DB-B023-C89616D89A3E}" dt="2025-07-10T07:03:06.241" v="3799" actId="20577"/>
          <ac:spMkLst>
            <pc:docMk/>
            <pc:sldMk cId="1291662857" sldId="2146847003"/>
            <ac:spMk id="1332" creationId="{407F4009-CB7A-C923-8201-CE4AB4312BFE}"/>
          </ac:spMkLst>
        </pc:spChg>
        <pc:spChg chg="mod">
          <ac:chgData name="Aaron Fung" userId="09a62e1b-a908-44c2-a78c-4509d99436bb" providerId="ADAL" clId="{6AB3465E-B04F-47DB-B023-C89616D89A3E}" dt="2025-07-10T07:22:21.932" v="3974"/>
          <ac:spMkLst>
            <pc:docMk/>
            <pc:sldMk cId="1291662857" sldId="2146847003"/>
            <ac:spMk id="1362" creationId="{A62F1118-38B6-465D-C4CD-37C8D47FD4F5}"/>
          </ac:spMkLst>
        </pc:spChg>
        <pc:spChg chg="mod">
          <ac:chgData name="Aaron Fung" userId="09a62e1b-a908-44c2-a78c-4509d99436bb" providerId="ADAL" clId="{6AB3465E-B04F-47DB-B023-C89616D89A3E}" dt="2025-07-10T07:22:21.932" v="3974"/>
          <ac:spMkLst>
            <pc:docMk/>
            <pc:sldMk cId="1291662857" sldId="2146847003"/>
            <ac:spMk id="1363" creationId="{A3DB5AD6-D237-381D-80AD-48FEF4ED136B}"/>
          </ac:spMkLst>
        </pc:spChg>
        <pc:spChg chg="mod">
          <ac:chgData name="Aaron Fung" userId="09a62e1b-a908-44c2-a78c-4509d99436bb" providerId="ADAL" clId="{6AB3465E-B04F-47DB-B023-C89616D89A3E}" dt="2025-07-10T07:22:21.932" v="3974"/>
          <ac:spMkLst>
            <pc:docMk/>
            <pc:sldMk cId="1291662857" sldId="2146847003"/>
            <ac:spMk id="1364" creationId="{D5AF79DF-C98D-E865-A14D-E203AAC74298}"/>
          </ac:spMkLst>
        </pc:spChg>
        <pc:spChg chg="mod">
          <ac:chgData name="Aaron Fung" userId="09a62e1b-a908-44c2-a78c-4509d99436bb" providerId="ADAL" clId="{6AB3465E-B04F-47DB-B023-C89616D89A3E}" dt="2025-07-10T07:22:21.932" v="3974"/>
          <ac:spMkLst>
            <pc:docMk/>
            <pc:sldMk cId="1291662857" sldId="2146847003"/>
            <ac:spMk id="1365" creationId="{55B57258-BF20-208A-FB18-8A3D9947CFC5}"/>
          </ac:spMkLst>
        </pc:spChg>
        <pc:spChg chg="mod">
          <ac:chgData name="Aaron Fung" userId="09a62e1b-a908-44c2-a78c-4509d99436bb" providerId="ADAL" clId="{6AB3465E-B04F-47DB-B023-C89616D89A3E}" dt="2025-07-10T07:22:27.974" v="3977" actId="1076"/>
          <ac:spMkLst>
            <pc:docMk/>
            <pc:sldMk cId="1291662857" sldId="2146847003"/>
            <ac:spMk id="1366" creationId="{9AADB85D-6031-602C-38AE-F134DB31FA0E}"/>
          </ac:spMkLst>
        </pc:spChg>
        <pc:spChg chg="mod">
          <ac:chgData name="Aaron Fung" userId="09a62e1b-a908-44c2-a78c-4509d99436bb" providerId="ADAL" clId="{6AB3465E-B04F-47DB-B023-C89616D89A3E}" dt="2025-07-10T07:22:36.641" v="3979"/>
          <ac:spMkLst>
            <pc:docMk/>
            <pc:sldMk cId="1291662857" sldId="2146847003"/>
            <ac:spMk id="1368" creationId="{E52182B8-4CB0-A531-75A4-EDB173E73B9F}"/>
          </ac:spMkLst>
        </pc:spChg>
        <pc:spChg chg="mod">
          <ac:chgData name="Aaron Fung" userId="09a62e1b-a908-44c2-a78c-4509d99436bb" providerId="ADAL" clId="{6AB3465E-B04F-47DB-B023-C89616D89A3E}" dt="2025-07-10T07:22:36.641" v="3979"/>
          <ac:spMkLst>
            <pc:docMk/>
            <pc:sldMk cId="1291662857" sldId="2146847003"/>
            <ac:spMk id="1369" creationId="{CD8EB923-3514-E6BB-9FCC-36EB60738E1F}"/>
          </ac:spMkLst>
        </pc:spChg>
        <pc:spChg chg="mod">
          <ac:chgData name="Aaron Fung" userId="09a62e1b-a908-44c2-a78c-4509d99436bb" providerId="ADAL" clId="{6AB3465E-B04F-47DB-B023-C89616D89A3E}" dt="2025-07-10T07:22:36.641" v="3979"/>
          <ac:spMkLst>
            <pc:docMk/>
            <pc:sldMk cId="1291662857" sldId="2146847003"/>
            <ac:spMk id="1370" creationId="{2198BCFE-B050-909E-C237-75491DC990F1}"/>
          </ac:spMkLst>
        </pc:spChg>
        <pc:spChg chg="mod">
          <ac:chgData name="Aaron Fung" userId="09a62e1b-a908-44c2-a78c-4509d99436bb" providerId="ADAL" clId="{6AB3465E-B04F-47DB-B023-C89616D89A3E}" dt="2025-07-10T07:22:36.641" v="3979"/>
          <ac:spMkLst>
            <pc:docMk/>
            <pc:sldMk cId="1291662857" sldId="2146847003"/>
            <ac:spMk id="1371" creationId="{BBC3056C-FAAA-7278-F4EA-6B961F9E8FF7}"/>
          </ac:spMkLst>
        </pc:spChg>
        <pc:spChg chg="mod">
          <ac:chgData name="Aaron Fung" userId="09a62e1b-a908-44c2-a78c-4509d99436bb" providerId="ADAL" clId="{6AB3465E-B04F-47DB-B023-C89616D89A3E}" dt="2025-07-10T07:22:44.460" v="3982" actId="1076"/>
          <ac:spMkLst>
            <pc:docMk/>
            <pc:sldMk cId="1291662857" sldId="2146847003"/>
            <ac:spMk id="1372" creationId="{E1AEC43A-724D-167D-3EB5-964871F82617}"/>
          </ac:spMkLst>
        </pc:spChg>
        <pc:spChg chg="mod">
          <ac:chgData name="Aaron Fung" userId="09a62e1b-a908-44c2-a78c-4509d99436bb" providerId="ADAL" clId="{6AB3465E-B04F-47DB-B023-C89616D89A3E}" dt="2025-07-10T07:22:52.158" v="3984"/>
          <ac:spMkLst>
            <pc:docMk/>
            <pc:sldMk cId="1291662857" sldId="2146847003"/>
            <ac:spMk id="1374" creationId="{732D149A-6FD6-B55A-32EA-048AF021A683}"/>
          </ac:spMkLst>
        </pc:spChg>
        <pc:spChg chg="mod">
          <ac:chgData name="Aaron Fung" userId="09a62e1b-a908-44c2-a78c-4509d99436bb" providerId="ADAL" clId="{6AB3465E-B04F-47DB-B023-C89616D89A3E}" dt="2025-07-10T07:22:52.158" v="3984"/>
          <ac:spMkLst>
            <pc:docMk/>
            <pc:sldMk cId="1291662857" sldId="2146847003"/>
            <ac:spMk id="1375" creationId="{20CCCA16-6A9A-1C00-0A8D-2B716A9937D3}"/>
          </ac:spMkLst>
        </pc:spChg>
        <pc:spChg chg="mod">
          <ac:chgData name="Aaron Fung" userId="09a62e1b-a908-44c2-a78c-4509d99436bb" providerId="ADAL" clId="{6AB3465E-B04F-47DB-B023-C89616D89A3E}" dt="2025-07-10T07:22:52.158" v="3984"/>
          <ac:spMkLst>
            <pc:docMk/>
            <pc:sldMk cId="1291662857" sldId="2146847003"/>
            <ac:spMk id="1376" creationId="{33A9F3DB-51B1-3199-E42B-B8F409895AAA}"/>
          </ac:spMkLst>
        </pc:spChg>
        <pc:spChg chg="mod">
          <ac:chgData name="Aaron Fung" userId="09a62e1b-a908-44c2-a78c-4509d99436bb" providerId="ADAL" clId="{6AB3465E-B04F-47DB-B023-C89616D89A3E}" dt="2025-07-10T07:22:52.158" v="3984"/>
          <ac:spMkLst>
            <pc:docMk/>
            <pc:sldMk cId="1291662857" sldId="2146847003"/>
            <ac:spMk id="1377" creationId="{5F706D16-08CD-94B1-3817-821D6CBE9D78}"/>
          </ac:spMkLst>
        </pc:spChg>
        <pc:spChg chg="mod">
          <ac:chgData name="Aaron Fung" userId="09a62e1b-a908-44c2-a78c-4509d99436bb" providerId="ADAL" clId="{6AB3465E-B04F-47DB-B023-C89616D89A3E}" dt="2025-07-10T07:23:05.315" v="3988" actId="1076"/>
          <ac:spMkLst>
            <pc:docMk/>
            <pc:sldMk cId="1291662857" sldId="2146847003"/>
            <ac:spMk id="1378" creationId="{E84B484E-66CB-663E-7ADD-C2B59D1A018F}"/>
          </ac:spMkLst>
        </pc:spChg>
        <pc:spChg chg="mod">
          <ac:chgData name="Aaron Fung" userId="09a62e1b-a908-44c2-a78c-4509d99436bb" providerId="ADAL" clId="{6AB3465E-B04F-47DB-B023-C89616D89A3E}" dt="2025-07-10T07:23:13.886" v="3994"/>
          <ac:spMkLst>
            <pc:docMk/>
            <pc:sldMk cId="1291662857" sldId="2146847003"/>
            <ac:spMk id="1380" creationId="{D5FF91AA-1E1F-2267-BFD8-4D19B2F1BE32}"/>
          </ac:spMkLst>
        </pc:spChg>
        <pc:spChg chg="mod">
          <ac:chgData name="Aaron Fung" userId="09a62e1b-a908-44c2-a78c-4509d99436bb" providerId="ADAL" clId="{6AB3465E-B04F-47DB-B023-C89616D89A3E}" dt="2025-07-10T07:23:13.886" v="3994"/>
          <ac:spMkLst>
            <pc:docMk/>
            <pc:sldMk cId="1291662857" sldId="2146847003"/>
            <ac:spMk id="1381" creationId="{8092F49E-963A-B786-5430-0F1B79AD6E29}"/>
          </ac:spMkLst>
        </pc:spChg>
        <pc:spChg chg="mod">
          <ac:chgData name="Aaron Fung" userId="09a62e1b-a908-44c2-a78c-4509d99436bb" providerId="ADAL" clId="{6AB3465E-B04F-47DB-B023-C89616D89A3E}" dt="2025-07-10T07:23:13.886" v="3994"/>
          <ac:spMkLst>
            <pc:docMk/>
            <pc:sldMk cId="1291662857" sldId="2146847003"/>
            <ac:spMk id="1382" creationId="{40C271A4-1EA5-7E38-67EB-BA986FFFCCB2}"/>
          </ac:spMkLst>
        </pc:spChg>
        <pc:spChg chg="mod">
          <ac:chgData name="Aaron Fung" userId="09a62e1b-a908-44c2-a78c-4509d99436bb" providerId="ADAL" clId="{6AB3465E-B04F-47DB-B023-C89616D89A3E}" dt="2025-07-10T07:23:13.886" v="3994"/>
          <ac:spMkLst>
            <pc:docMk/>
            <pc:sldMk cId="1291662857" sldId="2146847003"/>
            <ac:spMk id="1383" creationId="{F9226163-B1C0-2971-3C20-77D09ED297CD}"/>
          </ac:spMkLst>
        </pc:spChg>
        <pc:spChg chg="mod">
          <ac:chgData name="Aaron Fung" userId="09a62e1b-a908-44c2-a78c-4509d99436bb" providerId="ADAL" clId="{6AB3465E-B04F-47DB-B023-C89616D89A3E}" dt="2025-07-10T07:23:13.897" v="3995"/>
          <ac:spMkLst>
            <pc:docMk/>
            <pc:sldMk cId="1291662857" sldId="2146847003"/>
            <ac:spMk id="1384" creationId="{F24023C3-8231-B011-430B-7401AA5BF4CC}"/>
          </ac:spMkLst>
        </pc:spChg>
        <pc:spChg chg="mod">
          <ac:chgData name="Aaron Fung" userId="09a62e1b-a908-44c2-a78c-4509d99436bb" providerId="ADAL" clId="{6AB3465E-B04F-47DB-B023-C89616D89A3E}" dt="2025-07-10T07:23:20.835" v="3997"/>
          <ac:spMkLst>
            <pc:docMk/>
            <pc:sldMk cId="1291662857" sldId="2146847003"/>
            <ac:spMk id="1386" creationId="{5057DDD1-7F80-46F2-C4D6-778860D0169A}"/>
          </ac:spMkLst>
        </pc:spChg>
        <pc:spChg chg="mod">
          <ac:chgData name="Aaron Fung" userId="09a62e1b-a908-44c2-a78c-4509d99436bb" providerId="ADAL" clId="{6AB3465E-B04F-47DB-B023-C89616D89A3E}" dt="2025-07-10T07:23:20.835" v="3997"/>
          <ac:spMkLst>
            <pc:docMk/>
            <pc:sldMk cId="1291662857" sldId="2146847003"/>
            <ac:spMk id="1387" creationId="{84E956D7-E9C4-5702-B9E9-462D8C091286}"/>
          </ac:spMkLst>
        </pc:spChg>
        <pc:spChg chg="mod">
          <ac:chgData name="Aaron Fung" userId="09a62e1b-a908-44c2-a78c-4509d99436bb" providerId="ADAL" clId="{6AB3465E-B04F-47DB-B023-C89616D89A3E}" dt="2025-07-10T07:23:20.835" v="3997"/>
          <ac:spMkLst>
            <pc:docMk/>
            <pc:sldMk cId="1291662857" sldId="2146847003"/>
            <ac:spMk id="1388" creationId="{E8C6F48F-97E8-F6D8-CF30-B28621F3AF00}"/>
          </ac:spMkLst>
        </pc:spChg>
        <pc:spChg chg="mod">
          <ac:chgData name="Aaron Fung" userId="09a62e1b-a908-44c2-a78c-4509d99436bb" providerId="ADAL" clId="{6AB3465E-B04F-47DB-B023-C89616D89A3E}" dt="2025-07-10T07:23:20.835" v="3997"/>
          <ac:spMkLst>
            <pc:docMk/>
            <pc:sldMk cId="1291662857" sldId="2146847003"/>
            <ac:spMk id="1389" creationId="{E0D6A61F-F89E-8207-343A-0E13B4C735FF}"/>
          </ac:spMkLst>
        </pc:spChg>
        <pc:spChg chg="mod">
          <ac:chgData name="Aaron Fung" userId="09a62e1b-a908-44c2-a78c-4509d99436bb" providerId="ADAL" clId="{6AB3465E-B04F-47DB-B023-C89616D89A3E}" dt="2025-07-10T07:23:23.036" v="3999" actId="14100"/>
          <ac:spMkLst>
            <pc:docMk/>
            <pc:sldMk cId="1291662857" sldId="2146847003"/>
            <ac:spMk id="1390" creationId="{A8D5D912-85CB-1549-1F22-F779E9BD4A27}"/>
          </ac:spMkLst>
        </pc:spChg>
        <pc:spChg chg="mod">
          <ac:chgData name="Aaron Fung" userId="09a62e1b-a908-44c2-a78c-4509d99436bb" providerId="ADAL" clId="{6AB3465E-B04F-47DB-B023-C89616D89A3E}" dt="2025-07-10T07:23:34.391" v="4005"/>
          <ac:spMkLst>
            <pc:docMk/>
            <pc:sldMk cId="1291662857" sldId="2146847003"/>
            <ac:spMk id="1392" creationId="{296B076C-6A75-515C-89B5-6A954A1973B0}"/>
          </ac:spMkLst>
        </pc:spChg>
        <pc:spChg chg="mod">
          <ac:chgData name="Aaron Fung" userId="09a62e1b-a908-44c2-a78c-4509d99436bb" providerId="ADAL" clId="{6AB3465E-B04F-47DB-B023-C89616D89A3E}" dt="2025-07-10T07:23:34.391" v="4005"/>
          <ac:spMkLst>
            <pc:docMk/>
            <pc:sldMk cId="1291662857" sldId="2146847003"/>
            <ac:spMk id="1393" creationId="{C9578900-1C02-57ED-FFBB-4895F5FBFF65}"/>
          </ac:spMkLst>
        </pc:spChg>
        <pc:spChg chg="mod">
          <ac:chgData name="Aaron Fung" userId="09a62e1b-a908-44c2-a78c-4509d99436bb" providerId="ADAL" clId="{6AB3465E-B04F-47DB-B023-C89616D89A3E}" dt="2025-07-10T07:23:34.391" v="4005"/>
          <ac:spMkLst>
            <pc:docMk/>
            <pc:sldMk cId="1291662857" sldId="2146847003"/>
            <ac:spMk id="1394" creationId="{4C7D4BC0-0FC9-10C1-7511-39F0CC3A1CBF}"/>
          </ac:spMkLst>
        </pc:spChg>
        <pc:spChg chg="mod">
          <ac:chgData name="Aaron Fung" userId="09a62e1b-a908-44c2-a78c-4509d99436bb" providerId="ADAL" clId="{6AB3465E-B04F-47DB-B023-C89616D89A3E}" dt="2025-07-10T07:23:34.391" v="4005"/>
          <ac:spMkLst>
            <pc:docMk/>
            <pc:sldMk cId="1291662857" sldId="2146847003"/>
            <ac:spMk id="1395" creationId="{9283F964-24A7-EA6C-AE3A-36DB21286F03}"/>
          </ac:spMkLst>
        </pc:spChg>
        <pc:spChg chg="mod">
          <ac:chgData name="Aaron Fung" userId="09a62e1b-a908-44c2-a78c-4509d99436bb" providerId="ADAL" clId="{6AB3465E-B04F-47DB-B023-C89616D89A3E}" dt="2025-07-10T07:23:45.117" v="4008" actId="1076"/>
          <ac:spMkLst>
            <pc:docMk/>
            <pc:sldMk cId="1291662857" sldId="2146847003"/>
            <ac:spMk id="1396" creationId="{9FA0A2AD-BB69-C69E-F426-5C6280ABA92A}"/>
          </ac:spMkLst>
        </pc:spChg>
        <pc:spChg chg="mod">
          <ac:chgData name="Aaron Fung" userId="09a62e1b-a908-44c2-a78c-4509d99436bb" providerId="ADAL" clId="{6AB3465E-B04F-47DB-B023-C89616D89A3E}" dt="2025-07-10T07:23:52.486" v="4014"/>
          <ac:spMkLst>
            <pc:docMk/>
            <pc:sldMk cId="1291662857" sldId="2146847003"/>
            <ac:spMk id="1398" creationId="{D6E8A2D1-E8A4-A9C5-7CF0-6D47EA9E1C1C}"/>
          </ac:spMkLst>
        </pc:spChg>
        <pc:spChg chg="mod">
          <ac:chgData name="Aaron Fung" userId="09a62e1b-a908-44c2-a78c-4509d99436bb" providerId="ADAL" clId="{6AB3465E-B04F-47DB-B023-C89616D89A3E}" dt="2025-07-10T07:23:52.486" v="4014"/>
          <ac:spMkLst>
            <pc:docMk/>
            <pc:sldMk cId="1291662857" sldId="2146847003"/>
            <ac:spMk id="1399" creationId="{1ECE1E29-CB51-7789-B6D6-A8F02617180C}"/>
          </ac:spMkLst>
        </pc:spChg>
        <pc:spChg chg="mod">
          <ac:chgData name="Aaron Fung" userId="09a62e1b-a908-44c2-a78c-4509d99436bb" providerId="ADAL" clId="{6AB3465E-B04F-47DB-B023-C89616D89A3E}" dt="2025-07-10T07:23:52.486" v="4014"/>
          <ac:spMkLst>
            <pc:docMk/>
            <pc:sldMk cId="1291662857" sldId="2146847003"/>
            <ac:spMk id="1400" creationId="{E995BBD9-48F5-615D-AE69-9CFCAE76171C}"/>
          </ac:spMkLst>
        </pc:spChg>
        <pc:spChg chg="mod">
          <ac:chgData name="Aaron Fung" userId="09a62e1b-a908-44c2-a78c-4509d99436bb" providerId="ADAL" clId="{6AB3465E-B04F-47DB-B023-C89616D89A3E}" dt="2025-07-10T07:24:00.925" v="4018" actId="1076"/>
          <ac:spMkLst>
            <pc:docMk/>
            <pc:sldMk cId="1291662857" sldId="2146847003"/>
            <ac:spMk id="1401" creationId="{12BC0B16-178F-02FF-5FDC-FEB75E6F9DC7}"/>
          </ac:spMkLst>
        </pc:spChg>
        <pc:spChg chg="mod">
          <ac:chgData name="Aaron Fung" userId="09a62e1b-a908-44c2-a78c-4509d99436bb" providerId="ADAL" clId="{6AB3465E-B04F-47DB-B023-C89616D89A3E}" dt="2025-07-10T07:23:57.269" v="4017" actId="1076"/>
          <ac:spMkLst>
            <pc:docMk/>
            <pc:sldMk cId="1291662857" sldId="2146847003"/>
            <ac:spMk id="1402" creationId="{FA77CBBF-6FFD-1443-F7EC-DA9FD501B0DB}"/>
          </ac:spMkLst>
        </pc:spChg>
        <pc:grpChg chg="mod ord">
          <ac:chgData name="Aaron Fung" userId="09a62e1b-a908-44c2-a78c-4509d99436bb" providerId="ADAL" clId="{6AB3465E-B04F-47DB-B023-C89616D89A3E}" dt="2025-07-10T07:18:20.549" v="3932" actId="552"/>
          <ac:grpSpMkLst>
            <pc:docMk/>
            <pc:sldMk cId="1291662857" sldId="2146847003"/>
            <ac:grpSpMk id="1212" creationId="{5FB122DA-A2D7-7C17-F655-1C86615EC115}"/>
          </ac:grpSpMkLst>
        </pc:grpChg>
        <pc:grpChg chg="add mod">
          <ac:chgData name="Aaron Fung" userId="09a62e1b-a908-44c2-a78c-4509d99436bb" providerId="ADAL" clId="{6AB3465E-B04F-47DB-B023-C89616D89A3E}" dt="2025-07-10T07:22:21.932" v="3974"/>
          <ac:grpSpMkLst>
            <pc:docMk/>
            <pc:sldMk cId="1291662857" sldId="2146847003"/>
            <ac:grpSpMk id="1361" creationId="{EFB3036D-71FA-BE57-4A4E-0D6386658F9D}"/>
          </ac:grpSpMkLst>
        </pc:grpChg>
        <pc:grpChg chg="mod">
          <ac:chgData name="Aaron Fung" userId="09a62e1b-a908-44c2-a78c-4509d99436bb" providerId="ADAL" clId="{6AB3465E-B04F-47DB-B023-C89616D89A3E}" dt="2025-07-10T07:22:36.641" v="3979"/>
          <ac:grpSpMkLst>
            <pc:docMk/>
            <pc:sldMk cId="1291662857" sldId="2146847003"/>
            <ac:grpSpMk id="1367" creationId="{8FDE5B8F-7D97-999D-21C6-7FAE8B10616F}"/>
          </ac:grpSpMkLst>
        </pc:grpChg>
        <pc:grpChg chg="mod">
          <ac:chgData name="Aaron Fung" userId="09a62e1b-a908-44c2-a78c-4509d99436bb" providerId="ADAL" clId="{6AB3465E-B04F-47DB-B023-C89616D89A3E}" dt="2025-07-10T07:22:52.158" v="3984"/>
          <ac:grpSpMkLst>
            <pc:docMk/>
            <pc:sldMk cId="1291662857" sldId="2146847003"/>
            <ac:grpSpMk id="1373" creationId="{7106A13A-C0C3-47D0-F7BC-95DD115E5C17}"/>
          </ac:grpSpMkLst>
        </pc:grpChg>
        <pc:grpChg chg="mod">
          <ac:chgData name="Aaron Fung" userId="09a62e1b-a908-44c2-a78c-4509d99436bb" providerId="ADAL" clId="{6AB3465E-B04F-47DB-B023-C89616D89A3E}" dt="2025-07-10T07:23:13.886" v="3994"/>
          <ac:grpSpMkLst>
            <pc:docMk/>
            <pc:sldMk cId="1291662857" sldId="2146847003"/>
            <ac:grpSpMk id="1379" creationId="{16657BD5-C9B5-9C15-99D9-E35DF4E89283}"/>
          </ac:grpSpMkLst>
        </pc:grpChg>
        <pc:grpChg chg="mod">
          <ac:chgData name="Aaron Fung" userId="09a62e1b-a908-44c2-a78c-4509d99436bb" providerId="ADAL" clId="{6AB3465E-B04F-47DB-B023-C89616D89A3E}" dt="2025-07-10T07:23:20.835" v="3997"/>
          <ac:grpSpMkLst>
            <pc:docMk/>
            <pc:sldMk cId="1291662857" sldId="2146847003"/>
            <ac:grpSpMk id="1385" creationId="{F6CDE9F2-C271-F3A6-2BC9-ECC69FC256E3}"/>
          </ac:grpSpMkLst>
        </pc:grpChg>
        <pc:grpChg chg="mod">
          <ac:chgData name="Aaron Fung" userId="09a62e1b-a908-44c2-a78c-4509d99436bb" providerId="ADAL" clId="{6AB3465E-B04F-47DB-B023-C89616D89A3E}" dt="2025-07-10T07:23:34.391" v="4005"/>
          <ac:grpSpMkLst>
            <pc:docMk/>
            <pc:sldMk cId="1291662857" sldId="2146847003"/>
            <ac:grpSpMk id="1391" creationId="{43E10FD9-CE83-7CF7-AA6B-6C8EDA1EFFBE}"/>
          </ac:grpSpMkLst>
        </pc:grpChg>
        <pc:grpChg chg="mod">
          <ac:chgData name="Aaron Fung" userId="09a62e1b-a908-44c2-a78c-4509d99436bb" providerId="ADAL" clId="{6AB3465E-B04F-47DB-B023-C89616D89A3E}" dt="2025-07-10T07:23:52.486" v="4014"/>
          <ac:grpSpMkLst>
            <pc:docMk/>
            <pc:sldMk cId="1291662857" sldId="2146847003"/>
            <ac:grpSpMk id="1397" creationId="{E394900D-6FB9-FD18-2682-940A77306032}"/>
          </ac:grpSpMkLst>
        </pc:grpChg>
      </pc:sldChg>
      <pc:sldChg chg="modSp add del mod">
        <pc:chgData name="Aaron Fung" userId="09a62e1b-a908-44c2-a78c-4509d99436bb" providerId="ADAL" clId="{6AB3465E-B04F-47DB-B023-C89616D89A3E}" dt="2025-07-04T09:42:34.066" v="561" actId="47"/>
        <pc:sldMkLst>
          <pc:docMk/>
          <pc:sldMk cId="371099215" sldId="2146847004"/>
        </pc:sldMkLst>
      </pc:sldChg>
      <pc:sldChg chg="addSp delSp modSp add mod setBg">
        <pc:chgData name="Aaron Fung" userId="09a62e1b-a908-44c2-a78c-4509d99436bb" providerId="ADAL" clId="{6AB3465E-B04F-47DB-B023-C89616D89A3E}" dt="2025-07-11T06:32:53.981" v="4847" actId="1076"/>
        <pc:sldMkLst>
          <pc:docMk/>
          <pc:sldMk cId="2918559079" sldId="2146847004"/>
        </pc:sldMkLst>
        <pc:spChg chg="add mod">
          <ac:chgData name="Aaron Fung" userId="09a62e1b-a908-44c2-a78c-4509d99436bb" providerId="ADAL" clId="{6AB3465E-B04F-47DB-B023-C89616D89A3E}" dt="2025-07-11T06:32:53.981" v="4847" actId="1076"/>
          <ac:spMkLst>
            <pc:docMk/>
            <pc:sldMk cId="2918559079" sldId="2146847004"/>
            <ac:spMk id="2" creationId="{4EAA0B68-9086-5AB3-4AA3-222E43B3ECD8}"/>
          </ac:spMkLst>
        </pc:spChg>
        <pc:spChg chg="mod">
          <ac:chgData name="Aaron Fung" userId="09a62e1b-a908-44c2-a78c-4509d99436bb" providerId="ADAL" clId="{6AB3465E-B04F-47DB-B023-C89616D89A3E}" dt="2025-07-07T03:56:44.605" v="1609"/>
          <ac:spMkLst>
            <pc:docMk/>
            <pc:sldMk cId="2918559079" sldId="2146847004"/>
            <ac:spMk id="3" creationId="{8F69DCBA-5581-AB6C-2B04-011E98DE1D7B}"/>
          </ac:spMkLst>
        </pc:spChg>
        <pc:spChg chg="add mod">
          <ac:chgData name="Aaron Fung" userId="09a62e1b-a908-44c2-a78c-4509d99436bb" providerId="ADAL" clId="{6AB3465E-B04F-47DB-B023-C89616D89A3E}" dt="2025-07-07T06:10:19.292" v="1827" actId="20577"/>
          <ac:spMkLst>
            <pc:docMk/>
            <pc:sldMk cId="2918559079" sldId="2146847004"/>
            <ac:spMk id="9" creationId="{F2E8F36C-FD72-E9B3-B2E2-EC8261731240}"/>
          </ac:spMkLst>
        </pc:spChg>
        <pc:spChg chg="add mod">
          <ac:chgData name="Aaron Fung" userId="09a62e1b-a908-44c2-a78c-4509d99436bb" providerId="ADAL" clId="{6AB3465E-B04F-47DB-B023-C89616D89A3E}" dt="2025-07-07T05:48:49.934" v="1707" actId="14100"/>
          <ac:spMkLst>
            <pc:docMk/>
            <pc:sldMk cId="2918559079" sldId="2146847004"/>
            <ac:spMk id="17" creationId="{E8536D89-011E-C67B-F600-03B20D86EF51}"/>
          </ac:spMkLst>
        </pc:spChg>
        <pc:spChg chg="add mod ord">
          <ac:chgData name="Aaron Fung" userId="09a62e1b-a908-44c2-a78c-4509d99436bb" providerId="ADAL" clId="{6AB3465E-B04F-47DB-B023-C89616D89A3E}" dt="2025-07-11T06:32:38.949" v="4844" actId="14100"/>
          <ac:spMkLst>
            <pc:docMk/>
            <pc:sldMk cId="2918559079" sldId="2146847004"/>
            <ac:spMk id="22" creationId="{5CBEF6E0-C618-3355-003A-FBE9715BBAE7}"/>
          </ac:spMkLst>
        </pc:spChg>
        <pc:spChg chg="add del mod">
          <ac:chgData name="Aaron Fung" userId="09a62e1b-a908-44c2-a78c-4509d99436bb" providerId="ADAL" clId="{6AB3465E-B04F-47DB-B023-C89616D89A3E}" dt="2025-07-11T06:32:17.216" v="4837" actId="14100"/>
          <ac:spMkLst>
            <pc:docMk/>
            <pc:sldMk cId="2918559079" sldId="2146847004"/>
            <ac:spMk id="27" creationId="{85A70E5A-29C8-9B29-6DDE-FFB4A36F0116}"/>
          </ac:spMkLst>
        </pc:spChg>
        <pc:spChg chg="add mod">
          <ac:chgData name="Aaron Fung" userId="09a62e1b-a908-44c2-a78c-4509d99436bb" providerId="ADAL" clId="{6AB3465E-B04F-47DB-B023-C89616D89A3E}" dt="2025-07-07T06:09:05.873" v="1809" actId="113"/>
          <ac:spMkLst>
            <pc:docMk/>
            <pc:sldMk cId="2918559079" sldId="2146847004"/>
            <ac:spMk id="29" creationId="{314D8C88-5B95-15DD-4E70-83C829F177ED}"/>
          </ac:spMkLst>
        </pc:spChg>
        <pc:spChg chg="add mod">
          <ac:chgData name="Aaron Fung" userId="09a62e1b-a908-44c2-a78c-4509d99436bb" providerId="ADAL" clId="{6AB3465E-B04F-47DB-B023-C89616D89A3E}" dt="2025-07-10T07:39:21.243" v="4063" actId="1076"/>
          <ac:spMkLst>
            <pc:docMk/>
            <pc:sldMk cId="2918559079" sldId="2146847004"/>
            <ac:spMk id="38" creationId="{7254F37B-B189-E6BD-6095-E64416C546E8}"/>
          </ac:spMkLst>
        </pc:spChg>
        <pc:spChg chg="add mod">
          <ac:chgData name="Aaron Fung" userId="09a62e1b-a908-44c2-a78c-4509d99436bb" providerId="ADAL" clId="{6AB3465E-B04F-47DB-B023-C89616D89A3E}" dt="2025-07-10T07:39:21.243" v="4063" actId="1076"/>
          <ac:spMkLst>
            <pc:docMk/>
            <pc:sldMk cId="2918559079" sldId="2146847004"/>
            <ac:spMk id="39" creationId="{D48F8A6A-45C4-02FA-7BA5-CDFCF3E8CC27}"/>
          </ac:spMkLst>
        </pc:spChg>
        <pc:spChg chg="add mod">
          <ac:chgData name="Aaron Fung" userId="09a62e1b-a908-44c2-a78c-4509d99436bb" providerId="ADAL" clId="{6AB3465E-B04F-47DB-B023-C89616D89A3E}" dt="2025-07-10T07:39:21.243" v="4063" actId="1076"/>
          <ac:spMkLst>
            <pc:docMk/>
            <pc:sldMk cId="2918559079" sldId="2146847004"/>
            <ac:spMk id="41" creationId="{4BFE13BB-2EC3-C8F9-7C6E-7CCD6F4564FA}"/>
          </ac:spMkLst>
        </pc:spChg>
        <pc:spChg chg="add mod">
          <ac:chgData name="Aaron Fung" userId="09a62e1b-a908-44c2-a78c-4509d99436bb" providerId="ADAL" clId="{6AB3465E-B04F-47DB-B023-C89616D89A3E}" dt="2025-07-10T07:39:21.243" v="4063" actId="1076"/>
          <ac:spMkLst>
            <pc:docMk/>
            <pc:sldMk cId="2918559079" sldId="2146847004"/>
            <ac:spMk id="42" creationId="{F1A68DE2-25D2-F0AD-FCE1-277B60DA5D30}"/>
          </ac:spMkLst>
        </pc:spChg>
        <pc:picChg chg="add mod">
          <ac:chgData name="Aaron Fung" userId="09a62e1b-a908-44c2-a78c-4509d99436bb" providerId="ADAL" clId="{6AB3465E-B04F-47DB-B023-C89616D89A3E}" dt="2025-07-10T07:39:21.243" v="4063" actId="1076"/>
          <ac:picMkLst>
            <pc:docMk/>
            <pc:sldMk cId="2918559079" sldId="2146847004"/>
            <ac:picMk id="30" creationId="{60AA7BE2-5C36-BFC7-2B8D-650041FDD5AC}"/>
          </ac:picMkLst>
        </pc:picChg>
        <pc:picChg chg="add mod">
          <ac:chgData name="Aaron Fung" userId="09a62e1b-a908-44c2-a78c-4509d99436bb" providerId="ADAL" clId="{6AB3465E-B04F-47DB-B023-C89616D89A3E}" dt="2025-07-10T07:39:21.243" v="4063" actId="1076"/>
          <ac:picMkLst>
            <pc:docMk/>
            <pc:sldMk cId="2918559079" sldId="2146847004"/>
            <ac:picMk id="34" creationId="{DEEB2F32-3DB4-0FEC-BDD9-E45E415D8064}"/>
          </ac:picMkLst>
        </pc:picChg>
        <pc:picChg chg="add mod">
          <ac:chgData name="Aaron Fung" userId="09a62e1b-a908-44c2-a78c-4509d99436bb" providerId="ADAL" clId="{6AB3465E-B04F-47DB-B023-C89616D89A3E}" dt="2025-07-10T07:39:21.243" v="4063" actId="1076"/>
          <ac:picMkLst>
            <pc:docMk/>
            <pc:sldMk cId="2918559079" sldId="2146847004"/>
            <ac:picMk id="35" creationId="{CD62B289-07D5-CCB6-97B4-F22EFCEB2705}"/>
          </ac:picMkLst>
        </pc:picChg>
        <pc:picChg chg="add mod">
          <ac:chgData name="Aaron Fung" userId="09a62e1b-a908-44c2-a78c-4509d99436bb" providerId="ADAL" clId="{6AB3465E-B04F-47DB-B023-C89616D89A3E}" dt="2025-07-10T07:39:21.243" v="4063" actId="1076"/>
          <ac:picMkLst>
            <pc:docMk/>
            <pc:sldMk cId="2918559079" sldId="2146847004"/>
            <ac:picMk id="36" creationId="{C6E89481-9368-79D2-7234-F801AC95B970}"/>
          </ac:picMkLst>
        </pc:picChg>
      </pc:sldChg>
      <pc:sldChg chg="addSp delSp modSp add mod setBg">
        <pc:chgData name="Aaron Fung" userId="09a62e1b-a908-44c2-a78c-4509d99436bb" providerId="ADAL" clId="{6AB3465E-B04F-47DB-B023-C89616D89A3E}" dt="2025-07-11T06:34:39.051" v="4885" actId="207"/>
        <pc:sldMkLst>
          <pc:docMk/>
          <pc:sldMk cId="1669672347" sldId="2146847005"/>
        </pc:sldMkLst>
        <pc:spChg chg="add mod">
          <ac:chgData name="Aaron Fung" userId="09a62e1b-a908-44c2-a78c-4509d99436bb" providerId="ADAL" clId="{6AB3465E-B04F-47DB-B023-C89616D89A3E}" dt="2025-07-09T06:25:15.769" v="2196" actId="14100"/>
          <ac:spMkLst>
            <pc:docMk/>
            <pc:sldMk cId="1669672347" sldId="2146847005"/>
            <ac:spMk id="2" creationId="{AC767841-C96B-E2B0-A925-DC26E3C487AE}"/>
          </ac:spMkLst>
        </pc:spChg>
        <pc:spChg chg="mod">
          <ac:chgData name="Aaron Fung" userId="09a62e1b-a908-44c2-a78c-4509d99436bb" providerId="ADAL" clId="{6AB3465E-B04F-47DB-B023-C89616D89A3E}" dt="2025-07-07T06:08:50.027" v="1806" actId="20577"/>
          <ac:spMkLst>
            <pc:docMk/>
            <pc:sldMk cId="1669672347" sldId="2146847005"/>
            <ac:spMk id="3" creationId="{13FB41FC-B290-EBA5-2611-66B5452EA827}"/>
          </ac:spMkLst>
        </pc:spChg>
        <pc:spChg chg="add mod">
          <ac:chgData name="Aaron Fung" userId="09a62e1b-a908-44c2-a78c-4509d99436bb" providerId="ADAL" clId="{6AB3465E-B04F-47DB-B023-C89616D89A3E}" dt="2025-07-11T06:32:58.916" v="4849"/>
          <ac:spMkLst>
            <pc:docMk/>
            <pc:sldMk cId="1669672347" sldId="2146847005"/>
            <ac:spMk id="4" creationId="{B2A1D95A-231C-F25F-E63B-917392137E06}"/>
          </ac:spMkLst>
        </pc:spChg>
        <pc:spChg chg="add mod">
          <ac:chgData name="Aaron Fung" userId="09a62e1b-a908-44c2-a78c-4509d99436bb" providerId="ADAL" clId="{6AB3465E-B04F-47DB-B023-C89616D89A3E}" dt="2025-07-09T06:25:29.014" v="2202" actId="14100"/>
          <ac:spMkLst>
            <pc:docMk/>
            <pc:sldMk cId="1669672347" sldId="2146847005"/>
            <ac:spMk id="5" creationId="{318DC535-F4A6-FD00-B301-645E63522E73}"/>
          </ac:spMkLst>
        </pc:spChg>
        <pc:spChg chg="add mod">
          <ac:chgData name="Aaron Fung" userId="09a62e1b-a908-44c2-a78c-4509d99436bb" providerId="ADAL" clId="{6AB3465E-B04F-47DB-B023-C89616D89A3E}" dt="2025-07-11T06:33:41.262" v="4869" actId="1038"/>
          <ac:spMkLst>
            <pc:docMk/>
            <pc:sldMk cId="1669672347" sldId="2146847005"/>
            <ac:spMk id="7" creationId="{5241FED2-25E7-FA80-6FA4-D1A2689E2BED}"/>
          </ac:spMkLst>
        </pc:spChg>
        <pc:spChg chg="mod">
          <ac:chgData name="Aaron Fung" userId="09a62e1b-a908-44c2-a78c-4509d99436bb" providerId="ADAL" clId="{6AB3465E-B04F-47DB-B023-C89616D89A3E}" dt="2025-07-11T06:33:30.806" v="4865" actId="1076"/>
          <ac:spMkLst>
            <pc:docMk/>
            <pc:sldMk cId="1669672347" sldId="2146847005"/>
            <ac:spMk id="9" creationId="{42A88436-BE3E-43F9-41F9-69EA5396542F}"/>
          </ac:spMkLst>
        </pc:spChg>
        <pc:spChg chg="mod">
          <ac:chgData name="Aaron Fung" userId="09a62e1b-a908-44c2-a78c-4509d99436bb" providerId="ADAL" clId="{6AB3465E-B04F-47DB-B023-C89616D89A3E}" dt="2025-07-11T06:34:39.051" v="4885" actId="207"/>
          <ac:spMkLst>
            <pc:docMk/>
            <pc:sldMk cId="1669672347" sldId="2146847005"/>
            <ac:spMk id="22" creationId="{947DF606-56CE-11F9-3853-FB0796C7EA43}"/>
          </ac:spMkLst>
        </pc:spChg>
        <pc:spChg chg="mod">
          <ac:chgData name="Aaron Fung" userId="09a62e1b-a908-44c2-a78c-4509d99436bb" providerId="ADAL" clId="{6AB3465E-B04F-47DB-B023-C89616D89A3E}" dt="2025-07-07T06:09:08.377" v="1810" actId="113"/>
          <ac:spMkLst>
            <pc:docMk/>
            <pc:sldMk cId="1669672347" sldId="2146847005"/>
            <ac:spMk id="29" creationId="{917BAF14-05C1-60CA-F2BD-7EE1912E6227}"/>
          </ac:spMkLst>
        </pc:spChg>
        <pc:picChg chg="add mod">
          <ac:chgData name="Aaron Fung" userId="09a62e1b-a908-44c2-a78c-4509d99436bb" providerId="ADAL" clId="{6AB3465E-B04F-47DB-B023-C89616D89A3E}" dt="2025-07-09T06:25:19.409" v="2199" actId="1076"/>
          <ac:picMkLst>
            <pc:docMk/>
            <pc:sldMk cId="1669672347" sldId="2146847005"/>
            <ac:picMk id="6" creationId="{A947C876-F419-9731-7FB5-D7162BB185E1}"/>
          </ac:picMkLst>
        </pc:picChg>
        <pc:picChg chg="add mod">
          <ac:chgData name="Aaron Fung" userId="09a62e1b-a908-44c2-a78c-4509d99436bb" providerId="ADAL" clId="{6AB3465E-B04F-47DB-B023-C89616D89A3E}" dt="2025-07-07T06:12:28.071" v="1846" actId="1076"/>
          <ac:picMkLst>
            <pc:docMk/>
            <pc:sldMk cId="1669672347" sldId="2146847005"/>
            <ac:picMk id="8" creationId="{B1F8734E-ADF5-1A38-EE9D-F633B048F206}"/>
          </ac:picMkLst>
        </pc:picChg>
      </pc:sldChg>
      <pc:sldChg chg="addSp delSp modSp add mod setBg">
        <pc:chgData name="Aaron Fung" userId="09a62e1b-a908-44c2-a78c-4509d99436bb" providerId="ADAL" clId="{6AB3465E-B04F-47DB-B023-C89616D89A3E}" dt="2025-07-11T06:34:44.028" v="4886" actId="207"/>
        <pc:sldMkLst>
          <pc:docMk/>
          <pc:sldMk cId="969961209" sldId="2146847006"/>
        </pc:sldMkLst>
        <pc:spChg chg="add mod">
          <ac:chgData name="Aaron Fung" userId="09a62e1b-a908-44c2-a78c-4509d99436bb" providerId="ADAL" clId="{6AB3465E-B04F-47DB-B023-C89616D89A3E}" dt="2025-07-11T06:33:09.532" v="4852"/>
          <ac:spMkLst>
            <pc:docMk/>
            <pc:sldMk cId="969961209" sldId="2146847006"/>
            <ac:spMk id="2" creationId="{ABAD9CA1-D69A-B703-5866-BB22634E23C4}"/>
          </ac:spMkLst>
        </pc:spChg>
        <pc:spChg chg="add mod">
          <ac:chgData name="Aaron Fung" userId="09a62e1b-a908-44c2-a78c-4509d99436bb" providerId="ADAL" clId="{6AB3465E-B04F-47DB-B023-C89616D89A3E}" dt="2025-07-11T06:34:01.897" v="4874" actId="1076"/>
          <ac:spMkLst>
            <pc:docMk/>
            <pc:sldMk cId="969961209" sldId="2146847006"/>
            <ac:spMk id="5" creationId="{565605CD-96C1-1316-D3EF-48F1275F4FB6}"/>
          </ac:spMkLst>
        </pc:spChg>
        <pc:spChg chg="add mod">
          <ac:chgData name="Aaron Fung" userId="09a62e1b-a908-44c2-a78c-4509d99436bb" providerId="ADAL" clId="{6AB3465E-B04F-47DB-B023-C89616D89A3E}" dt="2025-07-11T06:34:03.849" v="4876"/>
          <ac:spMkLst>
            <pc:docMk/>
            <pc:sldMk cId="969961209" sldId="2146847006"/>
            <ac:spMk id="7" creationId="{5203C6FD-C659-F0B0-2D46-8C028B05E84D}"/>
          </ac:spMkLst>
        </pc:spChg>
        <pc:spChg chg="mod">
          <ac:chgData name="Aaron Fung" userId="09a62e1b-a908-44c2-a78c-4509d99436bb" providerId="ADAL" clId="{6AB3465E-B04F-47DB-B023-C89616D89A3E}" dt="2025-07-09T06:20:59.013" v="2156"/>
          <ac:spMkLst>
            <pc:docMk/>
            <pc:sldMk cId="969961209" sldId="2146847006"/>
            <ac:spMk id="9" creationId="{4984EB6F-1D3C-9A37-14A1-6B0E626CF608}"/>
          </ac:spMkLst>
        </pc:spChg>
        <pc:spChg chg="add mod">
          <ac:chgData name="Aaron Fung" userId="09a62e1b-a908-44c2-a78c-4509d99436bb" providerId="ADAL" clId="{6AB3465E-B04F-47DB-B023-C89616D89A3E}" dt="2025-07-09T06:25:45.790" v="2208" actId="14100"/>
          <ac:spMkLst>
            <pc:docMk/>
            <pc:sldMk cId="969961209" sldId="2146847006"/>
            <ac:spMk id="10" creationId="{F4BC520D-159E-073C-9EF3-15A3B3745342}"/>
          </ac:spMkLst>
        </pc:spChg>
        <pc:spChg chg="add mod">
          <ac:chgData name="Aaron Fung" userId="09a62e1b-a908-44c2-a78c-4509d99436bb" providerId="ADAL" clId="{6AB3465E-B04F-47DB-B023-C89616D89A3E}" dt="2025-07-09T06:25:52.494" v="2211" actId="1076"/>
          <ac:spMkLst>
            <pc:docMk/>
            <pc:sldMk cId="969961209" sldId="2146847006"/>
            <ac:spMk id="11" creationId="{F905E71C-7360-1444-F017-8EC23E7401A3}"/>
          </ac:spMkLst>
        </pc:spChg>
        <pc:spChg chg="add mod">
          <ac:chgData name="Aaron Fung" userId="09a62e1b-a908-44c2-a78c-4509d99436bb" providerId="ADAL" clId="{6AB3465E-B04F-47DB-B023-C89616D89A3E}" dt="2025-07-09T06:27:22.806" v="2240" actId="1076"/>
          <ac:spMkLst>
            <pc:docMk/>
            <pc:sldMk cId="969961209" sldId="2146847006"/>
            <ac:spMk id="12" creationId="{40E52DD2-EC42-6BDB-F539-434750B3EBD7}"/>
          </ac:spMkLst>
        </pc:spChg>
        <pc:spChg chg="add mod">
          <ac:chgData name="Aaron Fung" userId="09a62e1b-a908-44c2-a78c-4509d99436bb" providerId="ADAL" clId="{6AB3465E-B04F-47DB-B023-C89616D89A3E}" dt="2025-07-09T06:27:18.367" v="2239" actId="1076"/>
          <ac:spMkLst>
            <pc:docMk/>
            <pc:sldMk cId="969961209" sldId="2146847006"/>
            <ac:spMk id="13" creationId="{CB35747F-3EF1-36D0-C87C-684B196E7E36}"/>
          </ac:spMkLst>
        </pc:spChg>
        <pc:spChg chg="mod">
          <ac:chgData name="Aaron Fung" userId="09a62e1b-a908-44c2-a78c-4509d99436bb" providerId="ADAL" clId="{6AB3465E-B04F-47DB-B023-C89616D89A3E}" dt="2025-07-11T06:34:44.028" v="4886" actId="207"/>
          <ac:spMkLst>
            <pc:docMk/>
            <pc:sldMk cId="969961209" sldId="2146847006"/>
            <ac:spMk id="22" creationId="{241B0BFF-0318-481E-C085-2D4690382217}"/>
          </ac:spMkLst>
        </pc:spChg>
        <pc:spChg chg="mod">
          <ac:chgData name="Aaron Fung" userId="09a62e1b-a908-44c2-a78c-4509d99436bb" providerId="ADAL" clId="{6AB3465E-B04F-47DB-B023-C89616D89A3E}" dt="2025-07-09T08:04:28.731" v="2757" actId="20577"/>
          <ac:spMkLst>
            <pc:docMk/>
            <pc:sldMk cId="969961209" sldId="2146847006"/>
            <ac:spMk id="29" creationId="{5E5983C1-5879-5BC1-2E80-F34B4A6EA6AD}"/>
          </ac:spMkLst>
        </pc:spChg>
        <pc:picChg chg="add mod">
          <ac:chgData name="Aaron Fung" userId="09a62e1b-a908-44c2-a78c-4509d99436bb" providerId="ADAL" clId="{6AB3465E-B04F-47DB-B023-C89616D89A3E}" dt="2025-07-09T06:22:39.044" v="2182" actId="1076"/>
          <ac:picMkLst>
            <pc:docMk/>
            <pc:sldMk cId="969961209" sldId="2146847006"/>
            <ac:picMk id="4" creationId="{BB7DCDE5-9472-EB36-5E46-4F46CEF4A833}"/>
          </ac:picMkLst>
        </pc:picChg>
        <pc:picChg chg="add mod">
          <ac:chgData name="Aaron Fung" userId="09a62e1b-a908-44c2-a78c-4509d99436bb" providerId="ADAL" clId="{6AB3465E-B04F-47DB-B023-C89616D89A3E}" dt="2025-07-09T06:23:38.763" v="2191" actId="1076"/>
          <ac:picMkLst>
            <pc:docMk/>
            <pc:sldMk cId="969961209" sldId="2146847006"/>
            <ac:picMk id="6" creationId="{278F3C29-310B-BBA1-D22B-294674A18C6C}"/>
          </ac:picMkLst>
        </pc:picChg>
        <pc:picChg chg="add mod">
          <ac:chgData name="Aaron Fung" userId="09a62e1b-a908-44c2-a78c-4509d99436bb" providerId="ADAL" clId="{6AB3465E-B04F-47DB-B023-C89616D89A3E}" dt="2025-07-09T06:27:15.609" v="2238" actId="1076"/>
          <ac:picMkLst>
            <pc:docMk/>
            <pc:sldMk cId="969961209" sldId="2146847006"/>
            <ac:picMk id="8" creationId="{8810586E-8703-099C-2F64-0ADF3FD3E290}"/>
          </ac:picMkLst>
        </pc:picChg>
      </pc:sldChg>
      <pc:sldChg chg="add del">
        <pc:chgData name="Aaron Fung" userId="09a62e1b-a908-44c2-a78c-4509d99436bb" providerId="ADAL" clId="{6AB3465E-B04F-47DB-B023-C89616D89A3E}" dt="2025-07-07T06:09:14.446" v="1812" actId="47"/>
        <pc:sldMkLst>
          <pc:docMk/>
          <pc:sldMk cId="4181111656" sldId="2146847006"/>
        </pc:sldMkLst>
      </pc:sldChg>
      <pc:sldChg chg="add del">
        <pc:chgData name="Aaron Fung" userId="09a62e1b-a908-44c2-a78c-4509d99436bb" providerId="ADAL" clId="{6AB3465E-B04F-47DB-B023-C89616D89A3E}" dt="2025-07-07T06:09:14.653" v="1813" actId="47"/>
        <pc:sldMkLst>
          <pc:docMk/>
          <pc:sldMk cId="2192572523" sldId="2146847007"/>
        </pc:sldMkLst>
      </pc:sldChg>
      <pc:sldChg chg="addSp delSp modSp add mod setBg">
        <pc:chgData name="Aaron Fung" userId="09a62e1b-a908-44c2-a78c-4509d99436bb" providerId="ADAL" clId="{6AB3465E-B04F-47DB-B023-C89616D89A3E}" dt="2025-07-11T06:34:48.233" v="4887" actId="207"/>
        <pc:sldMkLst>
          <pc:docMk/>
          <pc:sldMk cId="3929051679" sldId="2146847007"/>
        </pc:sldMkLst>
        <pc:spChg chg="add mod">
          <ac:chgData name="Aaron Fung" userId="09a62e1b-a908-44c2-a78c-4509d99436bb" providerId="ADAL" clId="{6AB3465E-B04F-47DB-B023-C89616D89A3E}" dt="2025-07-11T06:33:14.290" v="4855" actId="1076"/>
          <ac:spMkLst>
            <pc:docMk/>
            <pc:sldMk cId="3929051679" sldId="2146847007"/>
            <ac:spMk id="2" creationId="{E8392A68-7BBA-3840-8E4A-ABABCB24BFDC}"/>
          </ac:spMkLst>
        </pc:spChg>
        <pc:spChg chg="add mod">
          <ac:chgData name="Aaron Fung" userId="09a62e1b-a908-44c2-a78c-4509d99436bb" providerId="ADAL" clId="{6AB3465E-B04F-47DB-B023-C89616D89A3E}" dt="2025-07-09T06:30:38.814" v="2262" actId="1076"/>
          <ac:spMkLst>
            <pc:docMk/>
            <pc:sldMk cId="3929051679" sldId="2146847007"/>
            <ac:spMk id="7" creationId="{EF174BC7-E7F5-175B-C15D-9581A28D095D}"/>
          </ac:spMkLst>
        </pc:spChg>
        <pc:spChg chg="add mod">
          <ac:chgData name="Aaron Fung" userId="09a62e1b-a908-44c2-a78c-4509d99436bb" providerId="ADAL" clId="{6AB3465E-B04F-47DB-B023-C89616D89A3E}" dt="2025-07-11T06:34:11.933" v="4879"/>
          <ac:spMkLst>
            <pc:docMk/>
            <pc:sldMk cId="3929051679" sldId="2146847007"/>
            <ac:spMk id="8" creationId="{5E5F41AD-518A-1DA4-BE75-6B59684519D8}"/>
          </ac:spMkLst>
        </pc:spChg>
        <pc:spChg chg="mod">
          <ac:chgData name="Aaron Fung" userId="09a62e1b-a908-44c2-a78c-4509d99436bb" providerId="ADAL" clId="{6AB3465E-B04F-47DB-B023-C89616D89A3E}" dt="2025-07-09T06:21:14.759" v="2159"/>
          <ac:spMkLst>
            <pc:docMk/>
            <pc:sldMk cId="3929051679" sldId="2146847007"/>
            <ac:spMk id="9" creationId="{D2E05C51-BE13-CABD-F62B-CCD010866956}"/>
          </ac:spMkLst>
        </pc:spChg>
        <pc:spChg chg="add mod">
          <ac:chgData name="Aaron Fung" userId="09a62e1b-a908-44c2-a78c-4509d99436bb" providerId="ADAL" clId="{6AB3465E-B04F-47DB-B023-C89616D89A3E}" dt="2025-07-09T06:30:47.315" v="2266" actId="1076"/>
          <ac:spMkLst>
            <pc:docMk/>
            <pc:sldMk cId="3929051679" sldId="2146847007"/>
            <ac:spMk id="13" creationId="{D5B8201D-3C9A-5AE6-5D6E-83C3AD6EB36F}"/>
          </ac:spMkLst>
        </pc:spChg>
        <pc:spChg chg="add mod">
          <ac:chgData name="Aaron Fung" userId="09a62e1b-a908-44c2-a78c-4509d99436bb" providerId="ADAL" clId="{6AB3465E-B04F-47DB-B023-C89616D89A3E}" dt="2025-07-09T06:30:44.214" v="2265" actId="1076"/>
          <ac:spMkLst>
            <pc:docMk/>
            <pc:sldMk cId="3929051679" sldId="2146847007"/>
            <ac:spMk id="14" creationId="{55ACA580-A892-70FD-B75C-1B6FE40BF11A}"/>
          </ac:spMkLst>
        </pc:spChg>
        <pc:spChg chg="add mod">
          <ac:chgData name="Aaron Fung" userId="09a62e1b-a908-44c2-a78c-4509d99436bb" providerId="ADAL" clId="{6AB3465E-B04F-47DB-B023-C89616D89A3E}" dt="2025-07-09T06:31:14.823" v="2271" actId="14100"/>
          <ac:spMkLst>
            <pc:docMk/>
            <pc:sldMk cId="3929051679" sldId="2146847007"/>
            <ac:spMk id="15" creationId="{07EF2095-CC0A-8FD3-B033-D45FC08E4F89}"/>
          </ac:spMkLst>
        </pc:spChg>
        <pc:spChg chg="add mod">
          <ac:chgData name="Aaron Fung" userId="09a62e1b-a908-44c2-a78c-4509d99436bb" providerId="ADAL" clId="{6AB3465E-B04F-47DB-B023-C89616D89A3E}" dt="2025-07-09T06:31:21.686" v="2275" actId="14100"/>
          <ac:spMkLst>
            <pc:docMk/>
            <pc:sldMk cId="3929051679" sldId="2146847007"/>
            <ac:spMk id="16" creationId="{A882D008-5A37-9D9F-59D4-CD100B12BD44}"/>
          </ac:spMkLst>
        </pc:spChg>
        <pc:spChg chg="add mod">
          <ac:chgData name="Aaron Fung" userId="09a62e1b-a908-44c2-a78c-4509d99436bb" providerId="ADAL" clId="{6AB3465E-B04F-47DB-B023-C89616D89A3E}" dt="2025-07-09T06:31:31.793" v="2280" actId="14100"/>
          <ac:spMkLst>
            <pc:docMk/>
            <pc:sldMk cId="3929051679" sldId="2146847007"/>
            <ac:spMk id="18" creationId="{347344D7-7B6A-A557-E5A5-9A27E259B17C}"/>
          </ac:spMkLst>
        </pc:spChg>
        <pc:spChg chg="add mod">
          <ac:chgData name="Aaron Fung" userId="09a62e1b-a908-44c2-a78c-4509d99436bb" providerId="ADAL" clId="{6AB3465E-B04F-47DB-B023-C89616D89A3E}" dt="2025-07-09T06:31:39.324" v="2284" actId="14100"/>
          <ac:spMkLst>
            <pc:docMk/>
            <pc:sldMk cId="3929051679" sldId="2146847007"/>
            <ac:spMk id="19" creationId="{844D3DFA-E476-4E36-07E2-DACA74D078E0}"/>
          </ac:spMkLst>
        </pc:spChg>
        <pc:spChg chg="mod">
          <ac:chgData name="Aaron Fung" userId="09a62e1b-a908-44c2-a78c-4509d99436bb" providerId="ADAL" clId="{6AB3465E-B04F-47DB-B023-C89616D89A3E}" dt="2025-07-11T06:34:48.233" v="4887" actId="207"/>
          <ac:spMkLst>
            <pc:docMk/>
            <pc:sldMk cId="3929051679" sldId="2146847007"/>
            <ac:spMk id="22" creationId="{A679DC07-E34E-E2E0-9139-254319C62555}"/>
          </ac:spMkLst>
        </pc:spChg>
        <pc:spChg chg="mod">
          <ac:chgData name="Aaron Fung" userId="09a62e1b-a908-44c2-a78c-4509d99436bb" providerId="ADAL" clId="{6AB3465E-B04F-47DB-B023-C89616D89A3E}" dt="2025-07-09T06:21:25.680" v="2174" actId="14100"/>
          <ac:spMkLst>
            <pc:docMk/>
            <pc:sldMk cId="3929051679" sldId="2146847007"/>
            <ac:spMk id="29" creationId="{66B97C6E-4B3E-376C-6E8F-1D585E950D94}"/>
          </ac:spMkLst>
        </pc:spChg>
        <pc:picChg chg="add mod">
          <ac:chgData name="Aaron Fung" userId="09a62e1b-a908-44c2-a78c-4509d99436bb" providerId="ADAL" clId="{6AB3465E-B04F-47DB-B023-C89616D89A3E}" dt="2025-07-09T06:30:40.427" v="2263" actId="1076"/>
          <ac:picMkLst>
            <pc:docMk/>
            <pc:sldMk cId="3929051679" sldId="2146847007"/>
            <ac:picMk id="4" creationId="{029DFCD9-CE74-D5DB-A191-326C501B374B}"/>
          </ac:picMkLst>
        </pc:picChg>
        <pc:picChg chg="add mod">
          <ac:chgData name="Aaron Fung" userId="09a62e1b-a908-44c2-a78c-4509d99436bb" providerId="ADAL" clId="{6AB3465E-B04F-47DB-B023-C89616D89A3E}" dt="2025-07-09T06:29:18.498" v="2246" actId="1076"/>
          <ac:picMkLst>
            <pc:docMk/>
            <pc:sldMk cId="3929051679" sldId="2146847007"/>
            <ac:picMk id="6" creationId="{A81C8D65-D7B4-214F-A29B-84D3006D128B}"/>
          </ac:picMkLst>
        </pc:picChg>
        <pc:picChg chg="add mod">
          <ac:chgData name="Aaron Fung" userId="09a62e1b-a908-44c2-a78c-4509d99436bb" providerId="ADAL" clId="{6AB3465E-B04F-47DB-B023-C89616D89A3E}" dt="2025-07-09T06:29:54.373" v="2254" actId="1076"/>
          <ac:picMkLst>
            <pc:docMk/>
            <pc:sldMk cId="3929051679" sldId="2146847007"/>
            <ac:picMk id="10" creationId="{332030CA-706C-BDDB-3B48-77F86B792F7B}"/>
          </ac:picMkLst>
        </pc:picChg>
        <pc:picChg chg="add mod">
          <ac:chgData name="Aaron Fung" userId="09a62e1b-a908-44c2-a78c-4509d99436bb" providerId="ADAL" clId="{6AB3465E-B04F-47DB-B023-C89616D89A3E}" dt="2025-07-09T06:30:34.318" v="2260" actId="1076"/>
          <ac:picMkLst>
            <pc:docMk/>
            <pc:sldMk cId="3929051679" sldId="2146847007"/>
            <ac:picMk id="12" creationId="{039D1246-4183-81E1-9B48-6F61418EC548}"/>
          </ac:picMkLst>
        </pc:picChg>
      </pc:sldChg>
      <pc:sldChg chg="add del">
        <pc:chgData name="Aaron Fung" userId="09a62e1b-a908-44c2-a78c-4509d99436bb" providerId="ADAL" clId="{6AB3465E-B04F-47DB-B023-C89616D89A3E}" dt="2025-07-07T06:09:14.864" v="1814" actId="47"/>
        <pc:sldMkLst>
          <pc:docMk/>
          <pc:sldMk cId="2753855503" sldId="2146847008"/>
        </pc:sldMkLst>
      </pc:sldChg>
      <pc:sldChg chg="addSp delSp modSp add mod setBg">
        <pc:chgData name="Aaron Fung" userId="09a62e1b-a908-44c2-a78c-4509d99436bb" providerId="ADAL" clId="{6AB3465E-B04F-47DB-B023-C89616D89A3E}" dt="2025-07-11T06:34:56.597" v="4890" actId="207"/>
        <pc:sldMkLst>
          <pc:docMk/>
          <pc:sldMk cId="3041393802" sldId="2146847008"/>
        </pc:sldMkLst>
        <pc:spChg chg="add mod">
          <ac:chgData name="Aaron Fung" userId="09a62e1b-a908-44c2-a78c-4509d99436bb" providerId="ADAL" clId="{6AB3465E-B04F-47DB-B023-C89616D89A3E}" dt="2025-07-11T06:33:17.451" v="4858"/>
          <ac:spMkLst>
            <pc:docMk/>
            <pc:sldMk cId="3041393802" sldId="2146847008"/>
            <ac:spMk id="2" creationId="{4204D379-910E-A199-F692-31D8BD2A3468}"/>
          </ac:spMkLst>
        </pc:spChg>
        <pc:spChg chg="add mod">
          <ac:chgData name="Aaron Fung" userId="09a62e1b-a908-44c2-a78c-4509d99436bb" providerId="ADAL" clId="{6AB3465E-B04F-47DB-B023-C89616D89A3E}" dt="2025-07-11T06:34:16.714" v="4881"/>
          <ac:spMkLst>
            <pc:docMk/>
            <pc:sldMk cId="3041393802" sldId="2146847008"/>
            <ac:spMk id="5" creationId="{B77C3135-C3A9-5CBB-EA88-80134C196AE8}"/>
          </ac:spMkLst>
        </pc:spChg>
        <pc:spChg chg="add mod">
          <ac:chgData name="Aaron Fung" userId="09a62e1b-a908-44c2-a78c-4509d99436bb" providerId="ADAL" clId="{6AB3465E-B04F-47DB-B023-C89616D89A3E}" dt="2025-07-09T07:02:00.896" v="2546" actId="14100"/>
          <ac:spMkLst>
            <pc:docMk/>
            <pc:sldMk cId="3041393802" sldId="2146847008"/>
            <ac:spMk id="7" creationId="{0A55D625-6BC5-65CC-FC92-4CDB4B93819F}"/>
          </ac:spMkLst>
        </pc:spChg>
        <pc:spChg chg="mod">
          <ac:chgData name="Aaron Fung" userId="09a62e1b-a908-44c2-a78c-4509d99436bb" providerId="ADAL" clId="{6AB3465E-B04F-47DB-B023-C89616D89A3E}" dt="2025-07-11T06:34:53.638" v="4889" actId="207"/>
          <ac:spMkLst>
            <pc:docMk/>
            <pc:sldMk cId="3041393802" sldId="2146847008"/>
            <ac:spMk id="9" creationId="{60A6DC46-7F45-ABAF-5F4C-8CE88529E207}"/>
          </ac:spMkLst>
        </pc:spChg>
        <pc:spChg chg="mod">
          <ac:chgData name="Aaron Fung" userId="09a62e1b-a908-44c2-a78c-4509d99436bb" providerId="ADAL" clId="{6AB3465E-B04F-47DB-B023-C89616D89A3E}" dt="2025-07-11T06:34:56.597" v="4890" actId="207"/>
          <ac:spMkLst>
            <pc:docMk/>
            <pc:sldMk cId="3041393802" sldId="2146847008"/>
            <ac:spMk id="22" creationId="{7A44D544-D100-D3C4-7717-D4A8EC9D026A}"/>
          </ac:spMkLst>
        </pc:spChg>
        <pc:spChg chg="mod">
          <ac:chgData name="Aaron Fung" userId="09a62e1b-a908-44c2-a78c-4509d99436bb" providerId="ADAL" clId="{6AB3465E-B04F-47DB-B023-C89616D89A3E}" dt="2025-07-09T06:21:45.675" v="2175"/>
          <ac:spMkLst>
            <pc:docMk/>
            <pc:sldMk cId="3041393802" sldId="2146847008"/>
            <ac:spMk id="29" creationId="{AAE84F8F-A009-30E4-92DB-5AF640C6F689}"/>
          </ac:spMkLst>
        </pc:spChg>
        <pc:picChg chg="add mod">
          <ac:chgData name="Aaron Fung" userId="09a62e1b-a908-44c2-a78c-4509d99436bb" providerId="ADAL" clId="{6AB3465E-B04F-47DB-B023-C89616D89A3E}" dt="2025-07-09T06:34:12.484" v="2299" actId="1076"/>
          <ac:picMkLst>
            <pc:docMk/>
            <pc:sldMk cId="3041393802" sldId="2146847008"/>
            <ac:picMk id="4" creationId="{D100683F-C364-429A-26DF-A499AAABF400}"/>
          </ac:picMkLst>
        </pc:picChg>
        <pc:picChg chg="add mod">
          <ac:chgData name="Aaron Fung" userId="09a62e1b-a908-44c2-a78c-4509d99436bb" providerId="ADAL" clId="{6AB3465E-B04F-47DB-B023-C89616D89A3E}" dt="2025-07-09T06:34:17.598" v="2302" actId="14100"/>
          <ac:picMkLst>
            <pc:docMk/>
            <pc:sldMk cId="3041393802" sldId="2146847008"/>
            <ac:picMk id="6" creationId="{89B8BB88-C588-B6AC-161E-563111F6C2E0}"/>
          </ac:picMkLst>
        </pc:picChg>
      </pc:sldChg>
      <pc:sldChg chg="addSp delSp modSp add mod setBg">
        <pc:chgData name="Aaron Fung" userId="09a62e1b-a908-44c2-a78c-4509d99436bb" providerId="ADAL" clId="{6AB3465E-B04F-47DB-B023-C89616D89A3E}" dt="2025-07-11T06:31:18.973" v="4825"/>
        <pc:sldMkLst>
          <pc:docMk/>
          <pc:sldMk cId="2314789964" sldId="2146847009"/>
        </pc:sldMkLst>
        <pc:spChg chg="mod">
          <ac:chgData name="Aaron Fung" userId="09a62e1b-a908-44c2-a78c-4509d99436bb" providerId="ADAL" clId="{6AB3465E-B04F-47DB-B023-C89616D89A3E}" dt="2025-07-09T06:44:09.772" v="2399"/>
          <ac:spMkLst>
            <pc:docMk/>
            <pc:sldMk cId="2314789964" sldId="2146847009"/>
            <ac:spMk id="3" creationId="{01EAF24D-E787-300F-EC92-4E1B947CD861}"/>
          </ac:spMkLst>
        </pc:spChg>
        <pc:spChg chg="add mod">
          <ac:chgData name="Aaron Fung" userId="09a62e1b-a908-44c2-a78c-4509d99436bb" providerId="ADAL" clId="{6AB3465E-B04F-47DB-B023-C89616D89A3E}" dt="2025-07-09T06:47:32.583" v="2406" actId="1076"/>
          <ac:spMkLst>
            <pc:docMk/>
            <pc:sldMk cId="2314789964" sldId="2146847009"/>
            <ac:spMk id="4" creationId="{71778522-6200-4337-C7D8-9B6F42787B39}"/>
          </ac:spMkLst>
        </pc:spChg>
        <pc:spChg chg="add mod">
          <ac:chgData name="Aaron Fung" userId="09a62e1b-a908-44c2-a78c-4509d99436bb" providerId="ADAL" clId="{6AB3465E-B04F-47DB-B023-C89616D89A3E}" dt="2025-07-09T06:52:55.590" v="2488" actId="1076"/>
          <ac:spMkLst>
            <pc:docMk/>
            <pc:sldMk cId="2314789964" sldId="2146847009"/>
            <ac:spMk id="6" creationId="{6876E39E-B1A6-AD52-83E7-F34DDFB0DDBA}"/>
          </ac:spMkLst>
        </pc:spChg>
        <pc:spChg chg="add mod">
          <ac:chgData name="Aaron Fung" userId="09a62e1b-a908-44c2-a78c-4509d99436bb" providerId="ADAL" clId="{6AB3465E-B04F-47DB-B023-C89616D89A3E}" dt="2025-07-09T06:53:05.085" v="2491" actId="208"/>
          <ac:spMkLst>
            <pc:docMk/>
            <pc:sldMk cId="2314789964" sldId="2146847009"/>
            <ac:spMk id="7" creationId="{B728593D-B0F9-8CF6-9649-E0670DDBE7E8}"/>
          </ac:spMkLst>
        </pc:spChg>
        <pc:spChg chg="add mod">
          <ac:chgData name="Aaron Fung" userId="09a62e1b-a908-44c2-a78c-4509d99436bb" providerId="ADAL" clId="{6AB3465E-B04F-47DB-B023-C89616D89A3E}" dt="2025-07-09T06:51:57.028" v="2463" actId="1076"/>
          <ac:spMkLst>
            <pc:docMk/>
            <pc:sldMk cId="2314789964" sldId="2146847009"/>
            <ac:spMk id="10" creationId="{8260CCAA-FE7A-D839-1317-279838C6B804}"/>
          </ac:spMkLst>
        </pc:spChg>
        <pc:spChg chg="add mod">
          <ac:chgData name="Aaron Fung" userId="09a62e1b-a908-44c2-a78c-4509d99436bb" providerId="ADAL" clId="{6AB3465E-B04F-47DB-B023-C89616D89A3E}" dt="2025-07-09T06:52:17.419" v="2472" actId="14100"/>
          <ac:spMkLst>
            <pc:docMk/>
            <pc:sldMk cId="2314789964" sldId="2146847009"/>
            <ac:spMk id="13" creationId="{FC689F34-E051-1547-B138-60D84A2A74CA}"/>
          </ac:spMkLst>
        </pc:spChg>
        <pc:spChg chg="add mod">
          <ac:chgData name="Aaron Fung" userId="09a62e1b-a908-44c2-a78c-4509d99436bb" providerId="ADAL" clId="{6AB3465E-B04F-47DB-B023-C89616D89A3E}" dt="2025-07-09T06:52:33.654" v="2481" actId="1076"/>
          <ac:spMkLst>
            <pc:docMk/>
            <pc:sldMk cId="2314789964" sldId="2146847009"/>
            <ac:spMk id="16" creationId="{5C0E5D04-DC02-A659-C459-179475AFFEE9}"/>
          </ac:spMkLst>
        </pc:spChg>
        <pc:spChg chg="add mod">
          <ac:chgData name="Aaron Fung" userId="09a62e1b-a908-44c2-a78c-4509d99436bb" providerId="ADAL" clId="{6AB3465E-B04F-47DB-B023-C89616D89A3E}" dt="2025-07-09T06:52:39.181" v="2483" actId="14100"/>
          <ac:spMkLst>
            <pc:docMk/>
            <pc:sldMk cId="2314789964" sldId="2146847009"/>
            <ac:spMk id="18" creationId="{C1551885-6EBB-28AC-CB85-158ABEEFDB15}"/>
          </ac:spMkLst>
        </pc:spChg>
        <pc:picChg chg="add mod">
          <ac:chgData name="Aaron Fung" userId="09a62e1b-a908-44c2-a78c-4509d99436bb" providerId="ADAL" clId="{6AB3465E-B04F-47DB-B023-C89616D89A3E}" dt="2025-07-09T06:52:51.481" v="2487" actId="14100"/>
          <ac:picMkLst>
            <pc:docMk/>
            <pc:sldMk cId="2314789964" sldId="2146847009"/>
            <ac:picMk id="5" creationId="{8D5E763B-D908-6488-F428-6E304FEA2A8E}"/>
          </ac:picMkLst>
        </pc:picChg>
        <pc:picChg chg="add mod">
          <ac:chgData name="Aaron Fung" userId="09a62e1b-a908-44c2-a78c-4509d99436bb" providerId="ADAL" clId="{6AB3465E-B04F-47DB-B023-C89616D89A3E}" dt="2025-07-09T06:52:13.388" v="2470" actId="1076"/>
          <ac:picMkLst>
            <pc:docMk/>
            <pc:sldMk cId="2314789964" sldId="2146847009"/>
            <ac:picMk id="12" creationId="{584AD9FE-8D0A-C61E-A2FB-1CA9789BE5A4}"/>
          </ac:picMkLst>
        </pc:picChg>
        <pc:picChg chg="add mod">
          <ac:chgData name="Aaron Fung" userId="09a62e1b-a908-44c2-a78c-4509d99436bb" providerId="ADAL" clId="{6AB3465E-B04F-47DB-B023-C89616D89A3E}" dt="2025-07-09T06:52:30.778" v="2479" actId="1076"/>
          <ac:picMkLst>
            <pc:docMk/>
            <pc:sldMk cId="2314789964" sldId="2146847009"/>
            <ac:picMk id="15" creationId="{3BB7AD3E-B0AF-2D8B-4812-714BF9889642}"/>
          </ac:picMkLst>
        </pc:picChg>
      </pc:sldChg>
      <pc:sldChg chg="addSp delSp modSp add mod setBg">
        <pc:chgData name="Aaron Fung" userId="09a62e1b-a908-44c2-a78c-4509d99436bb" providerId="ADAL" clId="{6AB3465E-B04F-47DB-B023-C89616D89A3E}" dt="2025-07-11T06:31:18.973" v="4825"/>
        <pc:sldMkLst>
          <pc:docMk/>
          <pc:sldMk cId="292610160" sldId="2146847010"/>
        </pc:sldMkLst>
        <pc:spChg chg="mod">
          <ac:chgData name="Aaron Fung" userId="09a62e1b-a908-44c2-a78c-4509d99436bb" providerId="ADAL" clId="{6AB3465E-B04F-47DB-B023-C89616D89A3E}" dt="2025-07-08T01:49:07.255" v="2132" actId="6549"/>
          <ac:spMkLst>
            <pc:docMk/>
            <pc:sldMk cId="292610160" sldId="2146847010"/>
            <ac:spMk id="3" creationId="{F7B08BC0-21DF-6220-4976-44C65FBC153B}"/>
          </ac:spMkLst>
        </pc:spChg>
        <pc:picChg chg="add mod">
          <ac:chgData name="Aaron Fung" userId="09a62e1b-a908-44c2-a78c-4509d99436bb" providerId="ADAL" clId="{6AB3465E-B04F-47DB-B023-C89616D89A3E}" dt="2025-07-08T01:42:02.632" v="2106" actId="1076"/>
          <ac:picMkLst>
            <pc:docMk/>
            <pc:sldMk cId="292610160" sldId="2146847010"/>
            <ac:picMk id="28" creationId="{3140CC4B-FAF7-ABEE-C378-46A505C7A209}"/>
          </ac:picMkLst>
        </pc:picChg>
        <pc:picChg chg="add mod">
          <ac:chgData name="Aaron Fung" userId="09a62e1b-a908-44c2-a78c-4509d99436bb" providerId="ADAL" clId="{6AB3465E-B04F-47DB-B023-C89616D89A3E}" dt="2025-07-08T01:42:02.632" v="2106" actId="1076"/>
          <ac:picMkLst>
            <pc:docMk/>
            <pc:sldMk cId="292610160" sldId="2146847010"/>
            <ac:picMk id="30" creationId="{B8FF624D-4820-337A-EB8A-582ADD93FE3C}"/>
          </ac:picMkLst>
        </pc:picChg>
        <pc:picChg chg="add mod">
          <ac:chgData name="Aaron Fung" userId="09a62e1b-a908-44c2-a78c-4509d99436bb" providerId="ADAL" clId="{6AB3465E-B04F-47DB-B023-C89616D89A3E}" dt="2025-07-08T01:42:02.632" v="2106" actId="1076"/>
          <ac:picMkLst>
            <pc:docMk/>
            <pc:sldMk cId="292610160" sldId="2146847010"/>
            <ac:picMk id="35" creationId="{A15CBD10-EA18-D6C3-C1BF-5E977887632F}"/>
          </ac:picMkLst>
        </pc:picChg>
        <pc:picChg chg="add mod">
          <ac:chgData name="Aaron Fung" userId="09a62e1b-a908-44c2-a78c-4509d99436bb" providerId="ADAL" clId="{6AB3465E-B04F-47DB-B023-C89616D89A3E}" dt="2025-07-08T01:42:02.632" v="2106" actId="1076"/>
          <ac:picMkLst>
            <pc:docMk/>
            <pc:sldMk cId="292610160" sldId="2146847010"/>
            <ac:picMk id="37" creationId="{023F0504-BC70-EE84-A137-002612DA842B}"/>
          </ac:picMkLst>
        </pc:picChg>
        <pc:picChg chg="add mod">
          <ac:chgData name="Aaron Fung" userId="09a62e1b-a908-44c2-a78c-4509d99436bb" providerId="ADAL" clId="{6AB3465E-B04F-47DB-B023-C89616D89A3E}" dt="2025-07-08T01:42:02.632" v="2106" actId="1076"/>
          <ac:picMkLst>
            <pc:docMk/>
            <pc:sldMk cId="292610160" sldId="2146847010"/>
            <ac:picMk id="40" creationId="{46AF3FC5-7CE4-1548-2689-6C43B64DC14F}"/>
          </ac:picMkLst>
        </pc:picChg>
        <pc:picChg chg="add mod">
          <ac:chgData name="Aaron Fung" userId="09a62e1b-a908-44c2-a78c-4509d99436bb" providerId="ADAL" clId="{6AB3465E-B04F-47DB-B023-C89616D89A3E}" dt="2025-07-08T01:42:02.632" v="2106" actId="1076"/>
          <ac:picMkLst>
            <pc:docMk/>
            <pc:sldMk cId="292610160" sldId="2146847010"/>
            <ac:picMk id="42" creationId="{1CADF09E-6B3F-5198-69F9-841FE72F5824}"/>
          </ac:picMkLst>
        </pc:picChg>
        <pc:picChg chg="add mod">
          <ac:chgData name="Aaron Fung" userId="09a62e1b-a908-44c2-a78c-4509d99436bb" providerId="ADAL" clId="{6AB3465E-B04F-47DB-B023-C89616D89A3E}" dt="2025-07-08T01:42:02.632" v="2106" actId="1076"/>
          <ac:picMkLst>
            <pc:docMk/>
            <pc:sldMk cId="292610160" sldId="2146847010"/>
            <ac:picMk id="44" creationId="{DFAE2F7D-8F56-3F1D-5756-2755FD8E0B30}"/>
          </ac:picMkLst>
        </pc:picChg>
      </pc:sldChg>
      <pc:sldChg chg="modSp add del mod">
        <pc:chgData name="Aaron Fung" userId="09a62e1b-a908-44c2-a78c-4509d99436bb" providerId="ADAL" clId="{6AB3465E-B04F-47DB-B023-C89616D89A3E}" dt="2025-07-08T01:49:20.002" v="2133" actId="47"/>
        <pc:sldMkLst>
          <pc:docMk/>
          <pc:sldMk cId="336326072" sldId="2146847011"/>
        </pc:sldMkLst>
      </pc:sldChg>
      <pc:sldChg chg="addSp delSp modSp add mod setBg addAnim delAnim modAnim">
        <pc:chgData name="Aaron Fung" userId="09a62e1b-a908-44c2-a78c-4509d99436bb" providerId="ADAL" clId="{6AB3465E-B04F-47DB-B023-C89616D89A3E}" dt="2025-07-11T06:31:18.973" v="4825"/>
        <pc:sldMkLst>
          <pc:docMk/>
          <pc:sldMk cId="2219797258" sldId="2146847011"/>
        </pc:sldMkLst>
        <pc:spChg chg="add mod">
          <ac:chgData name="Aaron Fung" userId="09a62e1b-a908-44c2-a78c-4509d99436bb" providerId="ADAL" clId="{6AB3465E-B04F-47DB-B023-C89616D89A3E}" dt="2025-07-09T06:42:10.434" v="2397" actId="1076"/>
          <ac:spMkLst>
            <pc:docMk/>
            <pc:sldMk cId="2219797258" sldId="2146847011"/>
            <ac:spMk id="2" creationId="{DED4C472-F005-ED85-A696-D9F26121BCD1}"/>
          </ac:spMkLst>
        </pc:spChg>
        <pc:spChg chg="mod">
          <ac:chgData name="Aaron Fung" userId="09a62e1b-a908-44c2-a78c-4509d99436bb" providerId="ADAL" clId="{6AB3465E-B04F-47DB-B023-C89616D89A3E}" dt="2025-07-09T06:36:27.497" v="2313"/>
          <ac:spMkLst>
            <pc:docMk/>
            <pc:sldMk cId="2219797258" sldId="2146847011"/>
            <ac:spMk id="3" creationId="{32272717-31E1-A448-CC91-F543E4347E5E}"/>
          </ac:spMkLst>
        </pc:spChg>
        <pc:spChg chg="mod">
          <ac:chgData name="Aaron Fung" userId="09a62e1b-a908-44c2-a78c-4509d99436bb" providerId="ADAL" clId="{6AB3465E-B04F-47DB-B023-C89616D89A3E}" dt="2025-07-11T01:27:26.358" v="4708" actId="164"/>
          <ac:spMkLst>
            <pc:docMk/>
            <pc:sldMk cId="2219797258" sldId="2146847011"/>
            <ac:spMk id="4" creationId="{9BA56EB7-EB7F-9B9A-0D56-52A49C7E3FCA}"/>
          </ac:spMkLst>
        </pc:spChg>
        <pc:spChg chg="mod">
          <ac:chgData name="Aaron Fung" userId="09a62e1b-a908-44c2-a78c-4509d99436bb" providerId="ADAL" clId="{6AB3465E-B04F-47DB-B023-C89616D89A3E}" dt="2025-07-11T01:30:21.754" v="4746" actId="1076"/>
          <ac:spMkLst>
            <pc:docMk/>
            <pc:sldMk cId="2219797258" sldId="2146847011"/>
            <ac:spMk id="10" creationId="{2F43BA02-2294-9289-3C50-75A893462AFA}"/>
          </ac:spMkLst>
        </pc:spChg>
        <pc:spChg chg="mod">
          <ac:chgData name="Aaron Fung" userId="09a62e1b-a908-44c2-a78c-4509d99436bb" providerId="ADAL" clId="{6AB3465E-B04F-47DB-B023-C89616D89A3E}" dt="2025-07-11T01:30:14.571" v="4744" actId="408"/>
          <ac:spMkLst>
            <pc:docMk/>
            <pc:sldMk cId="2219797258" sldId="2146847011"/>
            <ac:spMk id="11" creationId="{405361AC-8F92-A856-6B47-D2BE202193E7}"/>
          </ac:spMkLst>
        </pc:spChg>
        <pc:spChg chg="mod">
          <ac:chgData name="Aaron Fung" userId="09a62e1b-a908-44c2-a78c-4509d99436bb" providerId="ADAL" clId="{6AB3465E-B04F-47DB-B023-C89616D89A3E}" dt="2025-07-11T01:29:19.824" v="4736" actId="1076"/>
          <ac:spMkLst>
            <pc:docMk/>
            <pc:sldMk cId="2219797258" sldId="2146847011"/>
            <ac:spMk id="12" creationId="{49EC4BEB-0C39-9C3B-119A-93FF6A153956}"/>
          </ac:spMkLst>
        </pc:spChg>
        <pc:spChg chg="add mod">
          <ac:chgData name="Aaron Fung" userId="09a62e1b-a908-44c2-a78c-4509d99436bb" providerId="ADAL" clId="{6AB3465E-B04F-47DB-B023-C89616D89A3E}" dt="2025-07-11T01:27:26.358" v="4708" actId="164"/>
          <ac:spMkLst>
            <pc:docMk/>
            <pc:sldMk cId="2219797258" sldId="2146847011"/>
            <ac:spMk id="13" creationId="{8EC5A2AA-CFD1-770A-254C-CC8EB5EB753A}"/>
          </ac:spMkLst>
        </pc:spChg>
        <pc:spChg chg="mod">
          <ac:chgData name="Aaron Fung" userId="09a62e1b-a908-44c2-a78c-4509d99436bb" providerId="ADAL" clId="{6AB3465E-B04F-47DB-B023-C89616D89A3E}" dt="2025-07-09T06:42:10.434" v="2397" actId="1076"/>
          <ac:spMkLst>
            <pc:docMk/>
            <pc:sldMk cId="2219797258" sldId="2146847011"/>
            <ac:spMk id="15" creationId="{123C3ECE-19D7-B51D-50FC-D0E34A6F3F46}"/>
          </ac:spMkLst>
        </pc:spChg>
        <pc:spChg chg="mod">
          <ac:chgData name="Aaron Fung" userId="09a62e1b-a908-44c2-a78c-4509d99436bb" providerId="ADAL" clId="{6AB3465E-B04F-47DB-B023-C89616D89A3E}" dt="2025-07-11T01:31:10.942" v="4751" actId="465"/>
          <ac:spMkLst>
            <pc:docMk/>
            <pc:sldMk cId="2219797258" sldId="2146847011"/>
            <ac:spMk id="17" creationId="{6645BB2A-7185-4AAD-3A6D-685BF79EBE96}"/>
          </ac:spMkLst>
        </pc:spChg>
        <pc:spChg chg="mod">
          <ac:chgData name="Aaron Fung" userId="09a62e1b-a908-44c2-a78c-4509d99436bb" providerId="ADAL" clId="{6AB3465E-B04F-47DB-B023-C89616D89A3E}" dt="2025-07-11T01:31:10.942" v="4751" actId="465"/>
          <ac:spMkLst>
            <pc:docMk/>
            <pc:sldMk cId="2219797258" sldId="2146847011"/>
            <ac:spMk id="18" creationId="{6A0E0205-FC61-6FC6-6ECC-7EC633E024F5}"/>
          </ac:spMkLst>
        </pc:spChg>
        <pc:spChg chg="add mod">
          <ac:chgData name="Aaron Fung" userId="09a62e1b-a908-44c2-a78c-4509d99436bb" providerId="ADAL" clId="{6AB3465E-B04F-47DB-B023-C89616D89A3E}" dt="2025-07-11T01:30:01.113" v="4742" actId="408"/>
          <ac:spMkLst>
            <pc:docMk/>
            <pc:sldMk cId="2219797258" sldId="2146847011"/>
            <ac:spMk id="25" creationId="{E788BF2A-97F4-3C64-6457-BE29CCE7F39E}"/>
          </ac:spMkLst>
        </pc:spChg>
        <pc:spChg chg="add mod">
          <ac:chgData name="Aaron Fung" userId="09a62e1b-a908-44c2-a78c-4509d99436bb" providerId="ADAL" clId="{6AB3465E-B04F-47DB-B023-C89616D89A3E}" dt="2025-07-11T01:27:02.442" v="4703" actId="1076"/>
          <ac:spMkLst>
            <pc:docMk/>
            <pc:sldMk cId="2219797258" sldId="2146847011"/>
            <ac:spMk id="26" creationId="{DEB7DA43-9666-584F-DF76-7A9AB55C4300}"/>
          </ac:spMkLst>
        </pc:spChg>
        <pc:spChg chg="mod">
          <ac:chgData name="Aaron Fung" userId="09a62e1b-a908-44c2-a78c-4509d99436bb" providerId="ADAL" clId="{6AB3465E-B04F-47DB-B023-C89616D89A3E}" dt="2025-07-11T01:27:38.610" v="4714"/>
          <ac:spMkLst>
            <pc:docMk/>
            <pc:sldMk cId="2219797258" sldId="2146847011"/>
            <ac:spMk id="29" creationId="{DD466B66-9064-1CD3-CD3E-DB1C36ED8A71}"/>
          </ac:spMkLst>
        </pc:spChg>
        <pc:spChg chg="mod">
          <ac:chgData name="Aaron Fung" userId="09a62e1b-a908-44c2-a78c-4509d99436bb" providerId="ADAL" clId="{6AB3465E-B04F-47DB-B023-C89616D89A3E}" dt="2025-07-11T01:27:38.610" v="4714"/>
          <ac:spMkLst>
            <pc:docMk/>
            <pc:sldMk cId="2219797258" sldId="2146847011"/>
            <ac:spMk id="30" creationId="{FC140BD3-2D72-5E68-05B6-15B7BD0D63D1}"/>
          </ac:spMkLst>
        </pc:spChg>
        <pc:spChg chg="mod">
          <ac:chgData name="Aaron Fung" userId="09a62e1b-a908-44c2-a78c-4509d99436bb" providerId="ADAL" clId="{6AB3465E-B04F-47DB-B023-C89616D89A3E}" dt="2025-07-11T01:27:57.920" v="4720"/>
          <ac:spMkLst>
            <pc:docMk/>
            <pc:sldMk cId="2219797258" sldId="2146847011"/>
            <ac:spMk id="32" creationId="{7A9B942E-0279-047B-B89B-A3A6BF79CBB0}"/>
          </ac:spMkLst>
        </pc:spChg>
        <pc:spChg chg="mod">
          <ac:chgData name="Aaron Fung" userId="09a62e1b-a908-44c2-a78c-4509d99436bb" providerId="ADAL" clId="{6AB3465E-B04F-47DB-B023-C89616D89A3E}" dt="2025-07-11T01:27:57.920" v="4720"/>
          <ac:spMkLst>
            <pc:docMk/>
            <pc:sldMk cId="2219797258" sldId="2146847011"/>
            <ac:spMk id="33" creationId="{8838D218-F2EC-F21C-D073-99B6E54F531E}"/>
          </ac:spMkLst>
        </pc:spChg>
        <pc:spChg chg="mod">
          <ac:chgData name="Aaron Fung" userId="09a62e1b-a908-44c2-a78c-4509d99436bb" providerId="ADAL" clId="{6AB3465E-B04F-47DB-B023-C89616D89A3E}" dt="2025-07-11T01:32:33.377" v="4778"/>
          <ac:spMkLst>
            <pc:docMk/>
            <pc:sldMk cId="2219797258" sldId="2146847011"/>
            <ac:spMk id="57" creationId="{52C83248-30A6-AA44-2A35-BBE77D123496}"/>
          </ac:spMkLst>
        </pc:spChg>
        <pc:spChg chg="mod">
          <ac:chgData name="Aaron Fung" userId="09a62e1b-a908-44c2-a78c-4509d99436bb" providerId="ADAL" clId="{6AB3465E-B04F-47DB-B023-C89616D89A3E}" dt="2025-07-11T01:32:57.571" v="4789"/>
          <ac:spMkLst>
            <pc:docMk/>
            <pc:sldMk cId="2219797258" sldId="2146847011"/>
            <ac:spMk id="58" creationId="{620060A3-AA71-E1F8-58FA-4F61BCA9710A}"/>
          </ac:spMkLst>
        </pc:spChg>
        <pc:grpChg chg="add mod">
          <ac:chgData name="Aaron Fung" userId="09a62e1b-a908-44c2-a78c-4509d99436bb" providerId="ADAL" clId="{6AB3465E-B04F-47DB-B023-C89616D89A3E}" dt="2025-07-11T01:29:19.824" v="4736" actId="1076"/>
          <ac:grpSpMkLst>
            <pc:docMk/>
            <pc:sldMk cId="2219797258" sldId="2146847011"/>
            <ac:grpSpMk id="27" creationId="{C33CF447-2CD5-319E-54CD-922694DF0DA4}"/>
          </ac:grpSpMkLst>
        </pc:grpChg>
        <pc:grpChg chg="add mod">
          <ac:chgData name="Aaron Fung" userId="09a62e1b-a908-44c2-a78c-4509d99436bb" providerId="ADAL" clId="{6AB3465E-B04F-47DB-B023-C89616D89A3E}" dt="2025-07-11T01:31:10.942" v="4751" actId="465"/>
          <ac:grpSpMkLst>
            <pc:docMk/>
            <pc:sldMk cId="2219797258" sldId="2146847011"/>
            <ac:grpSpMk id="28" creationId="{3FFBB1E6-27F2-19C4-41B7-0F61AD135B44}"/>
          </ac:grpSpMkLst>
        </pc:grpChg>
        <pc:grpChg chg="add mod">
          <ac:chgData name="Aaron Fung" userId="09a62e1b-a908-44c2-a78c-4509d99436bb" providerId="ADAL" clId="{6AB3465E-B04F-47DB-B023-C89616D89A3E}" dt="2025-07-11T01:32:25.262" v="4772" actId="1076"/>
          <ac:grpSpMkLst>
            <pc:docMk/>
            <pc:sldMk cId="2219797258" sldId="2146847011"/>
            <ac:grpSpMk id="31" creationId="{BC4B80CC-F3AF-BFEE-4E87-B3B3EADF3919}"/>
          </ac:grpSpMkLst>
        </pc:grpChg>
        <pc:grpChg chg="add mod">
          <ac:chgData name="Aaron Fung" userId="09a62e1b-a908-44c2-a78c-4509d99436bb" providerId="ADAL" clId="{6AB3465E-B04F-47DB-B023-C89616D89A3E}" dt="2025-07-11T01:32:55.509" v="4788" actId="1076"/>
          <ac:grpSpMkLst>
            <pc:docMk/>
            <pc:sldMk cId="2219797258" sldId="2146847011"/>
            <ac:grpSpMk id="56" creationId="{234E9ED9-27EF-32F5-4131-B6F60AAC35DA}"/>
          </ac:grpSpMkLst>
        </pc:grpChg>
      </pc:sldChg>
      <pc:sldChg chg="delSp modSp add del mod">
        <pc:chgData name="Aaron Fung" userId="09a62e1b-a908-44c2-a78c-4509d99436bb" providerId="ADAL" clId="{6AB3465E-B04F-47DB-B023-C89616D89A3E}" dt="2025-07-09T07:36:02.045" v="2715" actId="47"/>
        <pc:sldMkLst>
          <pc:docMk/>
          <pc:sldMk cId="3669745400" sldId="2146847012"/>
        </pc:sldMkLst>
      </pc:sldChg>
      <pc:sldChg chg="addSp delSp modSp add mod setBg modAnim">
        <pc:chgData name="Aaron Fung" userId="09a62e1b-a908-44c2-a78c-4509d99436bb" providerId="ADAL" clId="{6AB3465E-B04F-47DB-B023-C89616D89A3E}" dt="2025-07-14T09:05:13.539" v="4948" actId="403"/>
        <pc:sldMkLst>
          <pc:docMk/>
          <pc:sldMk cId="4204802375" sldId="2146847013"/>
        </pc:sldMkLst>
        <pc:spChg chg="mod">
          <ac:chgData name="Aaron Fung" userId="09a62e1b-a908-44c2-a78c-4509d99436bb" providerId="ADAL" clId="{6AB3465E-B04F-47DB-B023-C89616D89A3E}" dt="2025-07-09T06:54:01.268" v="2509"/>
          <ac:spMkLst>
            <pc:docMk/>
            <pc:sldMk cId="4204802375" sldId="2146847013"/>
            <ac:spMk id="3" creationId="{01E62625-4ECE-5F4C-937C-77647DB14511}"/>
          </ac:spMkLst>
        </pc:spChg>
        <pc:spChg chg="add mod">
          <ac:chgData name="Aaron Fung" userId="09a62e1b-a908-44c2-a78c-4509d99436bb" providerId="ADAL" clId="{6AB3465E-B04F-47DB-B023-C89616D89A3E}" dt="2025-07-10T07:48:56.954" v="4484" actId="164"/>
          <ac:spMkLst>
            <pc:docMk/>
            <pc:sldMk cId="4204802375" sldId="2146847013"/>
            <ac:spMk id="7" creationId="{2C70F6CA-D60D-B787-FA47-7089B8F224BC}"/>
          </ac:spMkLst>
        </pc:spChg>
        <pc:spChg chg="add mod">
          <ac:chgData name="Aaron Fung" userId="09a62e1b-a908-44c2-a78c-4509d99436bb" providerId="ADAL" clId="{6AB3465E-B04F-47DB-B023-C89616D89A3E}" dt="2025-07-14T09:05:13.539" v="4948" actId="403"/>
          <ac:spMkLst>
            <pc:docMk/>
            <pc:sldMk cId="4204802375" sldId="2146847013"/>
            <ac:spMk id="10" creationId="{6C48681A-F7F1-FA2C-0C62-ABEBD7631793}"/>
          </ac:spMkLst>
        </pc:spChg>
        <pc:spChg chg="add mod">
          <ac:chgData name="Aaron Fung" userId="09a62e1b-a908-44c2-a78c-4509d99436bb" providerId="ADAL" clId="{6AB3465E-B04F-47DB-B023-C89616D89A3E}" dt="2025-07-10T07:48:56.954" v="4484" actId="164"/>
          <ac:spMkLst>
            <pc:docMk/>
            <pc:sldMk cId="4204802375" sldId="2146847013"/>
            <ac:spMk id="13" creationId="{F00CAF9A-E99A-DA48-0E5A-57E0D75C057A}"/>
          </ac:spMkLst>
        </pc:spChg>
        <pc:spChg chg="mod">
          <ac:chgData name="Aaron Fung" userId="09a62e1b-a908-44c2-a78c-4509d99436bb" providerId="ADAL" clId="{6AB3465E-B04F-47DB-B023-C89616D89A3E}" dt="2025-07-10T07:50:00.717" v="4499" actId="207"/>
          <ac:spMkLst>
            <pc:docMk/>
            <pc:sldMk cId="4204802375" sldId="2146847013"/>
            <ac:spMk id="17" creationId="{BC8AEE78-9193-8846-B2B1-BD5024AD73A9}"/>
          </ac:spMkLst>
        </pc:spChg>
        <pc:spChg chg="mod">
          <ac:chgData name="Aaron Fung" userId="09a62e1b-a908-44c2-a78c-4509d99436bb" providerId="ADAL" clId="{6AB3465E-B04F-47DB-B023-C89616D89A3E}" dt="2025-07-14T09:04:53.328" v="4937" actId="21"/>
          <ac:spMkLst>
            <pc:docMk/>
            <pc:sldMk cId="4204802375" sldId="2146847013"/>
            <ac:spMk id="18" creationId="{EAE69434-9E2D-7E80-7520-8F2D7EF76636}"/>
          </ac:spMkLst>
        </pc:spChg>
        <pc:spChg chg="mod">
          <ac:chgData name="Aaron Fung" userId="09a62e1b-a908-44c2-a78c-4509d99436bb" providerId="ADAL" clId="{6AB3465E-B04F-47DB-B023-C89616D89A3E}" dt="2025-07-10T07:50:09.070" v="4500" actId="207"/>
          <ac:spMkLst>
            <pc:docMk/>
            <pc:sldMk cId="4204802375" sldId="2146847013"/>
            <ac:spMk id="19" creationId="{26A8FA8A-F2EF-BCB8-DBEE-5117F006278F}"/>
          </ac:spMkLst>
        </pc:spChg>
        <pc:spChg chg="mod">
          <ac:chgData name="Aaron Fung" userId="09a62e1b-a908-44c2-a78c-4509d99436bb" providerId="ADAL" clId="{6AB3465E-B04F-47DB-B023-C89616D89A3E}" dt="2025-07-10T07:50:35.193" v="4503" actId="207"/>
          <ac:spMkLst>
            <pc:docMk/>
            <pc:sldMk cId="4204802375" sldId="2146847013"/>
            <ac:spMk id="21" creationId="{71D1E088-E572-8A7D-402A-6C5C6D12C988}"/>
          </ac:spMkLst>
        </pc:spChg>
        <pc:spChg chg="mod">
          <ac:chgData name="Aaron Fung" userId="09a62e1b-a908-44c2-a78c-4509d99436bb" providerId="ADAL" clId="{6AB3465E-B04F-47DB-B023-C89616D89A3E}" dt="2025-07-10T07:56:10.741" v="4579" actId="403"/>
          <ac:spMkLst>
            <pc:docMk/>
            <pc:sldMk cId="4204802375" sldId="2146847013"/>
            <ac:spMk id="22" creationId="{01E44038-DF30-61B9-96B0-1936C4E7D475}"/>
          </ac:spMkLst>
        </pc:spChg>
        <pc:spChg chg="mod">
          <ac:chgData name="Aaron Fung" userId="09a62e1b-a908-44c2-a78c-4509d99436bb" providerId="ADAL" clId="{6AB3465E-B04F-47DB-B023-C89616D89A3E}" dt="2025-07-10T07:50:20.209" v="4501" actId="207"/>
          <ac:spMkLst>
            <pc:docMk/>
            <pc:sldMk cId="4204802375" sldId="2146847013"/>
            <ac:spMk id="23" creationId="{157E2A0D-6818-4590-B0B5-F069909E3C18}"/>
          </ac:spMkLst>
        </pc:spChg>
        <pc:spChg chg="mod">
          <ac:chgData name="Aaron Fung" userId="09a62e1b-a908-44c2-a78c-4509d99436bb" providerId="ADAL" clId="{6AB3465E-B04F-47DB-B023-C89616D89A3E}" dt="2025-07-10T07:51:25.419" v="4508" actId="207"/>
          <ac:spMkLst>
            <pc:docMk/>
            <pc:sldMk cId="4204802375" sldId="2146847013"/>
            <ac:spMk id="25" creationId="{8DA12B19-2573-34F1-08F9-4303D249ED7C}"/>
          </ac:spMkLst>
        </pc:spChg>
        <pc:spChg chg="mod">
          <ac:chgData name="Aaron Fung" userId="09a62e1b-a908-44c2-a78c-4509d99436bb" providerId="ADAL" clId="{6AB3465E-B04F-47DB-B023-C89616D89A3E}" dt="2025-07-10T07:56:17.031" v="4581" actId="403"/>
          <ac:spMkLst>
            <pc:docMk/>
            <pc:sldMk cId="4204802375" sldId="2146847013"/>
            <ac:spMk id="26" creationId="{447A8644-9095-6B4A-000A-28B20612D990}"/>
          </ac:spMkLst>
        </pc:spChg>
        <pc:spChg chg="mod">
          <ac:chgData name="Aaron Fung" userId="09a62e1b-a908-44c2-a78c-4509d99436bb" providerId="ADAL" clId="{6AB3465E-B04F-47DB-B023-C89616D89A3E}" dt="2025-07-10T07:51:05.909" v="4506" actId="207"/>
          <ac:spMkLst>
            <pc:docMk/>
            <pc:sldMk cId="4204802375" sldId="2146847013"/>
            <ac:spMk id="27" creationId="{E613718B-66F7-C201-FF53-1226450BC18D}"/>
          </ac:spMkLst>
        </pc:spChg>
        <pc:spChg chg="add mod">
          <ac:chgData name="Aaron Fung" userId="09a62e1b-a908-44c2-a78c-4509d99436bb" providerId="ADAL" clId="{6AB3465E-B04F-47DB-B023-C89616D89A3E}" dt="2025-07-11T01:20:40.704" v="4633" actId="164"/>
          <ac:spMkLst>
            <pc:docMk/>
            <pc:sldMk cId="4204802375" sldId="2146847013"/>
            <ac:spMk id="28" creationId="{271CB8A4-ED18-A8AB-2D06-BDF3AACE7024}"/>
          </ac:spMkLst>
        </pc:spChg>
        <pc:spChg chg="add mod">
          <ac:chgData name="Aaron Fung" userId="09a62e1b-a908-44c2-a78c-4509d99436bb" providerId="ADAL" clId="{6AB3465E-B04F-47DB-B023-C89616D89A3E}" dt="2025-07-11T01:20:38.495" v="4632" actId="164"/>
          <ac:spMkLst>
            <pc:docMk/>
            <pc:sldMk cId="4204802375" sldId="2146847013"/>
            <ac:spMk id="30" creationId="{F126B956-C755-C54B-3168-B4D747F75D92}"/>
          </ac:spMkLst>
        </pc:spChg>
        <pc:spChg chg="add mod">
          <ac:chgData name="Aaron Fung" userId="09a62e1b-a908-44c2-a78c-4509d99436bb" providerId="ADAL" clId="{6AB3465E-B04F-47DB-B023-C89616D89A3E}" dt="2025-07-11T01:20:40.704" v="4633" actId="164"/>
          <ac:spMkLst>
            <pc:docMk/>
            <pc:sldMk cId="4204802375" sldId="2146847013"/>
            <ac:spMk id="32" creationId="{32660A80-B476-DE66-4EC4-4DF8D48BB4F8}"/>
          </ac:spMkLst>
        </pc:spChg>
        <pc:spChg chg="add mod">
          <ac:chgData name="Aaron Fung" userId="09a62e1b-a908-44c2-a78c-4509d99436bb" providerId="ADAL" clId="{6AB3465E-B04F-47DB-B023-C89616D89A3E}" dt="2025-07-11T01:20:36.561" v="4631" actId="164"/>
          <ac:spMkLst>
            <pc:docMk/>
            <pc:sldMk cId="4204802375" sldId="2146847013"/>
            <ac:spMk id="33" creationId="{32644FC0-B980-58D7-DD18-BFFFBF5F76BF}"/>
          </ac:spMkLst>
        </pc:spChg>
        <pc:spChg chg="add mod">
          <ac:chgData name="Aaron Fung" userId="09a62e1b-a908-44c2-a78c-4509d99436bb" providerId="ADAL" clId="{6AB3465E-B04F-47DB-B023-C89616D89A3E}" dt="2025-07-11T01:20:34.394" v="4630" actId="164"/>
          <ac:spMkLst>
            <pc:docMk/>
            <pc:sldMk cId="4204802375" sldId="2146847013"/>
            <ac:spMk id="34" creationId="{0BB13B60-5301-2F43-F2C8-17CAE2642ACB}"/>
          </ac:spMkLst>
        </pc:spChg>
        <pc:grpChg chg="add mod">
          <ac:chgData name="Aaron Fung" userId="09a62e1b-a908-44c2-a78c-4509d99436bb" providerId="ADAL" clId="{6AB3465E-B04F-47DB-B023-C89616D89A3E}" dt="2025-07-11T01:22:07.918" v="4640" actId="1076"/>
          <ac:grpSpMkLst>
            <pc:docMk/>
            <pc:sldMk cId="4204802375" sldId="2146847013"/>
            <ac:grpSpMk id="2" creationId="{CA92FCF5-15B8-9193-F8AC-98F2B784C8EA}"/>
          </ac:grpSpMkLst>
        </pc:grpChg>
        <pc:grpChg chg="add mod">
          <ac:chgData name="Aaron Fung" userId="09a62e1b-a908-44c2-a78c-4509d99436bb" providerId="ADAL" clId="{6AB3465E-B04F-47DB-B023-C89616D89A3E}" dt="2025-07-11T01:22:04.268" v="4637" actId="1076"/>
          <ac:grpSpMkLst>
            <pc:docMk/>
            <pc:sldMk cId="4204802375" sldId="2146847013"/>
            <ac:grpSpMk id="4" creationId="{29E7CC16-4E2B-24FB-7D30-AD01ED977590}"/>
          </ac:grpSpMkLst>
        </pc:grpChg>
        <pc:grpChg chg="add mod">
          <ac:chgData name="Aaron Fung" userId="09a62e1b-a908-44c2-a78c-4509d99436bb" providerId="ADAL" clId="{6AB3465E-B04F-47DB-B023-C89616D89A3E}" dt="2025-07-11T01:20:38.495" v="4632" actId="164"/>
          <ac:grpSpMkLst>
            <pc:docMk/>
            <pc:sldMk cId="4204802375" sldId="2146847013"/>
            <ac:grpSpMk id="5" creationId="{755E1FDC-D244-48B9-E494-AA40223C76FA}"/>
          </ac:grpSpMkLst>
        </pc:grpChg>
        <pc:grpChg chg="add mod">
          <ac:chgData name="Aaron Fung" userId="09a62e1b-a908-44c2-a78c-4509d99436bb" providerId="ADAL" clId="{6AB3465E-B04F-47DB-B023-C89616D89A3E}" dt="2025-07-11T01:20:40.704" v="4633" actId="164"/>
          <ac:grpSpMkLst>
            <pc:docMk/>
            <pc:sldMk cId="4204802375" sldId="2146847013"/>
            <ac:grpSpMk id="6" creationId="{4BBCCEC1-BDF3-D7C3-7F7B-8E66F7B4FD71}"/>
          </ac:grpSpMkLst>
        </pc:grpChg>
        <pc:grpChg chg="add mod">
          <ac:chgData name="Aaron Fung" userId="09a62e1b-a908-44c2-a78c-4509d99436bb" providerId="ADAL" clId="{6AB3465E-B04F-47DB-B023-C89616D89A3E}" dt="2025-07-11T01:20:40.704" v="4633" actId="164"/>
          <ac:grpSpMkLst>
            <pc:docMk/>
            <pc:sldMk cId="4204802375" sldId="2146847013"/>
            <ac:grpSpMk id="14" creationId="{DDA361C8-AF7A-D189-7350-ADC95ECDCB4E}"/>
          </ac:grpSpMkLst>
        </pc:grpChg>
        <pc:grpChg chg="add mod">
          <ac:chgData name="Aaron Fung" userId="09a62e1b-a908-44c2-a78c-4509d99436bb" providerId="ADAL" clId="{6AB3465E-B04F-47DB-B023-C89616D89A3E}" dt="2025-07-11T01:20:38.495" v="4632" actId="164"/>
          <ac:grpSpMkLst>
            <pc:docMk/>
            <pc:sldMk cId="4204802375" sldId="2146847013"/>
            <ac:grpSpMk id="16" creationId="{7B4F1D57-9121-7D02-55C9-60B20370F73E}"/>
          </ac:grpSpMkLst>
        </pc:grpChg>
        <pc:grpChg chg="add mod">
          <ac:chgData name="Aaron Fung" userId="09a62e1b-a908-44c2-a78c-4509d99436bb" providerId="ADAL" clId="{6AB3465E-B04F-47DB-B023-C89616D89A3E}" dt="2025-07-11T01:20:36.561" v="4631" actId="164"/>
          <ac:grpSpMkLst>
            <pc:docMk/>
            <pc:sldMk cId="4204802375" sldId="2146847013"/>
            <ac:grpSpMk id="20" creationId="{D2EDAE79-37EE-2DA1-4DF6-9A2D6823DA8B}"/>
          </ac:grpSpMkLst>
        </pc:grpChg>
        <pc:grpChg chg="add mod">
          <ac:chgData name="Aaron Fung" userId="09a62e1b-a908-44c2-a78c-4509d99436bb" providerId="ADAL" clId="{6AB3465E-B04F-47DB-B023-C89616D89A3E}" dt="2025-07-11T01:20:34.394" v="4630" actId="164"/>
          <ac:grpSpMkLst>
            <pc:docMk/>
            <pc:sldMk cId="4204802375" sldId="2146847013"/>
            <ac:grpSpMk id="24" creationId="{AE141689-472D-87D7-EE87-435510B7D6A2}"/>
          </ac:grpSpMkLst>
        </pc:grpChg>
      </pc:sldChg>
      <pc:sldChg chg="addSp delSp modSp add mod ord setBg delAnim modAnim">
        <pc:chgData name="Aaron Fung" userId="09a62e1b-a908-44c2-a78c-4509d99436bb" providerId="ADAL" clId="{6AB3465E-B04F-47DB-B023-C89616D89A3E}" dt="2025-07-11T06:31:18.973" v="4825"/>
        <pc:sldMkLst>
          <pc:docMk/>
          <pc:sldMk cId="3555232919" sldId="2146847014"/>
        </pc:sldMkLst>
        <pc:spChg chg="mod ord">
          <ac:chgData name="Aaron Fung" userId="09a62e1b-a908-44c2-a78c-4509d99436bb" providerId="ADAL" clId="{6AB3465E-B04F-47DB-B023-C89616D89A3E}" dt="2025-07-09T07:27:49.054" v="2580" actId="255"/>
          <ac:spMkLst>
            <pc:docMk/>
            <pc:sldMk cId="3555232919" sldId="2146847014"/>
            <ac:spMk id="3" creationId="{FC770D11-8EE5-979D-A47C-27A5859F4B27}"/>
          </ac:spMkLst>
        </pc:spChg>
        <pc:spChg chg="mod">
          <ac:chgData name="Aaron Fung" userId="09a62e1b-a908-44c2-a78c-4509d99436bb" providerId="ADAL" clId="{6AB3465E-B04F-47DB-B023-C89616D89A3E}" dt="2025-07-10T01:46:25.734" v="3293" actId="1076"/>
          <ac:spMkLst>
            <pc:docMk/>
            <pc:sldMk cId="3555232919" sldId="2146847014"/>
            <ac:spMk id="85" creationId="{0A59E4BD-BDA6-9CF2-2F15-191504244FB8}"/>
          </ac:spMkLst>
        </pc:spChg>
        <pc:spChg chg="mod">
          <ac:chgData name="Aaron Fung" userId="09a62e1b-a908-44c2-a78c-4509d99436bb" providerId="ADAL" clId="{6AB3465E-B04F-47DB-B023-C89616D89A3E}" dt="2025-07-10T01:46:25.734" v="3293" actId="1076"/>
          <ac:spMkLst>
            <pc:docMk/>
            <pc:sldMk cId="3555232919" sldId="2146847014"/>
            <ac:spMk id="86" creationId="{40254306-F9CB-F117-2EAE-9C64C6EA4B7B}"/>
          </ac:spMkLst>
        </pc:spChg>
        <pc:spChg chg="add mod">
          <ac:chgData name="Aaron Fung" userId="09a62e1b-a908-44c2-a78c-4509d99436bb" providerId="ADAL" clId="{6AB3465E-B04F-47DB-B023-C89616D89A3E}" dt="2025-07-10T03:49:14.002" v="3314" actId="1076"/>
          <ac:spMkLst>
            <pc:docMk/>
            <pc:sldMk cId="3555232919" sldId="2146847014"/>
            <ac:spMk id="96" creationId="{42358ED7-7E62-E49A-6481-61D189CCB77B}"/>
          </ac:spMkLst>
        </pc:spChg>
        <pc:spChg chg="mod">
          <ac:chgData name="Aaron Fung" userId="09a62e1b-a908-44c2-a78c-4509d99436bb" providerId="ADAL" clId="{6AB3465E-B04F-47DB-B023-C89616D89A3E}" dt="2025-07-10T01:46:25.734" v="3293" actId="1076"/>
          <ac:spMkLst>
            <pc:docMk/>
            <pc:sldMk cId="3555232919" sldId="2146847014"/>
            <ac:spMk id="99" creationId="{F0F9157C-E132-D017-7B16-3356E9D91D8F}"/>
          </ac:spMkLst>
        </pc:spChg>
        <pc:spChg chg="mod">
          <ac:chgData name="Aaron Fung" userId="09a62e1b-a908-44c2-a78c-4509d99436bb" providerId="ADAL" clId="{6AB3465E-B04F-47DB-B023-C89616D89A3E}" dt="2025-07-10T01:46:25.734" v="3293" actId="1076"/>
          <ac:spMkLst>
            <pc:docMk/>
            <pc:sldMk cId="3555232919" sldId="2146847014"/>
            <ac:spMk id="104" creationId="{EAE2CD79-B8D1-B84F-03B7-C4E34E5881B3}"/>
          </ac:spMkLst>
        </pc:spChg>
        <pc:spChg chg="add mod">
          <ac:chgData name="Aaron Fung" userId="09a62e1b-a908-44c2-a78c-4509d99436bb" providerId="ADAL" clId="{6AB3465E-B04F-47DB-B023-C89616D89A3E}" dt="2025-07-10T01:46:25.734" v="3293" actId="1076"/>
          <ac:spMkLst>
            <pc:docMk/>
            <pc:sldMk cId="3555232919" sldId="2146847014"/>
            <ac:spMk id="110" creationId="{BBC1E513-EC1A-383E-C4C7-8B611921FD2D}"/>
          </ac:spMkLst>
        </pc:spChg>
        <pc:spChg chg="add mod">
          <ac:chgData name="Aaron Fung" userId="09a62e1b-a908-44c2-a78c-4509d99436bb" providerId="ADAL" clId="{6AB3465E-B04F-47DB-B023-C89616D89A3E}" dt="2025-07-10T01:46:25.734" v="3293" actId="1076"/>
          <ac:spMkLst>
            <pc:docMk/>
            <pc:sldMk cId="3555232919" sldId="2146847014"/>
            <ac:spMk id="1055" creationId="{A9A9DCC1-EB4D-6A36-2698-78B3312A6C08}"/>
          </ac:spMkLst>
        </pc:spChg>
        <pc:spChg chg="add mod">
          <ac:chgData name="Aaron Fung" userId="09a62e1b-a908-44c2-a78c-4509d99436bb" providerId="ADAL" clId="{6AB3465E-B04F-47DB-B023-C89616D89A3E}" dt="2025-07-10T01:46:25.734" v="3293" actId="1076"/>
          <ac:spMkLst>
            <pc:docMk/>
            <pc:sldMk cId="3555232919" sldId="2146847014"/>
            <ac:spMk id="1056" creationId="{0309CDA1-E4F6-38E4-63A7-C366D785F1F7}"/>
          </ac:spMkLst>
        </pc:spChg>
        <pc:spChg chg="add mod">
          <ac:chgData name="Aaron Fung" userId="09a62e1b-a908-44c2-a78c-4509d99436bb" providerId="ADAL" clId="{6AB3465E-B04F-47DB-B023-C89616D89A3E}" dt="2025-07-10T01:46:25.734" v="3293" actId="1076"/>
          <ac:spMkLst>
            <pc:docMk/>
            <pc:sldMk cId="3555232919" sldId="2146847014"/>
            <ac:spMk id="1091" creationId="{64B1CB75-4FA5-11FA-59F3-DBEB26672B16}"/>
          </ac:spMkLst>
        </pc:spChg>
        <pc:spChg chg="add mod">
          <ac:chgData name="Aaron Fung" userId="09a62e1b-a908-44c2-a78c-4509d99436bb" providerId="ADAL" clId="{6AB3465E-B04F-47DB-B023-C89616D89A3E}" dt="2025-07-10T01:46:25.734" v="3293" actId="1076"/>
          <ac:spMkLst>
            <pc:docMk/>
            <pc:sldMk cId="3555232919" sldId="2146847014"/>
            <ac:spMk id="1203" creationId="{8D9EA507-A92B-22F2-C93C-FA1A6D19C51D}"/>
          </ac:spMkLst>
        </pc:spChg>
      </pc:sldChg>
      <pc:sldChg chg="addSp delSp modSp add del mod">
        <pc:chgData name="Aaron Fung" userId="09a62e1b-a908-44c2-a78c-4509d99436bb" providerId="ADAL" clId="{6AB3465E-B04F-47DB-B023-C89616D89A3E}" dt="2025-07-10T01:42:09.868" v="3197" actId="47"/>
        <pc:sldMkLst>
          <pc:docMk/>
          <pc:sldMk cId="1978621993" sldId="2146847015"/>
        </pc:sldMkLst>
      </pc:sldChg>
      <pc:sldChg chg="addSp delSp modSp add del mod setBg delAnim modAnim">
        <pc:chgData name="Aaron Fung" userId="09a62e1b-a908-44c2-a78c-4509d99436bb" providerId="ADAL" clId="{6AB3465E-B04F-47DB-B023-C89616D89A3E}" dt="2025-08-08T03:53:41.457" v="4961" actId="47"/>
        <pc:sldMkLst>
          <pc:docMk/>
          <pc:sldMk cId="3342004344" sldId="2146847015"/>
        </pc:sldMkLst>
      </pc:sldChg>
      <pc:sldChg chg="addSp delSp new del mod">
        <pc:chgData name="Aaron Fung" userId="09a62e1b-a908-44c2-a78c-4509d99436bb" providerId="ADAL" clId="{6AB3465E-B04F-47DB-B023-C89616D89A3E}" dt="2025-07-09T07:22:54.277" v="2560" actId="47"/>
        <pc:sldMkLst>
          <pc:docMk/>
          <pc:sldMk cId="3469959042" sldId="2146847015"/>
        </pc:sldMkLst>
      </pc:sldChg>
      <pc:sldChg chg="addSp delSp modSp add del mod setBg">
        <pc:chgData name="Aaron Fung" userId="09a62e1b-a908-44c2-a78c-4509d99436bb" providerId="ADAL" clId="{6AB3465E-B04F-47DB-B023-C89616D89A3E}" dt="2025-07-25T03:15:14.777" v="4959" actId="47"/>
        <pc:sldMkLst>
          <pc:docMk/>
          <pc:sldMk cId="807872826" sldId="2146847016"/>
        </pc:sldMkLst>
      </pc:sldChg>
      <pc:sldChg chg="addSp delSp modSp add del mod setBg">
        <pc:chgData name="Aaron Fung" userId="09a62e1b-a908-44c2-a78c-4509d99436bb" providerId="ADAL" clId="{6AB3465E-B04F-47DB-B023-C89616D89A3E}" dt="2025-07-10T07:00:28.644" v="3747" actId="47"/>
        <pc:sldMkLst>
          <pc:docMk/>
          <pc:sldMk cId="3362470291" sldId="2146847016"/>
        </pc:sldMkLst>
      </pc:sldChg>
      <pc:sldChg chg="add del">
        <pc:chgData name="Aaron Fung" userId="09a62e1b-a908-44c2-a78c-4509d99436bb" providerId="ADAL" clId="{6AB3465E-B04F-47DB-B023-C89616D89A3E}" dt="2025-07-10T06:59:48.273" v="3741"/>
        <pc:sldMkLst>
          <pc:docMk/>
          <pc:sldMk cId="1540443913" sldId="2146847017"/>
        </pc:sldMkLst>
      </pc:sldChg>
      <pc:sldChg chg="add setBg">
        <pc:chgData name="Aaron Fung" userId="09a62e1b-a908-44c2-a78c-4509d99436bb" providerId="ADAL" clId="{6AB3465E-B04F-47DB-B023-C89616D89A3E}" dt="2025-07-25T03:15:16.448" v="4960"/>
        <pc:sldMkLst>
          <pc:docMk/>
          <pc:sldMk cId="807872826" sldId="2146847086"/>
        </pc:sldMkLst>
      </pc:sldChg>
      <pc:sldMasterChg chg="setBg delSldLayout modSldLayout">
        <pc:chgData name="Aaron Fung" userId="09a62e1b-a908-44c2-a78c-4509d99436bb" providerId="ADAL" clId="{6AB3465E-B04F-47DB-B023-C89616D89A3E}" dt="2025-07-11T06:31:18.973" v="4825"/>
        <pc:sldMasterMkLst>
          <pc:docMk/>
          <pc:sldMasterMk cId="3742257397" sldId="2147484344"/>
        </pc:sldMasterMkLst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3330802355" sldId="2147484345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465699263" sldId="2147484346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2822096783" sldId="2147484347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2910332387" sldId="2147484348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4013623303" sldId="2147484349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801556294" sldId="2147484350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2036878910" sldId="2147484351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1397911272" sldId="2147484352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2621088275" sldId="2147484353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1070130978" sldId="2147484354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1480918042" sldId="2147484355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1939791861" sldId="2147484356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3400004744" sldId="2147484357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2767614421" sldId="2147484358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3785100502" sldId="2147484359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1376744984" sldId="2147484360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527152349" sldId="2147484361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2242289695" sldId="2147484362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3333693959" sldId="2147484363"/>
          </pc:sldLayoutMkLst>
        </pc:sldLayoutChg>
        <pc:sldLayoutChg chg="setBg">
          <pc:chgData name="Aaron Fung" userId="09a62e1b-a908-44c2-a78c-4509d99436bb" providerId="ADAL" clId="{6AB3465E-B04F-47DB-B023-C89616D89A3E}" dt="2025-07-11T06:31:18.973" v="4825"/>
          <pc:sldLayoutMkLst>
            <pc:docMk/>
            <pc:sldMasterMk cId="3742257397" sldId="2147484344"/>
            <pc:sldLayoutMk cId="1529096199" sldId="2147484364"/>
          </pc:sldLayoutMkLst>
        </pc:sldLayoutChg>
        <pc:sldLayoutChg chg="del">
          <pc:chgData name="Aaron Fung" userId="09a62e1b-a908-44c2-a78c-4509d99436bb" providerId="ADAL" clId="{6AB3465E-B04F-47DB-B023-C89616D89A3E}" dt="2025-07-10T07:24:13.211" v="4019" actId="47"/>
          <pc:sldLayoutMkLst>
            <pc:docMk/>
            <pc:sldMasterMk cId="3742257397" sldId="2147484344"/>
            <pc:sldLayoutMk cId="1286436288" sldId="214748436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63D315-076B-4472-B8C6-FF2E14E63F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456371-5505-483E-9029-F438B26EBB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</a:defRPr>
            </a:lvl1pPr>
          </a:lstStyle>
          <a:p>
            <a:pPr>
              <a:defRPr/>
            </a:pPr>
            <a:fld id="{1DB7488D-F069-4FB3-9B54-C4864CDE8A4E}" type="datetimeFigureOut">
              <a:rPr lang="en-US" altLang="en-US"/>
              <a:pPr>
                <a:defRPr/>
              </a:pPr>
              <a:t>10/21/2025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E62012-5E1B-40C0-85F4-1D7041BAE3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0F6CE-EC74-4D7D-8B55-3D8CC0C83A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DF9EA97-885E-4E63-83DC-0B470CB470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A1182A3-EE1B-49C1-9482-5B8D40FE88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0B42D8B6-FBF5-454F-9A3F-19E2A369E62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C741888-9B4D-4205-8ED0-A9A90845691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0963" y="739775"/>
            <a:ext cx="6573837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B8EE8030-E4BD-458D-874A-AD0FE0DFAF3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686300"/>
            <a:ext cx="4938713" cy="444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96979D41-1220-407D-89C0-42B8F0F157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D501D379-05B1-4D2C-A6D3-818F65A7E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72600"/>
            <a:ext cx="2919413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54" tIns="45377" rIns="90754" bIns="4537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D3A382A-C681-4CA5-97EB-4E9B3DFCCF85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3A382A-C681-4CA5-97EB-4E9B3DFCCF85}" type="slidenum">
              <a:rPr lang="zh-TW" altLang="en-US" smtClean="0"/>
              <a:pPr>
                <a:defRPr/>
              </a:pPr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00930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79467" y="377225"/>
            <a:ext cx="6640738" cy="860929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79467" y="1238153"/>
            <a:ext cx="6640738" cy="146050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</a:t>
            </a:r>
            <a:endParaRPr lang="zh-CN" altLang="en-US"/>
          </a:p>
        </p:txBody>
      </p:sp>
      <p:pic>
        <p:nvPicPr>
          <p:cNvPr id="6" name="Picture 2" descr="D:\other\PPT\Patterns JE_RGB-Corporate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" t="1" b="1516"/>
          <a:stretch/>
        </p:blipFill>
        <p:spPr bwMode="auto">
          <a:xfrm>
            <a:off x="6900617" y="-14569"/>
            <a:ext cx="3259383" cy="572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278696" y="3657589"/>
            <a:ext cx="3201459" cy="80080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</a:lstStyle>
          <a:p>
            <a:pPr lvl="0"/>
            <a:r>
              <a:rPr lang="en-US" altLang="zh-CN"/>
              <a:t>Date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802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199458" y="1097306"/>
            <a:ext cx="9761084" cy="3680713"/>
          </a:xfrm>
        </p:spPr>
        <p:txBody>
          <a:bodyPr/>
          <a:lstStyle>
            <a:lvl1pPr indent="-180000">
              <a:lnSpc>
                <a:spcPct val="150000"/>
              </a:lnSpc>
              <a:defRPr sz="1600">
                <a:latin typeface="+mn-lt"/>
              </a:defRPr>
            </a:lvl1pPr>
            <a:lvl2pPr marL="742950" indent="-180000">
              <a:buFont typeface="Wingdings" pitchFamily="2" charset="2"/>
              <a:buChar char="l"/>
              <a:defRPr sz="1200" b="0">
                <a:latin typeface="+mn-lt"/>
              </a:defRPr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zh-CN" altLang="en-US"/>
          </a:p>
          <a:p>
            <a:pPr lvl="1"/>
            <a:endParaRPr lang="zh-CN" altLang="en-US"/>
          </a:p>
        </p:txBody>
      </p:sp>
      <p:sp>
        <p:nvSpPr>
          <p:cNvPr id="13" name="文本占位符 7">
            <a:extLst>
              <a:ext uri="{FF2B5EF4-FFF2-40B4-BE49-F238E27FC236}">
                <a16:creationId xmlns:a16="http://schemas.microsoft.com/office/drawing/2014/main" id="{04E8CC1C-F222-4604-8363-B8371FFE0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91709" y="407295"/>
            <a:ext cx="2079624" cy="36577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/>
              <a:t>DIRECTORY</a:t>
            </a:r>
            <a:endParaRPr lang="zh-CN" alt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4704"/>
            <a:ext cx="1280271" cy="2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30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FDAFB4BE-E188-4E54-BF33-AA6E4929555A}"/>
              </a:ext>
            </a:extLst>
          </p:cNvPr>
          <p:cNvSpPr txBox="1">
            <a:spLocks/>
          </p:cNvSpPr>
          <p:nvPr userDrawn="1"/>
        </p:nvSpPr>
        <p:spPr>
          <a:xfrm>
            <a:off x="119449" y="5337776"/>
            <a:ext cx="880098" cy="3051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08000" y="228866"/>
            <a:ext cx="91440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8000" y="1333501"/>
            <a:ext cx="91440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endParaRPr lang="en-US" altLang="zh-CN"/>
          </a:p>
          <a:p>
            <a:pPr lvl="1"/>
            <a:r>
              <a:rPr lang="en-US" altLang="zh-CN"/>
              <a:t>Lorem </a:t>
            </a:r>
            <a:r>
              <a:rPr lang="en-US" altLang="zh-CN" err="1"/>
              <a:t>Ipsum</a:t>
            </a:r>
            <a:endParaRPr lang="zh-CN" altLang="en-US"/>
          </a:p>
          <a:p>
            <a:pPr lvl="2"/>
            <a:r>
              <a:rPr lang="en-US" altLang="zh-CN"/>
              <a:t>Lorem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  <a:p>
            <a:pPr lvl="2"/>
            <a:r>
              <a:rPr lang="en-US" altLang="zh-CN" err="1"/>
              <a:t>Lorem</a:t>
            </a:r>
            <a:r>
              <a:rPr lang="en-US" altLang="zh-CN"/>
              <a:t> </a:t>
            </a:r>
            <a:r>
              <a:rPr lang="en-US" altLang="zh-CN" err="1"/>
              <a:t>ipsum</a:t>
            </a:r>
            <a:r>
              <a:rPr lang="en-US" altLang="zh-CN"/>
              <a:t> dolor sit </a:t>
            </a:r>
            <a:r>
              <a:rPr lang="en-US" altLang="zh-CN" err="1"/>
              <a:t>amet</a:t>
            </a:r>
            <a:r>
              <a:rPr lang="en-US" altLang="zh-CN"/>
              <a:t>, </a:t>
            </a:r>
            <a:r>
              <a:rPr lang="en-US" altLang="zh-CN" err="1"/>
              <a:t>consectetur</a:t>
            </a:r>
            <a:r>
              <a:rPr lang="en-US" altLang="zh-CN"/>
              <a:t> </a:t>
            </a:r>
            <a:r>
              <a:rPr lang="en-US" altLang="zh-CN" err="1"/>
              <a:t>adipisicing</a:t>
            </a:r>
            <a:r>
              <a:rPr lang="en-US" altLang="zh-CN"/>
              <a:t> </a:t>
            </a:r>
            <a:r>
              <a:rPr lang="en-US" altLang="zh-CN" err="1"/>
              <a:t>elit</a:t>
            </a:r>
            <a:r>
              <a:rPr lang="en-US" altLang="zh-CN"/>
              <a:t>, </a:t>
            </a:r>
            <a:r>
              <a:rPr lang="en-US" altLang="zh-CN" err="1"/>
              <a:t>sed</a:t>
            </a:r>
            <a:r>
              <a:rPr lang="en-US" altLang="zh-CN"/>
              <a:t> do </a:t>
            </a:r>
            <a:r>
              <a:rPr lang="en-US" altLang="zh-CN" err="1"/>
              <a:t>eiusmod</a:t>
            </a:r>
            <a:r>
              <a:rPr lang="en-US" altLang="zh-CN"/>
              <a:t> </a:t>
            </a:r>
            <a:r>
              <a:rPr lang="en-US" altLang="zh-CN" err="1"/>
              <a:t>tempor</a:t>
            </a:r>
            <a:r>
              <a:rPr lang="en-US" altLang="zh-CN"/>
              <a:t> </a:t>
            </a:r>
            <a:r>
              <a:rPr lang="en-US" altLang="zh-CN" err="1"/>
              <a:t>incididunt</a:t>
            </a:r>
            <a:r>
              <a:rPr lang="en-US" altLang="zh-CN"/>
              <a:t> </a:t>
            </a:r>
            <a:r>
              <a:rPr lang="en-US" altLang="zh-CN" err="1"/>
              <a:t>ut</a:t>
            </a:r>
            <a:r>
              <a:rPr lang="en-US" altLang="zh-CN"/>
              <a:t> </a:t>
            </a:r>
            <a:r>
              <a:rPr lang="en-US" altLang="zh-CN" err="1"/>
              <a:t>labore</a:t>
            </a:r>
            <a:r>
              <a:rPr lang="en-US" altLang="zh-CN"/>
              <a:t> et </a:t>
            </a:r>
            <a:r>
              <a:rPr lang="en-US" altLang="zh-CN" err="1"/>
              <a:t>dolore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225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45" r:id="rId1"/>
    <p:sldLayoutId id="2147484354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rgbClr val="F58220"/>
          </a:solidFill>
          <a:latin typeface="+mj-lt"/>
          <a:ea typeface="+mj-ea"/>
          <a:cs typeface="+mj-cs"/>
        </a:defRPr>
      </a:lvl1pPr>
    </p:titleStyle>
    <p:bodyStyle>
      <a:lvl1pPr marL="342900" indent="-180000" algn="l" defTabSz="91440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180000" algn="l" defTabSz="91440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80000" algn="l" defTabSz="914400" rtl="0" eaLnBrk="1" latinLnBrk="0" hangingPunct="1">
        <a:lnSpc>
          <a:spcPct val="150000"/>
        </a:lnSpc>
        <a:spcBef>
          <a:spcPct val="20000"/>
        </a:spcBef>
        <a:buClr>
          <a:srgbClr val="F58220"/>
        </a:buClr>
        <a:buSzPct val="80000"/>
        <a:buFont typeface="Wingdings" pitchFamily="2" charset="2"/>
        <a:buChar char="l"/>
        <a:defRPr lang="zh-CN" alt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indent="0" algn="l" defTabSz="9144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307E-D3B1-E9A7-9FD5-8A4B3BD23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67" y="1012225"/>
            <a:ext cx="6640738" cy="1964057"/>
          </a:xfrm>
        </p:spPr>
        <p:txBody>
          <a:bodyPr/>
          <a:lstStyle/>
          <a:p>
            <a:r>
              <a:rPr lang="en-US" sz="3600">
                <a:latin typeface="Aptos Display" panose="020B0004020202020204" pitchFamily="34" charset="0"/>
              </a:rPr>
              <a:t>Red Card System: </a:t>
            </a:r>
            <a:br>
              <a:rPr lang="en-US" sz="3600">
                <a:latin typeface="Aptos Display" panose="020B0004020202020204" pitchFamily="34" charset="0"/>
              </a:rPr>
            </a:br>
            <a:r>
              <a:rPr lang="en-US" sz="3600">
                <a:latin typeface="Aptos Display" panose="020B0004020202020204" pitchFamily="34" charset="0"/>
              </a:rPr>
              <a:t>Streamlining QA Defect Tracking</a:t>
            </a:r>
            <a:br>
              <a:rPr lang="en-US" sz="3600">
                <a:latin typeface="Aptos Display" panose="020B0004020202020204" pitchFamily="34" charset="0"/>
              </a:rPr>
            </a:br>
            <a:r>
              <a:rPr lang="en-US" sz="3600">
                <a:latin typeface="Aptos Display" panose="020B0004020202020204" pitchFamily="34" charset="0"/>
              </a:rPr>
              <a:t>(Aaron)</a:t>
            </a:r>
          </a:p>
        </p:txBody>
      </p:sp>
    </p:spTree>
    <p:extLst>
      <p:ext uri="{BB962C8B-B14F-4D97-AF65-F5344CB8AC3E}">
        <p14:creationId xmlns:p14="http://schemas.microsoft.com/office/powerpoint/2010/main" val="3058607716"/>
      </p:ext>
    </p:extLst>
  </p:cSld>
  <p:clrMapOvr>
    <a:masterClrMapping/>
  </p:clrMapOvr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1FFD-C263-17C5-83FF-88D3C54CF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Text Placeholder 2">
            <a:extLst>
              <a:ext uri="{FF2B5EF4-FFF2-40B4-BE49-F238E27FC236}">
                <a16:creationId xmlns:a16="http://schemas.microsoft.com/office/drawing/2014/main" id="{407F4009-CB7A-C923-8201-CE4AB4312BF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7590927" cy="490331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Overview</a:t>
            </a:r>
          </a:p>
        </p:txBody>
      </p: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5FB122DA-A2D7-7C17-F655-1C86615EC115}"/>
              </a:ext>
            </a:extLst>
          </p:cNvPr>
          <p:cNvGrpSpPr/>
          <p:nvPr/>
        </p:nvGrpSpPr>
        <p:grpSpPr>
          <a:xfrm>
            <a:off x="1468253" y="814886"/>
            <a:ext cx="3060338" cy="853775"/>
            <a:chOff x="1657416" y="2267712"/>
            <a:chExt cx="3955603" cy="1179576"/>
          </a:xfrm>
        </p:grpSpPr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A21E0F11-5637-639C-ADC4-4F7A0A9C692D}"/>
                </a:ext>
              </a:extLst>
            </p:cNvPr>
            <p:cNvSpPr/>
            <p:nvPr/>
          </p:nvSpPr>
          <p:spPr>
            <a:xfrm>
              <a:off x="1657416" y="2606490"/>
              <a:ext cx="229235" cy="505494"/>
            </a:xfrm>
            <a:custGeom>
              <a:avLst/>
              <a:gdLst>
                <a:gd name="connsiteX0" fmla="*/ 98289 w 229236"/>
                <a:gd name="connsiteY0" fmla="*/ 0 h 505494"/>
                <a:gd name="connsiteX1" fmla="*/ 138177 w 229236"/>
                <a:gd name="connsiteY1" fmla="*/ 32910 h 505494"/>
                <a:gd name="connsiteX2" fmla="*/ 229236 w 229236"/>
                <a:gd name="connsiteY2" fmla="*/ 252747 h 505494"/>
                <a:gd name="connsiteX3" fmla="*/ 138177 w 229236"/>
                <a:gd name="connsiteY3" fmla="*/ 472584 h 505494"/>
                <a:gd name="connsiteX4" fmla="*/ 98289 w 229236"/>
                <a:gd name="connsiteY4" fmla="*/ 505494 h 505494"/>
                <a:gd name="connsiteX5" fmla="*/ 64808 w 229236"/>
                <a:gd name="connsiteY5" fmla="*/ 464916 h 505494"/>
                <a:gd name="connsiteX6" fmla="*/ 0 w 229236"/>
                <a:gd name="connsiteY6" fmla="*/ 252747 h 505494"/>
                <a:gd name="connsiteX7" fmla="*/ 64808 w 229236"/>
                <a:gd name="connsiteY7" fmla="*/ 40578 h 505494"/>
                <a:gd name="connsiteX8" fmla="*/ 98289 w 229236"/>
                <a:gd name="connsiteY8" fmla="*/ 0 h 505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236" h="505494">
                  <a:moveTo>
                    <a:pt x="98289" y="0"/>
                  </a:moveTo>
                  <a:lnTo>
                    <a:pt x="138177" y="32910"/>
                  </a:lnTo>
                  <a:cubicBezTo>
                    <a:pt x="194438" y="89172"/>
                    <a:pt x="229236" y="166896"/>
                    <a:pt x="229236" y="252747"/>
                  </a:cubicBezTo>
                  <a:cubicBezTo>
                    <a:pt x="229236" y="338599"/>
                    <a:pt x="194438" y="416323"/>
                    <a:pt x="138177" y="472584"/>
                  </a:cubicBezTo>
                  <a:lnTo>
                    <a:pt x="98289" y="505494"/>
                  </a:lnTo>
                  <a:lnTo>
                    <a:pt x="64808" y="464916"/>
                  </a:lnTo>
                  <a:cubicBezTo>
                    <a:pt x="23892" y="404351"/>
                    <a:pt x="0" y="331339"/>
                    <a:pt x="0" y="252747"/>
                  </a:cubicBezTo>
                  <a:cubicBezTo>
                    <a:pt x="0" y="174155"/>
                    <a:pt x="23892" y="101143"/>
                    <a:pt x="64808" y="40578"/>
                  </a:cubicBezTo>
                  <a:lnTo>
                    <a:pt x="98289" y="0"/>
                  </a:ln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435C62FF-7473-DD51-00E1-0F930F72F909}"/>
                </a:ext>
              </a:extLst>
            </p:cNvPr>
            <p:cNvSpPr/>
            <p:nvPr/>
          </p:nvSpPr>
          <p:spPr>
            <a:xfrm>
              <a:off x="1755706" y="2479760"/>
              <a:ext cx="3312423" cy="758952"/>
            </a:xfrm>
            <a:custGeom>
              <a:avLst/>
              <a:gdLst>
                <a:gd name="connsiteX0" fmla="*/ 281187 w 3312423"/>
                <a:gd name="connsiteY0" fmla="*/ 0 h 758952"/>
                <a:gd name="connsiteX1" fmla="*/ 2932947 w 3312423"/>
                <a:gd name="connsiteY1" fmla="*/ 0 h 758952"/>
                <a:gd name="connsiteX2" fmla="*/ 3312423 w 3312423"/>
                <a:gd name="connsiteY2" fmla="*/ 379476 h 758952"/>
                <a:gd name="connsiteX3" fmla="*/ 2932947 w 3312423"/>
                <a:gd name="connsiteY3" fmla="*/ 758952 h 758952"/>
                <a:gd name="connsiteX4" fmla="*/ 281187 w 3312423"/>
                <a:gd name="connsiteY4" fmla="*/ 758952 h 758952"/>
                <a:gd name="connsiteX5" fmla="*/ 12857 w 3312423"/>
                <a:gd name="connsiteY5" fmla="*/ 647806 h 758952"/>
                <a:gd name="connsiteX6" fmla="*/ 0 w 3312423"/>
                <a:gd name="connsiteY6" fmla="*/ 632223 h 758952"/>
                <a:gd name="connsiteX7" fmla="*/ 39888 w 3312423"/>
                <a:gd name="connsiteY7" fmla="*/ 599313 h 758952"/>
                <a:gd name="connsiteX8" fmla="*/ 130947 w 3312423"/>
                <a:gd name="connsiteY8" fmla="*/ 379476 h 758952"/>
                <a:gd name="connsiteX9" fmla="*/ 39888 w 3312423"/>
                <a:gd name="connsiteY9" fmla="*/ 159639 h 758952"/>
                <a:gd name="connsiteX10" fmla="*/ 0 w 3312423"/>
                <a:gd name="connsiteY10" fmla="*/ 126729 h 758952"/>
                <a:gd name="connsiteX11" fmla="*/ 12857 w 3312423"/>
                <a:gd name="connsiteY11" fmla="*/ 111146 h 758952"/>
                <a:gd name="connsiteX12" fmla="*/ 281187 w 3312423"/>
                <a:gd name="connsiteY12" fmla="*/ 0 h 75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2423" h="758952">
                  <a:moveTo>
                    <a:pt x="281187" y="0"/>
                  </a:moveTo>
                  <a:lnTo>
                    <a:pt x="2932947" y="0"/>
                  </a:lnTo>
                  <a:cubicBezTo>
                    <a:pt x="3142526" y="0"/>
                    <a:pt x="3312423" y="169897"/>
                    <a:pt x="3312423" y="379476"/>
                  </a:cubicBezTo>
                  <a:cubicBezTo>
                    <a:pt x="3312423" y="589055"/>
                    <a:pt x="3142526" y="758952"/>
                    <a:pt x="2932947" y="758952"/>
                  </a:cubicBezTo>
                  <a:lnTo>
                    <a:pt x="281187" y="758952"/>
                  </a:lnTo>
                  <a:cubicBezTo>
                    <a:pt x="176398" y="758952"/>
                    <a:pt x="81529" y="716478"/>
                    <a:pt x="12857" y="647806"/>
                  </a:cubicBezTo>
                  <a:lnTo>
                    <a:pt x="0" y="632223"/>
                  </a:lnTo>
                  <a:lnTo>
                    <a:pt x="39888" y="599313"/>
                  </a:lnTo>
                  <a:cubicBezTo>
                    <a:pt x="96149" y="543052"/>
                    <a:pt x="130947" y="465328"/>
                    <a:pt x="130947" y="379476"/>
                  </a:cubicBezTo>
                  <a:cubicBezTo>
                    <a:pt x="130947" y="293625"/>
                    <a:pt x="96149" y="215901"/>
                    <a:pt x="39888" y="159639"/>
                  </a:cubicBezTo>
                  <a:lnTo>
                    <a:pt x="0" y="126729"/>
                  </a:lnTo>
                  <a:lnTo>
                    <a:pt x="12857" y="111146"/>
                  </a:lnTo>
                  <a:cubicBezTo>
                    <a:pt x="81529" y="42474"/>
                    <a:pt x="176398" y="0"/>
                    <a:pt x="28118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5A33FD25-E46F-22C1-E74D-D4BC24BCC633}"/>
                </a:ext>
              </a:extLst>
            </p:cNvPr>
            <p:cNvSpPr/>
            <p:nvPr/>
          </p:nvSpPr>
          <p:spPr>
            <a:xfrm rot="16200000">
              <a:off x="4270079" y="2104347"/>
              <a:ext cx="1179576" cy="1506305"/>
            </a:xfrm>
            <a:custGeom>
              <a:avLst/>
              <a:gdLst>
                <a:gd name="connsiteX0" fmla="*/ 1179576 w 1179576"/>
                <a:gd name="connsiteY0" fmla="*/ 916517 h 1506305"/>
                <a:gd name="connsiteX1" fmla="*/ 589788 w 1179576"/>
                <a:gd name="connsiteY1" fmla="*/ 1506305 h 1506305"/>
                <a:gd name="connsiteX2" fmla="*/ 0 w 1179576"/>
                <a:gd name="connsiteY2" fmla="*/ 916517 h 1506305"/>
                <a:gd name="connsiteX3" fmla="*/ 360216 w 1179576"/>
                <a:gd name="connsiteY3" fmla="*/ 373077 h 1506305"/>
                <a:gd name="connsiteX4" fmla="*/ 467600 w 1179576"/>
                <a:gd name="connsiteY4" fmla="*/ 339744 h 1506305"/>
                <a:gd name="connsiteX5" fmla="*/ 589788 w 1179576"/>
                <a:gd name="connsiteY5" fmla="*/ 0 h 1506305"/>
                <a:gd name="connsiteX6" fmla="*/ 711977 w 1179576"/>
                <a:gd name="connsiteY6" fmla="*/ 339744 h 1506305"/>
                <a:gd name="connsiteX7" fmla="*/ 819360 w 1179576"/>
                <a:gd name="connsiteY7" fmla="*/ 373077 h 1506305"/>
                <a:gd name="connsiteX8" fmla="*/ 1179576 w 1179576"/>
                <a:gd name="connsiteY8" fmla="*/ 916517 h 1506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576" h="1506305">
                  <a:moveTo>
                    <a:pt x="1179576" y="916517"/>
                  </a:moveTo>
                  <a:cubicBezTo>
                    <a:pt x="1179576" y="1242248"/>
                    <a:pt x="915519" y="1506305"/>
                    <a:pt x="589788" y="1506305"/>
                  </a:cubicBezTo>
                  <a:cubicBezTo>
                    <a:pt x="264057" y="1506305"/>
                    <a:pt x="0" y="1242248"/>
                    <a:pt x="0" y="916517"/>
                  </a:cubicBezTo>
                  <a:cubicBezTo>
                    <a:pt x="0" y="672219"/>
                    <a:pt x="148532" y="462612"/>
                    <a:pt x="360216" y="373077"/>
                  </a:cubicBezTo>
                  <a:lnTo>
                    <a:pt x="467600" y="339744"/>
                  </a:lnTo>
                  <a:lnTo>
                    <a:pt x="589788" y="0"/>
                  </a:lnTo>
                  <a:lnTo>
                    <a:pt x="711977" y="339744"/>
                  </a:lnTo>
                  <a:lnTo>
                    <a:pt x="819360" y="373077"/>
                  </a:lnTo>
                  <a:cubicBezTo>
                    <a:pt x="1031044" y="462612"/>
                    <a:pt x="1179576" y="672219"/>
                    <a:pt x="1179576" y="916517"/>
                  </a:cubicBezTo>
                  <a:close/>
                </a:path>
              </a:pathLst>
            </a:cu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16" name="TextBox 1215">
              <a:extLst>
                <a:ext uri="{FF2B5EF4-FFF2-40B4-BE49-F238E27FC236}">
                  <a16:creationId xmlns:a16="http://schemas.microsoft.com/office/drawing/2014/main" id="{2DA6C401-12B4-4DE7-92EF-3A0A249C5802}"/>
                </a:ext>
              </a:extLst>
            </p:cNvPr>
            <p:cNvSpPr txBox="1"/>
            <p:nvPr/>
          </p:nvSpPr>
          <p:spPr>
            <a:xfrm>
              <a:off x="1981596" y="2454340"/>
              <a:ext cx="2575065" cy="326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latin typeface="Bahnschrift SemiBold Condensed" panose="020B0502040204020203" pitchFamily="34" charset="0"/>
                  <a:cs typeface="Calibri" panose="020F0502020204030204" pitchFamily="34" charset="0"/>
                </a:rPr>
                <a:t>What is the Red Card System?</a:t>
              </a:r>
            </a:p>
          </p:txBody>
        </p:sp>
        <p:sp>
          <p:nvSpPr>
            <p:cNvPr id="1217" name="TextBox 1216">
              <a:extLst>
                <a:ext uri="{FF2B5EF4-FFF2-40B4-BE49-F238E27FC236}">
                  <a16:creationId xmlns:a16="http://schemas.microsoft.com/office/drawing/2014/main" id="{09A35107-C08E-272E-83E4-E532D5CF0527}"/>
                </a:ext>
              </a:extLst>
            </p:cNvPr>
            <p:cNvSpPr txBox="1"/>
            <p:nvPr/>
          </p:nvSpPr>
          <p:spPr>
            <a:xfrm>
              <a:off x="2385433" y="2704254"/>
              <a:ext cx="1767390" cy="467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Bahnschrift SemiLight Condensed" panose="020B0502040204020203" pitchFamily="34" charset="0"/>
                  <a:cs typeface="Calibri Light" panose="020F0302020204030204" pitchFamily="34" charset="0"/>
                </a:rPr>
                <a:t>A digital solution for efficient defect tracking and follow-up.</a:t>
              </a:r>
            </a:p>
          </p:txBody>
        </p:sp>
      </p:grpSp>
      <p:grpSp>
        <p:nvGrpSpPr>
          <p:cNvPr id="1361" name="Group 1360">
            <a:extLst>
              <a:ext uri="{FF2B5EF4-FFF2-40B4-BE49-F238E27FC236}">
                <a16:creationId xmlns:a16="http://schemas.microsoft.com/office/drawing/2014/main" id="{EFB3036D-71FA-BE57-4A4E-0D6386658F9D}"/>
              </a:ext>
            </a:extLst>
          </p:cNvPr>
          <p:cNvGrpSpPr/>
          <p:nvPr/>
        </p:nvGrpSpPr>
        <p:grpSpPr>
          <a:xfrm flipH="1">
            <a:off x="5631411" y="814887"/>
            <a:ext cx="3060338" cy="853775"/>
            <a:chOff x="1657416" y="2267712"/>
            <a:chExt cx="3955603" cy="1179576"/>
          </a:xfrm>
        </p:grpSpPr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A62F1118-38B6-465D-C4CD-37C8D47FD4F5}"/>
                </a:ext>
              </a:extLst>
            </p:cNvPr>
            <p:cNvSpPr/>
            <p:nvPr/>
          </p:nvSpPr>
          <p:spPr>
            <a:xfrm>
              <a:off x="1657416" y="2606490"/>
              <a:ext cx="229235" cy="505494"/>
            </a:xfrm>
            <a:custGeom>
              <a:avLst/>
              <a:gdLst>
                <a:gd name="connsiteX0" fmla="*/ 98289 w 229236"/>
                <a:gd name="connsiteY0" fmla="*/ 0 h 505494"/>
                <a:gd name="connsiteX1" fmla="*/ 138177 w 229236"/>
                <a:gd name="connsiteY1" fmla="*/ 32910 h 505494"/>
                <a:gd name="connsiteX2" fmla="*/ 229236 w 229236"/>
                <a:gd name="connsiteY2" fmla="*/ 252747 h 505494"/>
                <a:gd name="connsiteX3" fmla="*/ 138177 w 229236"/>
                <a:gd name="connsiteY3" fmla="*/ 472584 h 505494"/>
                <a:gd name="connsiteX4" fmla="*/ 98289 w 229236"/>
                <a:gd name="connsiteY4" fmla="*/ 505494 h 505494"/>
                <a:gd name="connsiteX5" fmla="*/ 64808 w 229236"/>
                <a:gd name="connsiteY5" fmla="*/ 464916 h 505494"/>
                <a:gd name="connsiteX6" fmla="*/ 0 w 229236"/>
                <a:gd name="connsiteY6" fmla="*/ 252747 h 505494"/>
                <a:gd name="connsiteX7" fmla="*/ 64808 w 229236"/>
                <a:gd name="connsiteY7" fmla="*/ 40578 h 505494"/>
                <a:gd name="connsiteX8" fmla="*/ 98289 w 229236"/>
                <a:gd name="connsiteY8" fmla="*/ 0 h 505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236" h="505494">
                  <a:moveTo>
                    <a:pt x="98289" y="0"/>
                  </a:moveTo>
                  <a:lnTo>
                    <a:pt x="138177" y="32910"/>
                  </a:lnTo>
                  <a:cubicBezTo>
                    <a:pt x="194438" y="89172"/>
                    <a:pt x="229236" y="166896"/>
                    <a:pt x="229236" y="252747"/>
                  </a:cubicBezTo>
                  <a:cubicBezTo>
                    <a:pt x="229236" y="338599"/>
                    <a:pt x="194438" y="416323"/>
                    <a:pt x="138177" y="472584"/>
                  </a:cubicBezTo>
                  <a:lnTo>
                    <a:pt x="98289" y="505494"/>
                  </a:lnTo>
                  <a:lnTo>
                    <a:pt x="64808" y="464916"/>
                  </a:lnTo>
                  <a:cubicBezTo>
                    <a:pt x="23892" y="404351"/>
                    <a:pt x="0" y="331339"/>
                    <a:pt x="0" y="252747"/>
                  </a:cubicBezTo>
                  <a:cubicBezTo>
                    <a:pt x="0" y="174155"/>
                    <a:pt x="23892" y="101143"/>
                    <a:pt x="64808" y="40578"/>
                  </a:cubicBezTo>
                  <a:lnTo>
                    <a:pt x="98289" y="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A3DB5AD6-D237-381D-80AD-48FEF4ED136B}"/>
                </a:ext>
              </a:extLst>
            </p:cNvPr>
            <p:cNvSpPr/>
            <p:nvPr/>
          </p:nvSpPr>
          <p:spPr>
            <a:xfrm>
              <a:off x="1755706" y="2479760"/>
              <a:ext cx="3312423" cy="758952"/>
            </a:xfrm>
            <a:custGeom>
              <a:avLst/>
              <a:gdLst>
                <a:gd name="connsiteX0" fmla="*/ 281187 w 3312423"/>
                <a:gd name="connsiteY0" fmla="*/ 0 h 758952"/>
                <a:gd name="connsiteX1" fmla="*/ 2932947 w 3312423"/>
                <a:gd name="connsiteY1" fmla="*/ 0 h 758952"/>
                <a:gd name="connsiteX2" fmla="*/ 3312423 w 3312423"/>
                <a:gd name="connsiteY2" fmla="*/ 379476 h 758952"/>
                <a:gd name="connsiteX3" fmla="*/ 2932947 w 3312423"/>
                <a:gd name="connsiteY3" fmla="*/ 758952 h 758952"/>
                <a:gd name="connsiteX4" fmla="*/ 281187 w 3312423"/>
                <a:gd name="connsiteY4" fmla="*/ 758952 h 758952"/>
                <a:gd name="connsiteX5" fmla="*/ 12857 w 3312423"/>
                <a:gd name="connsiteY5" fmla="*/ 647806 h 758952"/>
                <a:gd name="connsiteX6" fmla="*/ 0 w 3312423"/>
                <a:gd name="connsiteY6" fmla="*/ 632223 h 758952"/>
                <a:gd name="connsiteX7" fmla="*/ 39888 w 3312423"/>
                <a:gd name="connsiteY7" fmla="*/ 599313 h 758952"/>
                <a:gd name="connsiteX8" fmla="*/ 130947 w 3312423"/>
                <a:gd name="connsiteY8" fmla="*/ 379476 h 758952"/>
                <a:gd name="connsiteX9" fmla="*/ 39888 w 3312423"/>
                <a:gd name="connsiteY9" fmla="*/ 159639 h 758952"/>
                <a:gd name="connsiteX10" fmla="*/ 0 w 3312423"/>
                <a:gd name="connsiteY10" fmla="*/ 126729 h 758952"/>
                <a:gd name="connsiteX11" fmla="*/ 12857 w 3312423"/>
                <a:gd name="connsiteY11" fmla="*/ 111146 h 758952"/>
                <a:gd name="connsiteX12" fmla="*/ 281187 w 3312423"/>
                <a:gd name="connsiteY12" fmla="*/ 0 h 75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2423" h="758952">
                  <a:moveTo>
                    <a:pt x="281187" y="0"/>
                  </a:moveTo>
                  <a:lnTo>
                    <a:pt x="2932947" y="0"/>
                  </a:lnTo>
                  <a:cubicBezTo>
                    <a:pt x="3142526" y="0"/>
                    <a:pt x="3312423" y="169897"/>
                    <a:pt x="3312423" y="379476"/>
                  </a:cubicBezTo>
                  <a:cubicBezTo>
                    <a:pt x="3312423" y="589055"/>
                    <a:pt x="3142526" y="758952"/>
                    <a:pt x="2932947" y="758952"/>
                  </a:cubicBezTo>
                  <a:lnTo>
                    <a:pt x="281187" y="758952"/>
                  </a:lnTo>
                  <a:cubicBezTo>
                    <a:pt x="176398" y="758952"/>
                    <a:pt x="81529" y="716478"/>
                    <a:pt x="12857" y="647806"/>
                  </a:cubicBezTo>
                  <a:lnTo>
                    <a:pt x="0" y="632223"/>
                  </a:lnTo>
                  <a:lnTo>
                    <a:pt x="39888" y="599313"/>
                  </a:lnTo>
                  <a:cubicBezTo>
                    <a:pt x="96149" y="543052"/>
                    <a:pt x="130947" y="465328"/>
                    <a:pt x="130947" y="379476"/>
                  </a:cubicBezTo>
                  <a:cubicBezTo>
                    <a:pt x="130947" y="293625"/>
                    <a:pt x="96149" y="215901"/>
                    <a:pt x="39888" y="159639"/>
                  </a:cubicBezTo>
                  <a:lnTo>
                    <a:pt x="0" y="126729"/>
                  </a:lnTo>
                  <a:lnTo>
                    <a:pt x="12857" y="111146"/>
                  </a:lnTo>
                  <a:cubicBezTo>
                    <a:pt x="81529" y="42474"/>
                    <a:pt x="176398" y="0"/>
                    <a:pt x="28118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D5AF79DF-C98D-E865-A14D-E203AAC74298}"/>
                </a:ext>
              </a:extLst>
            </p:cNvPr>
            <p:cNvSpPr/>
            <p:nvPr/>
          </p:nvSpPr>
          <p:spPr>
            <a:xfrm rot="16200000">
              <a:off x="4270079" y="2104347"/>
              <a:ext cx="1179576" cy="1506305"/>
            </a:xfrm>
            <a:custGeom>
              <a:avLst/>
              <a:gdLst>
                <a:gd name="connsiteX0" fmla="*/ 1179576 w 1179576"/>
                <a:gd name="connsiteY0" fmla="*/ 916517 h 1506305"/>
                <a:gd name="connsiteX1" fmla="*/ 589788 w 1179576"/>
                <a:gd name="connsiteY1" fmla="*/ 1506305 h 1506305"/>
                <a:gd name="connsiteX2" fmla="*/ 0 w 1179576"/>
                <a:gd name="connsiteY2" fmla="*/ 916517 h 1506305"/>
                <a:gd name="connsiteX3" fmla="*/ 360216 w 1179576"/>
                <a:gd name="connsiteY3" fmla="*/ 373077 h 1506305"/>
                <a:gd name="connsiteX4" fmla="*/ 467600 w 1179576"/>
                <a:gd name="connsiteY4" fmla="*/ 339744 h 1506305"/>
                <a:gd name="connsiteX5" fmla="*/ 589788 w 1179576"/>
                <a:gd name="connsiteY5" fmla="*/ 0 h 1506305"/>
                <a:gd name="connsiteX6" fmla="*/ 711977 w 1179576"/>
                <a:gd name="connsiteY6" fmla="*/ 339744 h 1506305"/>
                <a:gd name="connsiteX7" fmla="*/ 819360 w 1179576"/>
                <a:gd name="connsiteY7" fmla="*/ 373077 h 1506305"/>
                <a:gd name="connsiteX8" fmla="*/ 1179576 w 1179576"/>
                <a:gd name="connsiteY8" fmla="*/ 916517 h 1506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576" h="1506305">
                  <a:moveTo>
                    <a:pt x="1179576" y="916517"/>
                  </a:moveTo>
                  <a:cubicBezTo>
                    <a:pt x="1179576" y="1242248"/>
                    <a:pt x="915519" y="1506305"/>
                    <a:pt x="589788" y="1506305"/>
                  </a:cubicBezTo>
                  <a:cubicBezTo>
                    <a:pt x="264057" y="1506305"/>
                    <a:pt x="0" y="1242248"/>
                    <a:pt x="0" y="916517"/>
                  </a:cubicBezTo>
                  <a:cubicBezTo>
                    <a:pt x="0" y="672219"/>
                    <a:pt x="148532" y="462612"/>
                    <a:pt x="360216" y="373077"/>
                  </a:cubicBezTo>
                  <a:lnTo>
                    <a:pt x="467600" y="339744"/>
                  </a:lnTo>
                  <a:lnTo>
                    <a:pt x="589788" y="0"/>
                  </a:lnTo>
                  <a:lnTo>
                    <a:pt x="711977" y="339744"/>
                  </a:lnTo>
                  <a:lnTo>
                    <a:pt x="819360" y="373077"/>
                  </a:lnTo>
                  <a:cubicBezTo>
                    <a:pt x="1031044" y="462612"/>
                    <a:pt x="1179576" y="672219"/>
                    <a:pt x="1179576" y="916517"/>
                  </a:cubicBez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65" name="TextBox 1364">
              <a:extLst>
                <a:ext uri="{FF2B5EF4-FFF2-40B4-BE49-F238E27FC236}">
                  <a16:creationId xmlns:a16="http://schemas.microsoft.com/office/drawing/2014/main" id="{55B57258-BF20-208A-FB18-8A3D9947CFC5}"/>
                </a:ext>
              </a:extLst>
            </p:cNvPr>
            <p:cNvSpPr txBox="1"/>
            <p:nvPr/>
          </p:nvSpPr>
          <p:spPr>
            <a:xfrm>
              <a:off x="1755710" y="2454340"/>
              <a:ext cx="2800953" cy="326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latin typeface="Bahnschrift SemiBold Condensed" panose="020B0502040204020203" pitchFamily="34" charset="0"/>
                  <a:cs typeface="Calibri" panose="020F0502020204030204" pitchFamily="34" charset="0"/>
                </a:rPr>
                <a:t>Problem - Challenges with Excel-based tracking</a:t>
              </a:r>
            </a:p>
          </p:txBody>
        </p:sp>
        <p:sp>
          <p:nvSpPr>
            <p:cNvPr id="1366" name="TextBox 1365">
              <a:extLst>
                <a:ext uri="{FF2B5EF4-FFF2-40B4-BE49-F238E27FC236}">
                  <a16:creationId xmlns:a16="http://schemas.microsoft.com/office/drawing/2014/main" id="{9AADB85D-6031-602C-38AE-F134DB31FA0E}"/>
                </a:ext>
              </a:extLst>
            </p:cNvPr>
            <p:cNvSpPr txBox="1"/>
            <p:nvPr/>
          </p:nvSpPr>
          <p:spPr>
            <a:xfrm>
              <a:off x="2072246" y="2714902"/>
              <a:ext cx="2167882" cy="467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Bahnschrift SemiLight Condensed" panose="020B0502040204020203" pitchFamily="34" charset="0"/>
                  <a:cs typeface="Calibri Light" panose="020F0302020204030204" pitchFamily="34" charset="0"/>
                </a:rPr>
                <a:t>Manual processes cause errors, lost records, and poor defect visibility.</a:t>
              </a:r>
            </a:p>
          </p:txBody>
        </p:sp>
      </p:grpSp>
      <p:grpSp>
        <p:nvGrpSpPr>
          <p:cNvPr id="1367" name="Group 1366">
            <a:extLst>
              <a:ext uri="{FF2B5EF4-FFF2-40B4-BE49-F238E27FC236}">
                <a16:creationId xmlns:a16="http://schemas.microsoft.com/office/drawing/2014/main" id="{8FDE5B8F-7D97-999D-21C6-7FAE8B10616F}"/>
              </a:ext>
            </a:extLst>
          </p:cNvPr>
          <p:cNvGrpSpPr/>
          <p:nvPr/>
        </p:nvGrpSpPr>
        <p:grpSpPr>
          <a:xfrm>
            <a:off x="1387874" y="1973739"/>
            <a:ext cx="3140718" cy="853775"/>
            <a:chOff x="1553522" y="2267712"/>
            <a:chExt cx="4059497" cy="1179576"/>
          </a:xfrm>
        </p:grpSpPr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E52182B8-4CB0-A531-75A4-EDB173E73B9F}"/>
                </a:ext>
              </a:extLst>
            </p:cNvPr>
            <p:cNvSpPr/>
            <p:nvPr/>
          </p:nvSpPr>
          <p:spPr>
            <a:xfrm>
              <a:off x="1657416" y="2606490"/>
              <a:ext cx="229235" cy="505494"/>
            </a:xfrm>
            <a:custGeom>
              <a:avLst/>
              <a:gdLst>
                <a:gd name="connsiteX0" fmla="*/ 98289 w 229236"/>
                <a:gd name="connsiteY0" fmla="*/ 0 h 505494"/>
                <a:gd name="connsiteX1" fmla="*/ 138177 w 229236"/>
                <a:gd name="connsiteY1" fmla="*/ 32910 h 505494"/>
                <a:gd name="connsiteX2" fmla="*/ 229236 w 229236"/>
                <a:gd name="connsiteY2" fmla="*/ 252747 h 505494"/>
                <a:gd name="connsiteX3" fmla="*/ 138177 w 229236"/>
                <a:gd name="connsiteY3" fmla="*/ 472584 h 505494"/>
                <a:gd name="connsiteX4" fmla="*/ 98289 w 229236"/>
                <a:gd name="connsiteY4" fmla="*/ 505494 h 505494"/>
                <a:gd name="connsiteX5" fmla="*/ 64808 w 229236"/>
                <a:gd name="connsiteY5" fmla="*/ 464916 h 505494"/>
                <a:gd name="connsiteX6" fmla="*/ 0 w 229236"/>
                <a:gd name="connsiteY6" fmla="*/ 252747 h 505494"/>
                <a:gd name="connsiteX7" fmla="*/ 64808 w 229236"/>
                <a:gd name="connsiteY7" fmla="*/ 40578 h 505494"/>
                <a:gd name="connsiteX8" fmla="*/ 98289 w 229236"/>
                <a:gd name="connsiteY8" fmla="*/ 0 h 505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236" h="505494">
                  <a:moveTo>
                    <a:pt x="98289" y="0"/>
                  </a:moveTo>
                  <a:lnTo>
                    <a:pt x="138177" y="32910"/>
                  </a:lnTo>
                  <a:cubicBezTo>
                    <a:pt x="194438" y="89172"/>
                    <a:pt x="229236" y="166896"/>
                    <a:pt x="229236" y="252747"/>
                  </a:cubicBezTo>
                  <a:cubicBezTo>
                    <a:pt x="229236" y="338599"/>
                    <a:pt x="194438" y="416323"/>
                    <a:pt x="138177" y="472584"/>
                  </a:cubicBezTo>
                  <a:lnTo>
                    <a:pt x="98289" y="505494"/>
                  </a:lnTo>
                  <a:lnTo>
                    <a:pt x="64808" y="464916"/>
                  </a:lnTo>
                  <a:cubicBezTo>
                    <a:pt x="23892" y="404351"/>
                    <a:pt x="0" y="331339"/>
                    <a:pt x="0" y="252747"/>
                  </a:cubicBezTo>
                  <a:cubicBezTo>
                    <a:pt x="0" y="174155"/>
                    <a:pt x="23892" y="101143"/>
                    <a:pt x="64808" y="40578"/>
                  </a:cubicBezTo>
                  <a:lnTo>
                    <a:pt x="98289" y="0"/>
                  </a:lnTo>
                  <a:close/>
                </a:path>
              </a:pathLst>
            </a:custGeom>
            <a:solidFill>
              <a:srgbClr val="4CB3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CD8EB923-3514-E6BB-9FCC-36EB60738E1F}"/>
                </a:ext>
              </a:extLst>
            </p:cNvPr>
            <p:cNvSpPr/>
            <p:nvPr/>
          </p:nvSpPr>
          <p:spPr>
            <a:xfrm>
              <a:off x="1755706" y="2479760"/>
              <a:ext cx="3312423" cy="758952"/>
            </a:xfrm>
            <a:custGeom>
              <a:avLst/>
              <a:gdLst>
                <a:gd name="connsiteX0" fmla="*/ 281187 w 3312423"/>
                <a:gd name="connsiteY0" fmla="*/ 0 h 758952"/>
                <a:gd name="connsiteX1" fmla="*/ 2932947 w 3312423"/>
                <a:gd name="connsiteY1" fmla="*/ 0 h 758952"/>
                <a:gd name="connsiteX2" fmla="*/ 3312423 w 3312423"/>
                <a:gd name="connsiteY2" fmla="*/ 379476 h 758952"/>
                <a:gd name="connsiteX3" fmla="*/ 2932947 w 3312423"/>
                <a:gd name="connsiteY3" fmla="*/ 758952 h 758952"/>
                <a:gd name="connsiteX4" fmla="*/ 281187 w 3312423"/>
                <a:gd name="connsiteY4" fmla="*/ 758952 h 758952"/>
                <a:gd name="connsiteX5" fmla="*/ 12857 w 3312423"/>
                <a:gd name="connsiteY5" fmla="*/ 647806 h 758952"/>
                <a:gd name="connsiteX6" fmla="*/ 0 w 3312423"/>
                <a:gd name="connsiteY6" fmla="*/ 632223 h 758952"/>
                <a:gd name="connsiteX7" fmla="*/ 39888 w 3312423"/>
                <a:gd name="connsiteY7" fmla="*/ 599313 h 758952"/>
                <a:gd name="connsiteX8" fmla="*/ 130947 w 3312423"/>
                <a:gd name="connsiteY8" fmla="*/ 379476 h 758952"/>
                <a:gd name="connsiteX9" fmla="*/ 39888 w 3312423"/>
                <a:gd name="connsiteY9" fmla="*/ 159639 h 758952"/>
                <a:gd name="connsiteX10" fmla="*/ 0 w 3312423"/>
                <a:gd name="connsiteY10" fmla="*/ 126729 h 758952"/>
                <a:gd name="connsiteX11" fmla="*/ 12857 w 3312423"/>
                <a:gd name="connsiteY11" fmla="*/ 111146 h 758952"/>
                <a:gd name="connsiteX12" fmla="*/ 281187 w 3312423"/>
                <a:gd name="connsiteY12" fmla="*/ 0 h 75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2423" h="758952">
                  <a:moveTo>
                    <a:pt x="281187" y="0"/>
                  </a:moveTo>
                  <a:lnTo>
                    <a:pt x="2932947" y="0"/>
                  </a:lnTo>
                  <a:cubicBezTo>
                    <a:pt x="3142526" y="0"/>
                    <a:pt x="3312423" y="169897"/>
                    <a:pt x="3312423" y="379476"/>
                  </a:cubicBezTo>
                  <a:cubicBezTo>
                    <a:pt x="3312423" y="589055"/>
                    <a:pt x="3142526" y="758952"/>
                    <a:pt x="2932947" y="758952"/>
                  </a:cubicBezTo>
                  <a:lnTo>
                    <a:pt x="281187" y="758952"/>
                  </a:lnTo>
                  <a:cubicBezTo>
                    <a:pt x="176398" y="758952"/>
                    <a:pt x="81529" y="716478"/>
                    <a:pt x="12857" y="647806"/>
                  </a:cubicBezTo>
                  <a:lnTo>
                    <a:pt x="0" y="632223"/>
                  </a:lnTo>
                  <a:lnTo>
                    <a:pt x="39888" y="599313"/>
                  </a:lnTo>
                  <a:cubicBezTo>
                    <a:pt x="96149" y="543052"/>
                    <a:pt x="130947" y="465328"/>
                    <a:pt x="130947" y="379476"/>
                  </a:cubicBezTo>
                  <a:cubicBezTo>
                    <a:pt x="130947" y="293625"/>
                    <a:pt x="96149" y="215901"/>
                    <a:pt x="39888" y="159639"/>
                  </a:cubicBezTo>
                  <a:lnTo>
                    <a:pt x="0" y="126729"/>
                  </a:lnTo>
                  <a:lnTo>
                    <a:pt x="12857" y="111146"/>
                  </a:lnTo>
                  <a:cubicBezTo>
                    <a:pt x="81529" y="42474"/>
                    <a:pt x="176398" y="0"/>
                    <a:pt x="28118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2198BCFE-B050-909E-C237-75491DC990F1}"/>
                </a:ext>
              </a:extLst>
            </p:cNvPr>
            <p:cNvSpPr/>
            <p:nvPr/>
          </p:nvSpPr>
          <p:spPr>
            <a:xfrm rot="16200000">
              <a:off x="4270079" y="2104347"/>
              <a:ext cx="1179576" cy="1506305"/>
            </a:xfrm>
            <a:custGeom>
              <a:avLst/>
              <a:gdLst>
                <a:gd name="connsiteX0" fmla="*/ 1179576 w 1179576"/>
                <a:gd name="connsiteY0" fmla="*/ 916517 h 1506305"/>
                <a:gd name="connsiteX1" fmla="*/ 589788 w 1179576"/>
                <a:gd name="connsiteY1" fmla="*/ 1506305 h 1506305"/>
                <a:gd name="connsiteX2" fmla="*/ 0 w 1179576"/>
                <a:gd name="connsiteY2" fmla="*/ 916517 h 1506305"/>
                <a:gd name="connsiteX3" fmla="*/ 360216 w 1179576"/>
                <a:gd name="connsiteY3" fmla="*/ 373077 h 1506305"/>
                <a:gd name="connsiteX4" fmla="*/ 467600 w 1179576"/>
                <a:gd name="connsiteY4" fmla="*/ 339744 h 1506305"/>
                <a:gd name="connsiteX5" fmla="*/ 589788 w 1179576"/>
                <a:gd name="connsiteY5" fmla="*/ 0 h 1506305"/>
                <a:gd name="connsiteX6" fmla="*/ 711977 w 1179576"/>
                <a:gd name="connsiteY6" fmla="*/ 339744 h 1506305"/>
                <a:gd name="connsiteX7" fmla="*/ 819360 w 1179576"/>
                <a:gd name="connsiteY7" fmla="*/ 373077 h 1506305"/>
                <a:gd name="connsiteX8" fmla="*/ 1179576 w 1179576"/>
                <a:gd name="connsiteY8" fmla="*/ 916517 h 1506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576" h="1506305">
                  <a:moveTo>
                    <a:pt x="1179576" y="916517"/>
                  </a:moveTo>
                  <a:cubicBezTo>
                    <a:pt x="1179576" y="1242248"/>
                    <a:pt x="915519" y="1506305"/>
                    <a:pt x="589788" y="1506305"/>
                  </a:cubicBezTo>
                  <a:cubicBezTo>
                    <a:pt x="264057" y="1506305"/>
                    <a:pt x="0" y="1242248"/>
                    <a:pt x="0" y="916517"/>
                  </a:cubicBezTo>
                  <a:cubicBezTo>
                    <a:pt x="0" y="672219"/>
                    <a:pt x="148532" y="462612"/>
                    <a:pt x="360216" y="373077"/>
                  </a:cubicBezTo>
                  <a:lnTo>
                    <a:pt x="467600" y="339744"/>
                  </a:lnTo>
                  <a:lnTo>
                    <a:pt x="589788" y="0"/>
                  </a:lnTo>
                  <a:lnTo>
                    <a:pt x="711977" y="339744"/>
                  </a:lnTo>
                  <a:lnTo>
                    <a:pt x="819360" y="373077"/>
                  </a:lnTo>
                  <a:cubicBezTo>
                    <a:pt x="1031044" y="462612"/>
                    <a:pt x="1179576" y="672219"/>
                    <a:pt x="1179576" y="916517"/>
                  </a:cubicBezTo>
                  <a:close/>
                </a:path>
              </a:pathLst>
            </a:custGeom>
            <a:solidFill>
              <a:srgbClr val="4CB3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71" name="TextBox 1370">
              <a:extLst>
                <a:ext uri="{FF2B5EF4-FFF2-40B4-BE49-F238E27FC236}">
                  <a16:creationId xmlns:a16="http://schemas.microsoft.com/office/drawing/2014/main" id="{BBC3056C-FAAA-7278-F4EA-6B961F9E8FF7}"/>
                </a:ext>
              </a:extLst>
            </p:cNvPr>
            <p:cNvSpPr txBox="1"/>
            <p:nvPr/>
          </p:nvSpPr>
          <p:spPr>
            <a:xfrm>
              <a:off x="1553522" y="2454341"/>
              <a:ext cx="3181477" cy="326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latin typeface="Bahnschrift SemiBold Condensed" panose="020B0502040204020203" pitchFamily="34" charset="0"/>
                  <a:cs typeface="Calibri" panose="020F0502020204030204" pitchFamily="34" charset="0"/>
                </a:rPr>
                <a:t>Solution - Microsoft Power Platform Integration</a:t>
              </a:r>
            </a:p>
          </p:txBody>
        </p:sp>
        <p:sp>
          <p:nvSpPr>
            <p:cNvPr id="1372" name="TextBox 1371">
              <a:extLst>
                <a:ext uri="{FF2B5EF4-FFF2-40B4-BE49-F238E27FC236}">
                  <a16:creationId xmlns:a16="http://schemas.microsoft.com/office/drawing/2014/main" id="{E1AEC43A-724D-167D-3EB5-964871F82617}"/>
                </a:ext>
              </a:extLst>
            </p:cNvPr>
            <p:cNvSpPr txBox="1"/>
            <p:nvPr/>
          </p:nvSpPr>
          <p:spPr>
            <a:xfrm>
              <a:off x="2083734" y="2712293"/>
              <a:ext cx="2171227" cy="467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Bahnschrift SemiLight Condensed" panose="020B0502040204020203" pitchFamily="34" charset="0"/>
                  <a:cs typeface="Calibri Light" panose="020F0302020204030204" pitchFamily="34" charset="0"/>
                </a:rPr>
                <a:t>Automates defect tracking using Power Apps, Automate, SharePoint, and Power BI.</a:t>
              </a:r>
            </a:p>
          </p:txBody>
        </p:sp>
      </p:grpSp>
      <p:grpSp>
        <p:nvGrpSpPr>
          <p:cNvPr id="1373" name="Group 1372">
            <a:extLst>
              <a:ext uri="{FF2B5EF4-FFF2-40B4-BE49-F238E27FC236}">
                <a16:creationId xmlns:a16="http://schemas.microsoft.com/office/drawing/2014/main" id="{7106A13A-C0C3-47D0-F7BC-95DD115E5C17}"/>
              </a:ext>
            </a:extLst>
          </p:cNvPr>
          <p:cNvGrpSpPr/>
          <p:nvPr/>
        </p:nvGrpSpPr>
        <p:grpSpPr>
          <a:xfrm flipH="1">
            <a:off x="5631412" y="1973741"/>
            <a:ext cx="3060338" cy="853775"/>
            <a:chOff x="1657416" y="2267712"/>
            <a:chExt cx="3955603" cy="1179576"/>
          </a:xfrm>
        </p:grpSpPr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732D149A-6FD6-B55A-32EA-048AF021A683}"/>
                </a:ext>
              </a:extLst>
            </p:cNvPr>
            <p:cNvSpPr/>
            <p:nvPr/>
          </p:nvSpPr>
          <p:spPr>
            <a:xfrm>
              <a:off x="1657416" y="2606490"/>
              <a:ext cx="229235" cy="505494"/>
            </a:xfrm>
            <a:custGeom>
              <a:avLst/>
              <a:gdLst>
                <a:gd name="connsiteX0" fmla="*/ 98289 w 229236"/>
                <a:gd name="connsiteY0" fmla="*/ 0 h 505494"/>
                <a:gd name="connsiteX1" fmla="*/ 138177 w 229236"/>
                <a:gd name="connsiteY1" fmla="*/ 32910 h 505494"/>
                <a:gd name="connsiteX2" fmla="*/ 229236 w 229236"/>
                <a:gd name="connsiteY2" fmla="*/ 252747 h 505494"/>
                <a:gd name="connsiteX3" fmla="*/ 138177 w 229236"/>
                <a:gd name="connsiteY3" fmla="*/ 472584 h 505494"/>
                <a:gd name="connsiteX4" fmla="*/ 98289 w 229236"/>
                <a:gd name="connsiteY4" fmla="*/ 505494 h 505494"/>
                <a:gd name="connsiteX5" fmla="*/ 64808 w 229236"/>
                <a:gd name="connsiteY5" fmla="*/ 464916 h 505494"/>
                <a:gd name="connsiteX6" fmla="*/ 0 w 229236"/>
                <a:gd name="connsiteY6" fmla="*/ 252747 h 505494"/>
                <a:gd name="connsiteX7" fmla="*/ 64808 w 229236"/>
                <a:gd name="connsiteY7" fmla="*/ 40578 h 505494"/>
                <a:gd name="connsiteX8" fmla="*/ 98289 w 229236"/>
                <a:gd name="connsiteY8" fmla="*/ 0 h 505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236" h="505494">
                  <a:moveTo>
                    <a:pt x="98289" y="0"/>
                  </a:moveTo>
                  <a:lnTo>
                    <a:pt x="138177" y="32910"/>
                  </a:lnTo>
                  <a:cubicBezTo>
                    <a:pt x="194438" y="89172"/>
                    <a:pt x="229236" y="166896"/>
                    <a:pt x="229236" y="252747"/>
                  </a:cubicBezTo>
                  <a:cubicBezTo>
                    <a:pt x="229236" y="338599"/>
                    <a:pt x="194438" y="416323"/>
                    <a:pt x="138177" y="472584"/>
                  </a:cubicBezTo>
                  <a:lnTo>
                    <a:pt x="98289" y="505494"/>
                  </a:lnTo>
                  <a:lnTo>
                    <a:pt x="64808" y="464916"/>
                  </a:lnTo>
                  <a:cubicBezTo>
                    <a:pt x="23892" y="404351"/>
                    <a:pt x="0" y="331339"/>
                    <a:pt x="0" y="252747"/>
                  </a:cubicBezTo>
                  <a:cubicBezTo>
                    <a:pt x="0" y="174155"/>
                    <a:pt x="23892" y="101143"/>
                    <a:pt x="64808" y="40578"/>
                  </a:cubicBezTo>
                  <a:lnTo>
                    <a:pt x="98289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20CCCA16-6A9A-1C00-0A8D-2B716A9937D3}"/>
                </a:ext>
              </a:extLst>
            </p:cNvPr>
            <p:cNvSpPr/>
            <p:nvPr/>
          </p:nvSpPr>
          <p:spPr>
            <a:xfrm>
              <a:off x="1755706" y="2479760"/>
              <a:ext cx="3312423" cy="758952"/>
            </a:xfrm>
            <a:custGeom>
              <a:avLst/>
              <a:gdLst>
                <a:gd name="connsiteX0" fmla="*/ 281187 w 3312423"/>
                <a:gd name="connsiteY0" fmla="*/ 0 h 758952"/>
                <a:gd name="connsiteX1" fmla="*/ 2932947 w 3312423"/>
                <a:gd name="connsiteY1" fmla="*/ 0 h 758952"/>
                <a:gd name="connsiteX2" fmla="*/ 3312423 w 3312423"/>
                <a:gd name="connsiteY2" fmla="*/ 379476 h 758952"/>
                <a:gd name="connsiteX3" fmla="*/ 2932947 w 3312423"/>
                <a:gd name="connsiteY3" fmla="*/ 758952 h 758952"/>
                <a:gd name="connsiteX4" fmla="*/ 281187 w 3312423"/>
                <a:gd name="connsiteY4" fmla="*/ 758952 h 758952"/>
                <a:gd name="connsiteX5" fmla="*/ 12857 w 3312423"/>
                <a:gd name="connsiteY5" fmla="*/ 647806 h 758952"/>
                <a:gd name="connsiteX6" fmla="*/ 0 w 3312423"/>
                <a:gd name="connsiteY6" fmla="*/ 632223 h 758952"/>
                <a:gd name="connsiteX7" fmla="*/ 39888 w 3312423"/>
                <a:gd name="connsiteY7" fmla="*/ 599313 h 758952"/>
                <a:gd name="connsiteX8" fmla="*/ 130947 w 3312423"/>
                <a:gd name="connsiteY8" fmla="*/ 379476 h 758952"/>
                <a:gd name="connsiteX9" fmla="*/ 39888 w 3312423"/>
                <a:gd name="connsiteY9" fmla="*/ 159639 h 758952"/>
                <a:gd name="connsiteX10" fmla="*/ 0 w 3312423"/>
                <a:gd name="connsiteY10" fmla="*/ 126729 h 758952"/>
                <a:gd name="connsiteX11" fmla="*/ 12857 w 3312423"/>
                <a:gd name="connsiteY11" fmla="*/ 111146 h 758952"/>
                <a:gd name="connsiteX12" fmla="*/ 281187 w 3312423"/>
                <a:gd name="connsiteY12" fmla="*/ 0 h 75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2423" h="758952">
                  <a:moveTo>
                    <a:pt x="281187" y="0"/>
                  </a:moveTo>
                  <a:lnTo>
                    <a:pt x="2932947" y="0"/>
                  </a:lnTo>
                  <a:cubicBezTo>
                    <a:pt x="3142526" y="0"/>
                    <a:pt x="3312423" y="169897"/>
                    <a:pt x="3312423" y="379476"/>
                  </a:cubicBezTo>
                  <a:cubicBezTo>
                    <a:pt x="3312423" y="589055"/>
                    <a:pt x="3142526" y="758952"/>
                    <a:pt x="2932947" y="758952"/>
                  </a:cubicBezTo>
                  <a:lnTo>
                    <a:pt x="281187" y="758952"/>
                  </a:lnTo>
                  <a:cubicBezTo>
                    <a:pt x="176398" y="758952"/>
                    <a:pt x="81529" y="716478"/>
                    <a:pt x="12857" y="647806"/>
                  </a:cubicBezTo>
                  <a:lnTo>
                    <a:pt x="0" y="632223"/>
                  </a:lnTo>
                  <a:lnTo>
                    <a:pt x="39888" y="599313"/>
                  </a:lnTo>
                  <a:cubicBezTo>
                    <a:pt x="96149" y="543052"/>
                    <a:pt x="130947" y="465328"/>
                    <a:pt x="130947" y="379476"/>
                  </a:cubicBezTo>
                  <a:cubicBezTo>
                    <a:pt x="130947" y="293625"/>
                    <a:pt x="96149" y="215901"/>
                    <a:pt x="39888" y="159639"/>
                  </a:cubicBezTo>
                  <a:lnTo>
                    <a:pt x="0" y="126729"/>
                  </a:lnTo>
                  <a:lnTo>
                    <a:pt x="12857" y="111146"/>
                  </a:lnTo>
                  <a:cubicBezTo>
                    <a:pt x="81529" y="42474"/>
                    <a:pt x="176398" y="0"/>
                    <a:pt x="28118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33A9F3DB-51B1-3199-E42B-B8F409895AAA}"/>
                </a:ext>
              </a:extLst>
            </p:cNvPr>
            <p:cNvSpPr/>
            <p:nvPr/>
          </p:nvSpPr>
          <p:spPr>
            <a:xfrm rot="16200000">
              <a:off x="4270079" y="2104347"/>
              <a:ext cx="1179576" cy="1506305"/>
            </a:xfrm>
            <a:custGeom>
              <a:avLst/>
              <a:gdLst>
                <a:gd name="connsiteX0" fmla="*/ 1179576 w 1179576"/>
                <a:gd name="connsiteY0" fmla="*/ 916517 h 1506305"/>
                <a:gd name="connsiteX1" fmla="*/ 589788 w 1179576"/>
                <a:gd name="connsiteY1" fmla="*/ 1506305 h 1506305"/>
                <a:gd name="connsiteX2" fmla="*/ 0 w 1179576"/>
                <a:gd name="connsiteY2" fmla="*/ 916517 h 1506305"/>
                <a:gd name="connsiteX3" fmla="*/ 360216 w 1179576"/>
                <a:gd name="connsiteY3" fmla="*/ 373077 h 1506305"/>
                <a:gd name="connsiteX4" fmla="*/ 467600 w 1179576"/>
                <a:gd name="connsiteY4" fmla="*/ 339744 h 1506305"/>
                <a:gd name="connsiteX5" fmla="*/ 589788 w 1179576"/>
                <a:gd name="connsiteY5" fmla="*/ 0 h 1506305"/>
                <a:gd name="connsiteX6" fmla="*/ 711977 w 1179576"/>
                <a:gd name="connsiteY6" fmla="*/ 339744 h 1506305"/>
                <a:gd name="connsiteX7" fmla="*/ 819360 w 1179576"/>
                <a:gd name="connsiteY7" fmla="*/ 373077 h 1506305"/>
                <a:gd name="connsiteX8" fmla="*/ 1179576 w 1179576"/>
                <a:gd name="connsiteY8" fmla="*/ 916517 h 1506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576" h="1506305">
                  <a:moveTo>
                    <a:pt x="1179576" y="916517"/>
                  </a:moveTo>
                  <a:cubicBezTo>
                    <a:pt x="1179576" y="1242248"/>
                    <a:pt x="915519" y="1506305"/>
                    <a:pt x="589788" y="1506305"/>
                  </a:cubicBezTo>
                  <a:cubicBezTo>
                    <a:pt x="264057" y="1506305"/>
                    <a:pt x="0" y="1242248"/>
                    <a:pt x="0" y="916517"/>
                  </a:cubicBezTo>
                  <a:cubicBezTo>
                    <a:pt x="0" y="672219"/>
                    <a:pt x="148532" y="462612"/>
                    <a:pt x="360216" y="373077"/>
                  </a:cubicBezTo>
                  <a:lnTo>
                    <a:pt x="467600" y="339744"/>
                  </a:lnTo>
                  <a:lnTo>
                    <a:pt x="589788" y="0"/>
                  </a:lnTo>
                  <a:lnTo>
                    <a:pt x="711977" y="339744"/>
                  </a:lnTo>
                  <a:lnTo>
                    <a:pt x="819360" y="373077"/>
                  </a:lnTo>
                  <a:cubicBezTo>
                    <a:pt x="1031044" y="462612"/>
                    <a:pt x="1179576" y="672219"/>
                    <a:pt x="1179576" y="916517"/>
                  </a:cubicBez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77" name="TextBox 1376">
              <a:extLst>
                <a:ext uri="{FF2B5EF4-FFF2-40B4-BE49-F238E27FC236}">
                  <a16:creationId xmlns:a16="http://schemas.microsoft.com/office/drawing/2014/main" id="{5F706D16-08CD-94B1-3817-821D6CBE9D78}"/>
                </a:ext>
              </a:extLst>
            </p:cNvPr>
            <p:cNvSpPr txBox="1"/>
            <p:nvPr/>
          </p:nvSpPr>
          <p:spPr>
            <a:xfrm>
              <a:off x="1755712" y="2454340"/>
              <a:ext cx="2800950" cy="326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latin typeface="Bahnschrift SemiBold Condensed" panose="020B0502040204020203" pitchFamily="34" charset="0"/>
                  <a:cs typeface="Calibri" panose="020F0502020204030204" pitchFamily="34" charset="0"/>
                </a:rPr>
                <a:t>Key Features - What makes this system special</a:t>
              </a:r>
            </a:p>
          </p:txBody>
        </p:sp>
        <p:sp>
          <p:nvSpPr>
            <p:cNvPr id="1378" name="TextBox 1377">
              <a:extLst>
                <a:ext uri="{FF2B5EF4-FFF2-40B4-BE49-F238E27FC236}">
                  <a16:creationId xmlns:a16="http://schemas.microsoft.com/office/drawing/2014/main" id="{E84B484E-66CB-663E-7ADD-C2B59D1A018F}"/>
                </a:ext>
              </a:extLst>
            </p:cNvPr>
            <p:cNvSpPr txBox="1"/>
            <p:nvPr/>
          </p:nvSpPr>
          <p:spPr>
            <a:xfrm>
              <a:off x="1798127" y="2720949"/>
              <a:ext cx="2397111" cy="467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Bahnschrift SemiLight Condensed" panose="020B0502040204020203" pitchFamily="34" charset="0"/>
                  <a:cs typeface="Calibri Light" panose="020F0302020204030204" pitchFamily="34" charset="0"/>
                </a:rPr>
                <a:t>User-friendly forms, automated alerts, real-time dashboards, and complete audit trails.</a:t>
              </a:r>
            </a:p>
          </p:txBody>
        </p:sp>
      </p:grpSp>
      <p:grpSp>
        <p:nvGrpSpPr>
          <p:cNvPr id="1379" name="Group 1378">
            <a:extLst>
              <a:ext uri="{FF2B5EF4-FFF2-40B4-BE49-F238E27FC236}">
                <a16:creationId xmlns:a16="http://schemas.microsoft.com/office/drawing/2014/main" id="{16657BD5-C9B5-9C15-99D9-E35DF4E89283}"/>
              </a:ext>
            </a:extLst>
          </p:cNvPr>
          <p:cNvGrpSpPr/>
          <p:nvPr/>
        </p:nvGrpSpPr>
        <p:grpSpPr>
          <a:xfrm>
            <a:off x="1468253" y="3132594"/>
            <a:ext cx="3060338" cy="853775"/>
            <a:chOff x="1657416" y="2267712"/>
            <a:chExt cx="3955603" cy="1179576"/>
          </a:xfrm>
        </p:grpSpPr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D5FF91AA-1E1F-2267-BFD8-4D19B2F1BE32}"/>
                </a:ext>
              </a:extLst>
            </p:cNvPr>
            <p:cNvSpPr/>
            <p:nvPr/>
          </p:nvSpPr>
          <p:spPr>
            <a:xfrm>
              <a:off x="1657416" y="2606490"/>
              <a:ext cx="229235" cy="505494"/>
            </a:xfrm>
            <a:custGeom>
              <a:avLst/>
              <a:gdLst>
                <a:gd name="connsiteX0" fmla="*/ 98289 w 229236"/>
                <a:gd name="connsiteY0" fmla="*/ 0 h 505494"/>
                <a:gd name="connsiteX1" fmla="*/ 138177 w 229236"/>
                <a:gd name="connsiteY1" fmla="*/ 32910 h 505494"/>
                <a:gd name="connsiteX2" fmla="*/ 229236 w 229236"/>
                <a:gd name="connsiteY2" fmla="*/ 252747 h 505494"/>
                <a:gd name="connsiteX3" fmla="*/ 138177 w 229236"/>
                <a:gd name="connsiteY3" fmla="*/ 472584 h 505494"/>
                <a:gd name="connsiteX4" fmla="*/ 98289 w 229236"/>
                <a:gd name="connsiteY4" fmla="*/ 505494 h 505494"/>
                <a:gd name="connsiteX5" fmla="*/ 64808 w 229236"/>
                <a:gd name="connsiteY5" fmla="*/ 464916 h 505494"/>
                <a:gd name="connsiteX6" fmla="*/ 0 w 229236"/>
                <a:gd name="connsiteY6" fmla="*/ 252747 h 505494"/>
                <a:gd name="connsiteX7" fmla="*/ 64808 w 229236"/>
                <a:gd name="connsiteY7" fmla="*/ 40578 h 505494"/>
                <a:gd name="connsiteX8" fmla="*/ 98289 w 229236"/>
                <a:gd name="connsiteY8" fmla="*/ 0 h 505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236" h="505494">
                  <a:moveTo>
                    <a:pt x="98289" y="0"/>
                  </a:moveTo>
                  <a:lnTo>
                    <a:pt x="138177" y="32910"/>
                  </a:lnTo>
                  <a:cubicBezTo>
                    <a:pt x="194438" y="89172"/>
                    <a:pt x="229236" y="166896"/>
                    <a:pt x="229236" y="252747"/>
                  </a:cubicBezTo>
                  <a:cubicBezTo>
                    <a:pt x="229236" y="338599"/>
                    <a:pt x="194438" y="416323"/>
                    <a:pt x="138177" y="472584"/>
                  </a:cubicBezTo>
                  <a:lnTo>
                    <a:pt x="98289" y="505494"/>
                  </a:lnTo>
                  <a:lnTo>
                    <a:pt x="64808" y="464916"/>
                  </a:lnTo>
                  <a:cubicBezTo>
                    <a:pt x="23892" y="404351"/>
                    <a:pt x="0" y="331339"/>
                    <a:pt x="0" y="252747"/>
                  </a:cubicBezTo>
                  <a:cubicBezTo>
                    <a:pt x="0" y="174155"/>
                    <a:pt x="23892" y="101143"/>
                    <a:pt x="64808" y="40578"/>
                  </a:cubicBezTo>
                  <a:lnTo>
                    <a:pt x="98289" y="0"/>
                  </a:lnTo>
                  <a:close/>
                </a:path>
              </a:pathLst>
            </a:custGeom>
            <a:solidFill>
              <a:srgbClr val="996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8092F49E-963A-B786-5430-0F1B79AD6E29}"/>
                </a:ext>
              </a:extLst>
            </p:cNvPr>
            <p:cNvSpPr/>
            <p:nvPr/>
          </p:nvSpPr>
          <p:spPr>
            <a:xfrm>
              <a:off x="1755706" y="2479760"/>
              <a:ext cx="3312423" cy="758952"/>
            </a:xfrm>
            <a:custGeom>
              <a:avLst/>
              <a:gdLst>
                <a:gd name="connsiteX0" fmla="*/ 281187 w 3312423"/>
                <a:gd name="connsiteY0" fmla="*/ 0 h 758952"/>
                <a:gd name="connsiteX1" fmla="*/ 2932947 w 3312423"/>
                <a:gd name="connsiteY1" fmla="*/ 0 h 758952"/>
                <a:gd name="connsiteX2" fmla="*/ 3312423 w 3312423"/>
                <a:gd name="connsiteY2" fmla="*/ 379476 h 758952"/>
                <a:gd name="connsiteX3" fmla="*/ 2932947 w 3312423"/>
                <a:gd name="connsiteY3" fmla="*/ 758952 h 758952"/>
                <a:gd name="connsiteX4" fmla="*/ 281187 w 3312423"/>
                <a:gd name="connsiteY4" fmla="*/ 758952 h 758952"/>
                <a:gd name="connsiteX5" fmla="*/ 12857 w 3312423"/>
                <a:gd name="connsiteY5" fmla="*/ 647806 h 758952"/>
                <a:gd name="connsiteX6" fmla="*/ 0 w 3312423"/>
                <a:gd name="connsiteY6" fmla="*/ 632223 h 758952"/>
                <a:gd name="connsiteX7" fmla="*/ 39888 w 3312423"/>
                <a:gd name="connsiteY7" fmla="*/ 599313 h 758952"/>
                <a:gd name="connsiteX8" fmla="*/ 130947 w 3312423"/>
                <a:gd name="connsiteY8" fmla="*/ 379476 h 758952"/>
                <a:gd name="connsiteX9" fmla="*/ 39888 w 3312423"/>
                <a:gd name="connsiteY9" fmla="*/ 159639 h 758952"/>
                <a:gd name="connsiteX10" fmla="*/ 0 w 3312423"/>
                <a:gd name="connsiteY10" fmla="*/ 126729 h 758952"/>
                <a:gd name="connsiteX11" fmla="*/ 12857 w 3312423"/>
                <a:gd name="connsiteY11" fmla="*/ 111146 h 758952"/>
                <a:gd name="connsiteX12" fmla="*/ 281187 w 3312423"/>
                <a:gd name="connsiteY12" fmla="*/ 0 h 75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2423" h="758952">
                  <a:moveTo>
                    <a:pt x="281187" y="0"/>
                  </a:moveTo>
                  <a:lnTo>
                    <a:pt x="2932947" y="0"/>
                  </a:lnTo>
                  <a:cubicBezTo>
                    <a:pt x="3142526" y="0"/>
                    <a:pt x="3312423" y="169897"/>
                    <a:pt x="3312423" y="379476"/>
                  </a:cubicBezTo>
                  <a:cubicBezTo>
                    <a:pt x="3312423" y="589055"/>
                    <a:pt x="3142526" y="758952"/>
                    <a:pt x="2932947" y="758952"/>
                  </a:cubicBezTo>
                  <a:lnTo>
                    <a:pt x="281187" y="758952"/>
                  </a:lnTo>
                  <a:cubicBezTo>
                    <a:pt x="176398" y="758952"/>
                    <a:pt x="81529" y="716478"/>
                    <a:pt x="12857" y="647806"/>
                  </a:cubicBezTo>
                  <a:lnTo>
                    <a:pt x="0" y="632223"/>
                  </a:lnTo>
                  <a:lnTo>
                    <a:pt x="39888" y="599313"/>
                  </a:lnTo>
                  <a:cubicBezTo>
                    <a:pt x="96149" y="543052"/>
                    <a:pt x="130947" y="465328"/>
                    <a:pt x="130947" y="379476"/>
                  </a:cubicBezTo>
                  <a:cubicBezTo>
                    <a:pt x="130947" y="293625"/>
                    <a:pt x="96149" y="215901"/>
                    <a:pt x="39888" y="159639"/>
                  </a:cubicBezTo>
                  <a:lnTo>
                    <a:pt x="0" y="126729"/>
                  </a:lnTo>
                  <a:lnTo>
                    <a:pt x="12857" y="111146"/>
                  </a:lnTo>
                  <a:cubicBezTo>
                    <a:pt x="81529" y="42474"/>
                    <a:pt x="176398" y="0"/>
                    <a:pt x="28118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0C271A4-1EA5-7E38-67EB-BA986FFFCCB2}"/>
                </a:ext>
              </a:extLst>
            </p:cNvPr>
            <p:cNvSpPr/>
            <p:nvPr/>
          </p:nvSpPr>
          <p:spPr>
            <a:xfrm rot="16200000">
              <a:off x="4270079" y="2104347"/>
              <a:ext cx="1179576" cy="1506305"/>
            </a:xfrm>
            <a:custGeom>
              <a:avLst/>
              <a:gdLst>
                <a:gd name="connsiteX0" fmla="*/ 1179576 w 1179576"/>
                <a:gd name="connsiteY0" fmla="*/ 916517 h 1506305"/>
                <a:gd name="connsiteX1" fmla="*/ 589788 w 1179576"/>
                <a:gd name="connsiteY1" fmla="*/ 1506305 h 1506305"/>
                <a:gd name="connsiteX2" fmla="*/ 0 w 1179576"/>
                <a:gd name="connsiteY2" fmla="*/ 916517 h 1506305"/>
                <a:gd name="connsiteX3" fmla="*/ 360216 w 1179576"/>
                <a:gd name="connsiteY3" fmla="*/ 373077 h 1506305"/>
                <a:gd name="connsiteX4" fmla="*/ 467600 w 1179576"/>
                <a:gd name="connsiteY4" fmla="*/ 339744 h 1506305"/>
                <a:gd name="connsiteX5" fmla="*/ 589788 w 1179576"/>
                <a:gd name="connsiteY5" fmla="*/ 0 h 1506305"/>
                <a:gd name="connsiteX6" fmla="*/ 711977 w 1179576"/>
                <a:gd name="connsiteY6" fmla="*/ 339744 h 1506305"/>
                <a:gd name="connsiteX7" fmla="*/ 819360 w 1179576"/>
                <a:gd name="connsiteY7" fmla="*/ 373077 h 1506305"/>
                <a:gd name="connsiteX8" fmla="*/ 1179576 w 1179576"/>
                <a:gd name="connsiteY8" fmla="*/ 916517 h 1506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576" h="1506305">
                  <a:moveTo>
                    <a:pt x="1179576" y="916517"/>
                  </a:moveTo>
                  <a:cubicBezTo>
                    <a:pt x="1179576" y="1242248"/>
                    <a:pt x="915519" y="1506305"/>
                    <a:pt x="589788" y="1506305"/>
                  </a:cubicBezTo>
                  <a:cubicBezTo>
                    <a:pt x="264057" y="1506305"/>
                    <a:pt x="0" y="1242248"/>
                    <a:pt x="0" y="916517"/>
                  </a:cubicBezTo>
                  <a:cubicBezTo>
                    <a:pt x="0" y="672219"/>
                    <a:pt x="148532" y="462612"/>
                    <a:pt x="360216" y="373077"/>
                  </a:cubicBezTo>
                  <a:lnTo>
                    <a:pt x="467600" y="339744"/>
                  </a:lnTo>
                  <a:lnTo>
                    <a:pt x="589788" y="0"/>
                  </a:lnTo>
                  <a:lnTo>
                    <a:pt x="711977" y="339744"/>
                  </a:lnTo>
                  <a:lnTo>
                    <a:pt x="819360" y="373077"/>
                  </a:lnTo>
                  <a:cubicBezTo>
                    <a:pt x="1031044" y="462612"/>
                    <a:pt x="1179576" y="672219"/>
                    <a:pt x="1179576" y="916517"/>
                  </a:cubicBezTo>
                  <a:close/>
                </a:path>
              </a:pathLst>
            </a:custGeom>
            <a:solidFill>
              <a:srgbClr val="996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3" name="TextBox 1382">
              <a:extLst>
                <a:ext uri="{FF2B5EF4-FFF2-40B4-BE49-F238E27FC236}">
                  <a16:creationId xmlns:a16="http://schemas.microsoft.com/office/drawing/2014/main" id="{F9226163-B1C0-2971-3C20-77D09ED297CD}"/>
                </a:ext>
              </a:extLst>
            </p:cNvPr>
            <p:cNvSpPr txBox="1"/>
            <p:nvPr/>
          </p:nvSpPr>
          <p:spPr>
            <a:xfrm>
              <a:off x="1981596" y="2454340"/>
              <a:ext cx="2575065" cy="326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latin typeface="Bahnschrift SemiBold Condensed" panose="020B0502040204020203" pitchFamily="34" charset="0"/>
                  <a:cs typeface="Calibri" panose="020F0502020204030204" pitchFamily="34" charset="0"/>
                </a:rPr>
                <a:t>Demo</a:t>
              </a:r>
            </a:p>
          </p:txBody>
        </p:sp>
        <p:sp>
          <p:nvSpPr>
            <p:cNvPr id="1384" name="TextBox 1383">
              <a:extLst>
                <a:ext uri="{FF2B5EF4-FFF2-40B4-BE49-F238E27FC236}">
                  <a16:creationId xmlns:a16="http://schemas.microsoft.com/office/drawing/2014/main" id="{F24023C3-8231-B011-430B-7401AA5BF4CC}"/>
                </a:ext>
              </a:extLst>
            </p:cNvPr>
            <p:cNvSpPr txBox="1"/>
            <p:nvPr/>
          </p:nvSpPr>
          <p:spPr>
            <a:xfrm>
              <a:off x="2385433" y="2704254"/>
              <a:ext cx="1767391" cy="467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Bahnschrift SemiLight Condensed" panose="020B0502040204020203" pitchFamily="34" charset="0"/>
                  <a:cs typeface="Calibri Light" panose="020F0302020204030204" pitchFamily="34" charset="0"/>
                </a:rPr>
                <a:t>Live demonstration of the digital red card workflow in action.</a:t>
              </a:r>
            </a:p>
          </p:txBody>
        </p:sp>
      </p:grpSp>
      <p:grpSp>
        <p:nvGrpSpPr>
          <p:cNvPr id="1385" name="Group 1384">
            <a:extLst>
              <a:ext uri="{FF2B5EF4-FFF2-40B4-BE49-F238E27FC236}">
                <a16:creationId xmlns:a16="http://schemas.microsoft.com/office/drawing/2014/main" id="{F6CDE9F2-C271-F3A6-2BC9-ECC69FC256E3}"/>
              </a:ext>
            </a:extLst>
          </p:cNvPr>
          <p:cNvGrpSpPr/>
          <p:nvPr/>
        </p:nvGrpSpPr>
        <p:grpSpPr>
          <a:xfrm flipH="1">
            <a:off x="5631411" y="3132594"/>
            <a:ext cx="3060338" cy="853775"/>
            <a:chOff x="1657416" y="2267712"/>
            <a:chExt cx="3955603" cy="1179576"/>
          </a:xfrm>
        </p:grpSpPr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5057DDD1-7F80-46F2-C4D6-778860D0169A}"/>
                </a:ext>
              </a:extLst>
            </p:cNvPr>
            <p:cNvSpPr/>
            <p:nvPr/>
          </p:nvSpPr>
          <p:spPr>
            <a:xfrm>
              <a:off x="1657416" y="2606490"/>
              <a:ext cx="229235" cy="505494"/>
            </a:xfrm>
            <a:custGeom>
              <a:avLst/>
              <a:gdLst>
                <a:gd name="connsiteX0" fmla="*/ 98289 w 229236"/>
                <a:gd name="connsiteY0" fmla="*/ 0 h 505494"/>
                <a:gd name="connsiteX1" fmla="*/ 138177 w 229236"/>
                <a:gd name="connsiteY1" fmla="*/ 32910 h 505494"/>
                <a:gd name="connsiteX2" fmla="*/ 229236 w 229236"/>
                <a:gd name="connsiteY2" fmla="*/ 252747 h 505494"/>
                <a:gd name="connsiteX3" fmla="*/ 138177 w 229236"/>
                <a:gd name="connsiteY3" fmla="*/ 472584 h 505494"/>
                <a:gd name="connsiteX4" fmla="*/ 98289 w 229236"/>
                <a:gd name="connsiteY4" fmla="*/ 505494 h 505494"/>
                <a:gd name="connsiteX5" fmla="*/ 64808 w 229236"/>
                <a:gd name="connsiteY5" fmla="*/ 464916 h 505494"/>
                <a:gd name="connsiteX6" fmla="*/ 0 w 229236"/>
                <a:gd name="connsiteY6" fmla="*/ 252747 h 505494"/>
                <a:gd name="connsiteX7" fmla="*/ 64808 w 229236"/>
                <a:gd name="connsiteY7" fmla="*/ 40578 h 505494"/>
                <a:gd name="connsiteX8" fmla="*/ 98289 w 229236"/>
                <a:gd name="connsiteY8" fmla="*/ 0 h 505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236" h="505494">
                  <a:moveTo>
                    <a:pt x="98289" y="0"/>
                  </a:moveTo>
                  <a:lnTo>
                    <a:pt x="138177" y="32910"/>
                  </a:lnTo>
                  <a:cubicBezTo>
                    <a:pt x="194438" y="89172"/>
                    <a:pt x="229236" y="166896"/>
                    <a:pt x="229236" y="252747"/>
                  </a:cubicBezTo>
                  <a:cubicBezTo>
                    <a:pt x="229236" y="338599"/>
                    <a:pt x="194438" y="416323"/>
                    <a:pt x="138177" y="472584"/>
                  </a:cubicBezTo>
                  <a:lnTo>
                    <a:pt x="98289" y="505494"/>
                  </a:lnTo>
                  <a:lnTo>
                    <a:pt x="64808" y="464916"/>
                  </a:lnTo>
                  <a:cubicBezTo>
                    <a:pt x="23892" y="404351"/>
                    <a:pt x="0" y="331339"/>
                    <a:pt x="0" y="252747"/>
                  </a:cubicBezTo>
                  <a:cubicBezTo>
                    <a:pt x="0" y="174155"/>
                    <a:pt x="23892" y="101143"/>
                    <a:pt x="64808" y="40578"/>
                  </a:cubicBezTo>
                  <a:lnTo>
                    <a:pt x="98289" y="0"/>
                  </a:lnTo>
                  <a:close/>
                </a:path>
              </a:pathLst>
            </a:custGeom>
            <a:solidFill>
              <a:srgbClr val="00FF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84E956D7-E9C4-5702-B9E9-462D8C091286}"/>
                </a:ext>
              </a:extLst>
            </p:cNvPr>
            <p:cNvSpPr/>
            <p:nvPr/>
          </p:nvSpPr>
          <p:spPr>
            <a:xfrm>
              <a:off x="1755706" y="2479760"/>
              <a:ext cx="3312423" cy="758952"/>
            </a:xfrm>
            <a:custGeom>
              <a:avLst/>
              <a:gdLst>
                <a:gd name="connsiteX0" fmla="*/ 281187 w 3312423"/>
                <a:gd name="connsiteY0" fmla="*/ 0 h 758952"/>
                <a:gd name="connsiteX1" fmla="*/ 2932947 w 3312423"/>
                <a:gd name="connsiteY1" fmla="*/ 0 h 758952"/>
                <a:gd name="connsiteX2" fmla="*/ 3312423 w 3312423"/>
                <a:gd name="connsiteY2" fmla="*/ 379476 h 758952"/>
                <a:gd name="connsiteX3" fmla="*/ 2932947 w 3312423"/>
                <a:gd name="connsiteY3" fmla="*/ 758952 h 758952"/>
                <a:gd name="connsiteX4" fmla="*/ 281187 w 3312423"/>
                <a:gd name="connsiteY4" fmla="*/ 758952 h 758952"/>
                <a:gd name="connsiteX5" fmla="*/ 12857 w 3312423"/>
                <a:gd name="connsiteY5" fmla="*/ 647806 h 758952"/>
                <a:gd name="connsiteX6" fmla="*/ 0 w 3312423"/>
                <a:gd name="connsiteY6" fmla="*/ 632223 h 758952"/>
                <a:gd name="connsiteX7" fmla="*/ 39888 w 3312423"/>
                <a:gd name="connsiteY7" fmla="*/ 599313 h 758952"/>
                <a:gd name="connsiteX8" fmla="*/ 130947 w 3312423"/>
                <a:gd name="connsiteY8" fmla="*/ 379476 h 758952"/>
                <a:gd name="connsiteX9" fmla="*/ 39888 w 3312423"/>
                <a:gd name="connsiteY9" fmla="*/ 159639 h 758952"/>
                <a:gd name="connsiteX10" fmla="*/ 0 w 3312423"/>
                <a:gd name="connsiteY10" fmla="*/ 126729 h 758952"/>
                <a:gd name="connsiteX11" fmla="*/ 12857 w 3312423"/>
                <a:gd name="connsiteY11" fmla="*/ 111146 h 758952"/>
                <a:gd name="connsiteX12" fmla="*/ 281187 w 3312423"/>
                <a:gd name="connsiteY12" fmla="*/ 0 h 75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2423" h="758952">
                  <a:moveTo>
                    <a:pt x="281187" y="0"/>
                  </a:moveTo>
                  <a:lnTo>
                    <a:pt x="2932947" y="0"/>
                  </a:lnTo>
                  <a:cubicBezTo>
                    <a:pt x="3142526" y="0"/>
                    <a:pt x="3312423" y="169897"/>
                    <a:pt x="3312423" y="379476"/>
                  </a:cubicBezTo>
                  <a:cubicBezTo>
                    <a:pt x="3312423" y="589055"/>
                    <a:pt x="3142526" y="758952"/>
                    <a:pt x="2932947" y="758952"/>
                  </a:cubicBezTo>
                  <a:lnTo>
                    <a:pt x="281187" y="758952"/>
                  </a:lnTo>
                  <a:cubicBezTo>
                    <a:pt x="176398" y="758952"/>
                    <a:pt x="81529" y="716478"/>
                    <a:pt x="12857" y="647806"/>
                  </a:cubicBezTo>
                  <a:lnTo>
                    <a:pt x="0" y="632223"/>
                  </a:lnTo>
                  <a:lnTo>
                    <a:pt x="39888" y="599313"/>
                  </a:lnTo>
                  <a:cubicBezTo>
                    <a:pt x="96149" y="543052"/>
                    <a:pt x="130947" y="465328"/>
                    <a:pt x="130947" y="379476"/>
                  </a:cubicBezTo>
                  <a:cubicBezTo>
                    <a:pt x="130947" y="293625"/>
                    <a:pt x="96149" y="215901"/>
                    <a:pt x="39888" y="159639"/>
                  </a:cubicBezTo>
                  <a:lnTo>
                    <a:pt x="0" y="126729"/>
                  </a:lnTo>
                  <a:lnTo>
                    <a:pt x="12857" y="111146"/>
                  </a:lnTo>
                  <a:cubicBezTo>
                    <a:pt x="81529" y="42474"/>
                    <a:pt x="176398" y="0"/>
                    <a:pt x="28118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E8C6F48F-97E8-F6D8-CF30-B28621F3AF00}"/>
                </a:ext>
              </a:extLst>
            </p:cNvPr>
            <p:cNvSpPr/>
            <p:nvPr/>
          </p:nvSpPr>
          <p:spPr>
            <a:xfrm rot="16200000">
              <a:off x="4270079" y="2104347"/>
              <a:ext cx="1179576" cy="1506305"/>
            </a:xfrm>
            <a:custGeom>
              <a:avLst/>
              <a:gdLst>
                <a:gd name="connsiteX0" fmla="*/ 1179576 w 1179576"/>
                <a:gd name="connsiteY0" fmla="*/ 916517 h 1506305"/>
                <a:gd name="connsiteX1" fmla="*/ 589788 w 1179576"/>
                <a:gd name="connsiteY1" fmla="*/ 1506305 h 1506305"/>
                <a:gd name="connsiteX2" fmla="*/ 0 w 1179576"/>
                <a:gd name="connsiteY2" fmla="*/ 916517 h 1506305"/>
                <a:gd name="connsiteX3" fmla="*/ 360216 w 1179576"/>
                <a:gd name="connsiteY3" fmla="*/ 373077 h 1506305"/>
                <a:gd name="connsiteX4" fmla="*/ 467600 w 1179576"/>
                <a:gd name="connsiteY4" fmla="*/ 339744 h 1506305"/>
                <a:gd name="connsiteX5" fmla="*/ 589788 w 1179576"/>
                <a:gd name="connsiteY5" fmla="*/ 0 h 1506305"/>
                <a:gd name="connsiteX6" fmla="*/ 711977 w 1179576"/>
                <a:gd name="connsiteY6" fmla="*/ 339744 h 1506305"/>
                <a:gd name="connsiteX7" fmla="*/ 819360 w 1179576"/>
                <a:gd name="connsiteY7" fmla="*/ 373077 h 1506305"/>
                <a:gd name="connsiteX8" fmla="*/ 1179576 w 1179576"/>
                <a:gd name="connsiteY8" fmla="*/ 916517 h 1506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576" h="1506305">
                  <a:moveTo>
                    <a:pt x="1179576" y="916517"/>
                  </a:moveTo>
                  <a:cubicBezTo>
                    <a:pt x="1179576" y="1242248"/>
                    <a:pt x="915519" y="1506305"/>
                    <a:pt x="589788" y="1506305"/>
                  </a:cubicBezTo>
                  <a:cubicBezTo>
                    <a:pt x="264057" y="1506305"/>
                    <a:pt x="0" y="1242248"/>
                    <a:pt x="0" y="916517"/>
                  </a:cubicBezTo>
                  <a:cubicBezTo>
                    <a:pt x="0" y="672219"/>
                    <a:pt x="148532" y="462612"/>
                    <a:pt x="360216" y="373077"/>
                  </a:cubicBezTo>
                  <a:lnTo>
                    <a:pt x="467600" y="339744"/>
                  </a:lnTo>
                  <a:lnTo>
                    <a:pt x="589788" y="0"/>
                  </a:lnTo>
                  <a:lnTo>
                    <a:pt x="711977" y="339744"/>
                  </a:lnTo>
                  <a:lnTo>
                    <a:pt x="819360" y="373077"/>
                  </a:lnTo>
                  <a:cubicBezTo>
                    <a:pt x="1031044" y="462612"/>
                    <a:pt x="1179576" y="672219"/>
                    <a:pt x="1179576" y="916517"/>
                  </a:cubicBezTo>
                  <a:close/>
                </a:path>
              </a:pathLst>
            </a:custGeom>
            <a:solidFill>
              <a:srgbClr val="00FF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9" name="TextBox 1388">
              <a:extLst>
                <a:ext uri="{FF2B5EF4-FFF2-40B4-BE49-F238E27FC236}">
                  <a16:creationId xmlns:a16="http://schemas.microsoft.com/office/drawing/2014/main" id="{E0D6A61F-F89E-8207-343A-0E13B4C735FF}"/>
                </a:ext>
              </a:extLst>
            </p:cNvPr>
            <p:cNvSpPr txBox="1"/>
            <p:nvPr/>
          </p:nvSpPr>
          <p:spPr>
            <a:xfrm>
              <a:off x="1981596" y="2454340"/>
              <a:ext cx="2575065" cy="326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latin typeface="Bahnschrift SemiBold Condensed" panose="020B0502040204020203" pitchFamily="34" charset="0"/>
                  <a:cs typeface="Calibri" panose="020F0502020204030204" pitchFamily="34" charset="0"/>
                </a:rPr>
                <a:t>User Experience - Before vs After</a:t>
              </a:r>
            </a:p>
          </p:txBody>
        </p:sp>
        <p:sp>
          <p:nvSpPr>
            <p:cNvPr id="1390" name="TextBox 1389">
              <a:extLst>
                <a:ext uri="{FF2B5EF4-FFF2-40B4-BE49-F238E27FC236}">
                  <a16:creationId xmlns:a16="http://schemas.microsoft.com/office/drawing/2014/main" id="{A8D5D912-85CB-1549-1F22-F779E9BD4A27}"/>
                </a:ext>
              </a:extLst>
            </p:cNvPr>
            <p:cNvSpPr txBox="1"/>
            <p:nvPr/>
          </p:nvSpPr>
          <p:spPr>
            <a:xfrm>
              <a:off x="1984943" y="2704254"/>
              <a:ext cx="2167882" cy="467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Bahnschrift SemiLight Condensed" panose="020B0502040204020203" pitchFamily="34" charset="0"/>
                  <a:cs typeface="Calibri Light" panose="020F0302020204030204" pitchFamily="34" charset="0"/>
                </a:rPr>
                <a:t>Comparing manual, error-prone process to streamlined, digital defect management.</a:t>
              </a:r>
            </a:p>
          </p:txBody>
        </p:sp>
      </p:grpSp>
      <p:grpSp>
        <p:nvGrpSpPr>
          <p:cNvPr id="1391" name="Group 1390">
            <a:extLst>
              <a:ext uri="{FF2B5EF4-FFF2-40B4-BE49-F238E27FC236}">
                <a16:creationId xmlns:a16="http://schemas.microsoft.com/office/drawing/2014/main" id="{43E10FD9-CE83-7CF7-AA6B-6C8EDA1EFFBE}"/>
              </a:ext>
            </a:extLst>
          </p:cNvPr>
          <p:cNvGrpSpPr/>
          <p:nvPr/>
        </p:nvGrpSpPr>
        <p:grpSpPr>
          <a:xfrm>
            <a:off x="1468253" y="4291445"/>
            <a:ext cx="3060338" cy="853775"/>
            <a:chOff x="1657416" y="2267712"/>
            <a:chExt cx="3955603" cy="1179576"/>
          </a:xfrm>
        </p:grpSpPr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296B076C-6A75-515C-89B5-6A954A1973B0}"/>
                </a:ext>
              </a:extLst>
            </p:cNvPr>
            <p:cNvSpPr/>
            <p:nvPr/>
          </p:nvSpPr>
          <p:spPr>
            <a:xfrm>
              <a:off x="1657416" y="2606490"/>
              <a:ext cx="229235" cy="505494"/>
            </a:xfrm>
            <a:custGeom>
              <a:avLst/>
              <a:gdLst>
                <a:gd name="connsiteX0" fmla="*/ 98289 w 229236"/>
                <a:gd name="connsiteY0" fmla="*/ 0 h 505494"/>
                <a:gd name="connsiteX1" fmla="*/ 138177 w 229236"/>
                <a:gd name="connsiteY1" fmla="*/ 32910 h 505494"/>
                <a:gd name="connsiteX2" fmla="*/ 229236 w 229236"/>
                <a:gd name="connsiteY2" fmla="*/ 252747 h 505494"/>
                <a:gd name="connsiteX3" fmla="*/ 138177 w 229236"/>
                <a:gd name="connsiteY3" fmla="*/ 472584 h 505494"/>
                <a:gd name="connsiteX4" fmla="*/ 98289 w 229236"/>
                <a:gd name="connsiteY4" fmla="*/ 505494 h 505494"/>
                <a:gd name="connsiteX5" fmla="*/ 64808 w 229236"/>
                <a:gd name="connsiteY5" fmla="*/ 464916 h 505494"/>
                <a:gd name="connsiteX6" fmla="*/ 0 w 229236"/>
                <a:gd name="connsiteY6" fmla="*/ 252747 h 505494"/>
                <a:gd name="connsiteX7" fmla="*/ 64808 w 229236"/>
                <a:gd name="connsiteY7" fmla="*/ 40578 h 505494"/>
                <a:gd name="connsiteX8" fmla="*/ 98289 w 229236"/>
                <a:gd name="connsiteY8" fmla="*/ 0 h 505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236" h="505494">
                  <a:moveTo>
                    <a:pt x="98289" y="0"/>
                  </a:moveTo>
                  <a:lnTo>
                    <a:pt x="138177" y="32910"/>
                  </a:lnTo>
                  <a:cubicBezTo>
                    <a:pt x="194438" y="89172"/>
                    <a:pt x="229236" y="166896"/>
                    <a:pt x="229236" y="252747"/>
                  </a:cubicBezTo>
                  <a:cubicBezTo>
                    <a:pt x="229236" y="338599"/>
                    <a:pt x="194438" y="416323"/>
                    <a:pt x="138177" y="472584"/>
                  </a:cubicBezTo>
                  <a:lnTo>
                    <a:pt x="98289" y="505494"/>
                  </a:lnTo>
                  <a:lnTo>
                    <a:pt x="64808" y="464916"/>
                  </a:lnTo>
                  <a:cubicBezTo>
                    <a:pt x="23892" y="404351"/>
                    <a:pt x="0" y="331339"/>
                    <a:pt x="0" y="252747"/>
                  </a:cubicBezTo>
                  <a:cubicBezTo>
                    <a:pt x="0" y="174155"/>
                    <a:pt x="23892" y="101143"/>
                    <a:pt x="64808" y="40578"/>
                  </a:cubicBezTo>
                  <a:lnTo>
                    <a:pt x="98289" y="0"/>
                  </a:lnTo>
                  <a:close/>
                </a:path>
              </a:pathLst>
            </a:custGeom>
            <a:solidFill>
              <a:srgbClr val="66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C9578900-1C02-57ED-FFBB-4895F5FBFF65}"/>
                </a:ext>
              </a:extLst>
            </p:cNvPr>
            <p:cNvSpPr/>
            <p:nvPr/>
          </p:nvSpPr>
          <p:spPr>
            <a:xfrm>
              <a:off x="1755706" y="2479760"/>
              <a:ext cx="3312423" cy="758952"/>
            </a:xfrm>
            <a:custGeom>
              <a:avLst/>
              <a:gdLst>
                <a:gd name="connsiteX0" fmla="*/ 281187 w 3312423"/>
                <a:gd name="connsiteY0" fmla="*/ 0 h 758952"/>
                <a:gd name="connsiteX1" fmla="*/ 2932947 w 3312423"/>
                <a:gd name="connsiteY1" fmla="*/ 0 h 758952"/>
                <a:gd name="connsiteX2" fmla="*/ 3312423 w 3312423"/>
                <a:gd name="connsiteY2" fmla="*/ 379476 h 758952"/>
                <a:gd name="connsiteX3" fmla="*/ 2932947 w 3312423"/>
                <a:gd name="connsiteY3" fmla="*/ 758952 h 758952"/>
                <a:gd name="connsiteX4" fmla="*/ 281187 w 3312423"/>
                <a:gd name="connsiteY4" fmla="*/ 758952 h 758952"/>
                <a:gd name="connsiteX5" fmla="*/ 12857 w 3312423"/>
                <a:gd name="connsiteY5" fmla="*/ 647806 h 758952"/>
                <a:gd name="connsiteX6" fmla="*/ 0 w 3312423"/>
                <a:gd name="connsiteY6" fmla="*/ 632223 h 758952"/>
                <a:gd name="connsiteX7" fmla="*/ 39888 w 3312423"/>
                <a:gd name="connsiteY7" fmla="*/ 599313 h 758952"/>
                <a:gd name="connsiteX8" fmla="*/ 130947 w 3312423"/>
                <a:gd name="connsiteY8" fmla="*/ 379476 h 758952"/>
                <a:gd name="connsiteX9" fmla="*/ 39888 w 3312423"/>
                <a:gd name="connsiteY9" fmla="*/ 159639 h 758952"/>
                <a:gd name="connsiteX10" fmla="*/ 0 w 3312423"/>
                <a:gd name="connsiteY10" fmla="*/ 126729 h 758952"/>
                <a:gd name="connsiteX11" fmla="*/ 12857 w 3312423"/>
                <a:gd name="connsiteY11" fmla="*/ 111146 h 758952"/>
                <a:gd name="connsiteX12" fmla="*/ 281187 w 3312423"/>
                <a:gd name="connsiteY12" fmla="*/ 0 h 75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2423" h="758952">
                  <a:moveTo>
                    <a:pt x="281187" y="0"/>
                  </a:moveTo>
                  <a:lnTo>
                    <a:pt x="2932947" y="0"/>
                  </a:lnTo>
                  <a:cubicBezTo>
                    <a:pt x="3142526" y="0"/>
                    <a:pt x="3312423" y="169897"/>
                    <a:pt x="3312423" y="379476"/>
                  </a:cubicBezTo>
                  <a:cubicBezTo>
                    <a:pt x="3312423" y="589055"/>
                    <a:pt x="3142526" y="758952"/>
                    <a:pt x="2932947" y="758952"/>
                  </a:cubicBezTo>
                  <a:lnTo>
                    <a:pt x="281187" y="758952"/>
                  </a:lnTo>
                  <a:cubicBezTo>
                    <a:pt x="176398" y="758952"/>
                    <a:pt x="81529" y="716478"/>
                    <a:pt x="12857" y="647806"/>
                  </a:cubicBezTo>
                  <a:lnTo>
                    <a:pt x="0" y="632223"/>
                  </a:lnTo>
                  <a:lnTo>
                    <a:pt x="39888" y="599313"/>
                  </a:lnTo>
                  <a:cubicBezTo>
                    <a:pt x="96149" y="543052"/>
                    <a:pt x="130947" y="465328"/>
                    <a:pt x="130947" y="379476"/>
                  </a:cubicBezTo>
                  <a:cubicBezTo>
                    <a:pt x="130947" y="293625"/>
                    <a:pt x="96149" y="215901"/>
                    <a:pt x="39888" y="159639"/>
                  </a:cubicBezTo>
                  <a:lnTo>
                    <a:pt x="0" y="126729"/>
                  </a:lnTo>
                  <a:lnTo>
                    <a:pt x="12857" y="111146"/>
                  </a:lnTo>
                  <a:cubicBezTo>
                    <a:pt x="81529" y="42474"/>
                    <a:pt x="176398" y="0"/>
                    <a:pt x="28118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4C7D4BC0-0FC9-10C1-7511-39F0CC3A1CBF}"/>
                </a:ext>
              </a:extLst>
            </p:cNvPr>
            <p:cNvSpPr/>
            <p:nvPr/>
          </p:nvSpPr>
          <p:spPr>
            <a:xfrm rot="16200000">
              <a:off x="4270079" y="2104347"/>
              <a:ext cx="1179576" cy="1506305"/>
            </a:xfrm>
            <a:custGeom>
              <a:avLst/>
              <a:gdLst>
                <a:gd name="connsiteX0" fmla="*/ 1179576 w 1179576"/>
                <a:gd name="connsiteY0" fmla="*/ 916517 h 1506305"/>
                <a:gd name="connsiteX1" fmla="*/ 589788 w 1179576"/>
                <a:gd name="connsiteY1" fmla="*/ 1506305 h 1506305"/>
                <a:gd name="connsiteX2" fmla="*/ 0 w 1179576"/>
                <a:gd name="connsiteY2" fmla="*/ 916517 h 1506305"/>
                <a:gd name="connsiteX3" fmla="*/ 360216 w 1179576"/>
                <a:gd name="connsiteY3" fmla="*/ 373077 h 1506305"/>
                <a:gd name="connsiteX4" fmla="*/ 467600 w 1179576"/>
                <a:gd name="connsiteY4" fmla="*/ 339744 h 1506305"/>
                <a:gd name="connsiteX5" fmla="*/ 589788 w 1179576"/>
                <a:gd name="connsiteY5" fmla="*/ 0 h 1506305"/>
                <a:gd name="connsiteX6" fmla="*/ 711977 w 1179576"/>
                <a:gd name="connsiteY6" fmla="*/ 339744 h 1506305"/>
                <a:gd name="connsiteX7" fmla="*/ 819360 w 1179576"/>
                <a:gd name="connsiteY7" fmla="*/ 373077 h 1506305"/>
                <a:gd name="connsiteX8" fmla="*/ 1179576 w 1179576"/>
                <a:gd name="connsiteY8" fmla="*/ 916517 h 1506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576" h="1506305">
                  <a:moveTo>
                    <a:pt x="1179576" y="916517"/>
                  </a:moveTo>
                  <a:cubicBezTo>
                    <a:pt x="1179576" y="1242248"/>
                    <a:pt x="915519" y="1506305"/>
                    <a:pt x="589788" y="1506305"/>
                  </a:cubicBezTo>
                  <a:cubicBezTo>
                    <a:pt x="264057" y="1506305"/>
                    <a:pt x="0" y="1242248"/>
                    <a:pt x="0" y="916517"/>
                  </a:cubicBezTo>
                  <a:cubicBezTo>
                    <a:pt x="0" y="672219"/>
                    <a:pt x="148532" y="462612"/>
                    <a:pt x="360216" y="373077"/>
                  </a:cubicBezTo>
                  <a:lnTo>
                    <a:pt x="467600" y="339744"/>
                  </a:lnTo>
                  <a:lnTo>
                    <a:pt x="589788" y="0"/>
                  </a:lnTo>
                  <a:lnTo>
                    <a:pt x="711977" y="339744"/>
                  </a:lnTo>
                  <a:lnTo>
                    <a:pt x="819360" y="373077"/>
                  </a:lnTo>
                  <a:cubicBezTo>
                    <a:pt x="1031044" y="462612"/>
                    <a:pt x="1179576" y="672219"/>
                    <a:pt x="1179576" y="916517"/>
                  </a:cubicBezTo>
                  <a:close/>
                </a:path>
              </a:pathLst>
            </a:custGeom>
            <a:solidFill>
              <a:srgbClr val="66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95" name="TextBox 1394">
              <a:extLst>
                <a:ext uri="{FF2B5EF4-FFF2-40B4-BE49-F238E27FC236}">
                  <a16:creationId xmlns:a16="http://schemas.microsoft.com/office/drawing/2014/main" id="{9283F964-24A7-EA6C-AE3A-36DB21286F03}"/>
                </a:ext>
              </a:extLst>
            </p:cNvPr>
            <p:cNvSpPr txBox="1"/>
            <p:nvPr/>
          </p:nvSpPr>
          <p:spPr>
            <a:xfrm>
              <a:off x="1981596" y="2454340"/>
              <a:ext cx="2575065" cy="326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latin typeface="Bahnschrift SemiBold Condensed" panose="020B0502040204020203" pitchFamily="34" charset="0"/>
                  <a:cs typeface="Calibri" panose="020F0502020204030204" pitchFamily="34" charset="0"/>
                </a:rPr>
                <a:t>Remarks (Guiding: What to Pay Attention To)</a:t>
              </a:r>
            </a:p>
          </p:txBody>
        </p:sp>
        <p:sp>
          <p:nvSpPr>
            <p:cNvPr id="1396" name="TextBox 1395">
              <a:extLst>
                <a:ext uri="{FF2B5EF4-FFF2-40B4-BE49-F238E27FC236}">
                  <a16:creationId xmlns:a16="http://schemas.microsoft.com/office/drawing/2014/main" id="{9FA0A2AD-BB69-C69E-F426-5C6280ABA92A}"/>
                </a:ext>
              </a:extLst>
            </p:cNvPr>
            <p:cNvSpPr txBox="1"/>
            <p:nvPr/>
          </p:nvSpPr>
          <p:spPr>
            <a:xfrm>
              <a:off x="2018340" y="2704258"/>
              <a:ext cx="2302014" cy="467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Bahnschrift SemiLight Condensed" panose="020B0502040204020203" pitchFamily="34" charset="0"/>
                  <a:cs typeface="Calibri Light" panose="020F0302020204030204" pitchFamily="34" charset="0"/>
                </a:rPr>
                <a:t>Key usage tips and important considerations for successful system adoption.</a:t>
              </a:r>
            </a:p>
          </p:txBody>
        </p:sp>
      </p:grpSp>
      <p:grpSp>
        <p:nvGrpSpPr>
          <p:cNvPr id="1397" name="Group 1396">
            <a:extLst>
              <a:ext uri="{FF2B5EF4-FFF2-40B4-BE49-F238E27FC236}">
                <a16:creationId xmlns:a16="http://schemas.microsoft.com/office/drawing/2014/main" id="{E394900D-6FB9-FD18-2682-940A77306032}"/>
              </a:ext>
            </a:extLst>
          </p:cNvPr>
          <p:cNvGrpSpPr/>
          <p:nvPr/>
        </p:nvGrpSpPr>
        <p:grpSpPr>
          <a:xfrm flipH="1">
            <a:off x="5631411" y="4291448"/>
            <a:ext cx="3060338" cy="853775"/>
            <a:chOff x="1657416" y="2267712"/>
            <a:chExt cx="3955603" cy="1179576"/>
          </a:xfrm>
        </p:grpSpPr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D6E8A2D1-E8A4-A9C5-7CF0-6D47EA9E1C1C}"/>
                </a:ext>
              </a:extLst>
            </p:cNvPr>
            <p:cNvSpPr/>
            <p:nvPr/>
          </p:nvSpPr>
          <p:spPr>
            <a:xfrm>
              <a:off x="1657416" y="2606490"/>
              <a:ext cx="229235" cy="505494"/>
            </a:xfrm>
            <a:custGeom>
              <a:avLst/>
              <a:gdLst>
                <a:gd name="connsiteX0" fmla="*/ 98289 w 229236"/>
                <a:gd name="connsiteY0" fmla="*/ 0 h 505494"/>
                <a:gd name="connsiteX1" fmla="*/ 138177 w 229236"/>
                <a:gd name="connsiteY1" fmla="*/ 32910 h 505494"/>
                <a:gd name="connsiteX2" fmla="*/ 229236 w 229236"/>
                <a:gd name="connsiteY2" fmla="*/ 252747 h 505494"/>
                <a:gd name="connsiteX3" fmla="*/ 138177 w 229236"/>
                <a:gd name="connsiteY3" fmla="*/ 472584 h 505494"/>
                <a:gd name="connsiteX4" fmla="*/ 98289 w 229236"/>
                <a:gd name="connsiteY4" fmla="*/ 505494 h 505494"/>
                <a:gd name="connsiteX5" fmla="*/ 64808 w 229236"/>
                <a:gd name="connsiteY5" fmla="*/ 464916 h 505494"/>
                <a:gd name="connsiteX6" fmla="*/ 0 w 229236"/>
                <a:gd name="connsiteY6" fmla="*/ 252747 h 505494"/>
                <a:gd name="connsiteX7" fmla="*/ 64808 w 229236"/>
                <a:gd name="connsiteY7" fmla="*/ 40578 h 505494"/>
                <a:gd name="connsiteX8" fmla="*/ 98289 w 229236"/>
                <a:gd name="connsiteY8" fmla="*/ 0 h 505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9236" h="505494">
                  <a:moveTo>
                    <a:pt x="98289" y="0"/>
                  </a:moveTo>
                  <a:lnTo>
                    <a:pt x="138177" y="32910"/>
                  </a:lnTo>
                  <a:cubicBezTo>
                    <a:pt x="194438" y="89172"/>
                    <a:pt x="229236" y="166896"/>
                    <a:pt x="229236" y="252747"/>
                  </a:cubicBezTo>
                  <a:cubicBezTo>
                    <a:pt x="229236" y="338599"/>
                    <a:pt x="194438" y="416323"/>
                    <a:pt x="138177" y="472584"/>
                  </a:cubicBezTo>
                  <a:lnTo>
                    <a:pt x="98289" y="505494"/>
                  </a:lnTo>
                  <a:lnTo>
                    <a:pt x="64808" y="464916"/>
                  </a:lnTo>
                  <a:cubicBezTo>
                    <a:pt x="23892" y="404351"/>
                    <a:pt x="0" y="331339"/>
                    <a:pt x="0" y="252747"/>
                  </a:cubicBezTo>
                  <a:cubicBezTo>
                    <a:pt x="0" y="174155"/>
                    <a:pt x="23892" y="101143"/>
                    <a:pt x="64808" y="40578"/>
                  </a:cubicBezTo>
                  <a:lnTo>
                    <a:pt x="98289" y="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1ECE1E29-CB51-7789-B6D6-A8F02617180C}"/>
                </a:ext>
              </a:extLst>
            </p:cNvPr>
            <p:cNvSpPr/>
            <p:nvPr/>
          </p:nvSpPr>
          <p:spPr>
            <a:xfrm>
              <a:off x="1755706" y="2479760"/>
              <a:ext cx="3312423" cy="758952"/>
            </a:xfrm>
            <a:custGeom>
              <a:avLst/>
              <a:gdLst>
                <a:gd name="connsiteX0" fmla="*/ 281187 w 3312423"/>
                <a:gd name="connsiteY0" fmla="*/ 0 h 758952"/>
                <a:gd name="connsiteX1" fmla="*/ 2932947 w 3312423"/>
                <a:gd name="connsiteY1" fmla="*/ 0 h 758952"/>
                <a:gd name="connsiteX2" fmla="*/ 3312423 w 3312423"/>
                <a:gd name="connsiteY2" fmla="*/ 379476 h 758952"/>
                <a:gd name="connsiteX3" fmla="*/ 2932947 w 3312423"/>
                <a:gd name="connsiteY3" fmla="*/ 758952 h 758952"/>
                <a:gd name="connsiteX4" fmla="*/ 281187 w 3312423"/>
                <a:gd name="connsiteY4" fmla="*/ 758952 h 758952"/>
                <a:gd name="connsiteX5" fmla="*/ 12857 w 3312423"/>
                <a:gd name="connsiteY5" fmla="*/ 647806 h 758952"/>
                <a:gd name="connsiteX6" fmla="*/ 0 w 3312423"/>
                <a:gd name="connsiteY6" fmla="*/ 632223 h 758952"/>
                <a:gd name="connsiteX7" fmla="*/ 39888 w 3312423"/>
                <a:gd name="connsiteY7" fmla="*/ 599313 h 758952"/>
                <a:gd name="connsiteX8" fmla="*/ 130947 w 3312423"/>
                <a:gd name="connsiteY8" fmla="*/ 379476 h 758952"/>
                <a:gd name="connsiteX9" fmla="*/ 39888 w 3312423"/>
                <a:gd name="connsiteY9" fmla="*/ 159639 h 758952"/>
                <a:gd name="connsiteX10" fmla="*/ 0 w 3312423"/>
                <a:gd name="connsiteY10" fmla="*/ 126729 h 758952"/>
                <a:gd name="connsiteX11" fmla="*/ 12857 w 3312423"/>
                <a:gd name="connsiteY11" fmla="*/ 111146 h 758952"/>
                <a:gd name="connsiteX12" fmla="*/ 281187 w 3312423"/>
                <a:gd name="connsiteY12" fmla="*/ 0 h 75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2423" h="758952">
                  <a:moveTo>
                    <a:pt x="281187" y="0"/>
                  </a:moveTo>
                  <a:lnTo>
                    <a:pt x="2932947" y="0"/>
                  </a:lnTo>
                  <a:cubicBezTo>
                    <a:pt x="3142526" y="0"/>
                    <a:pt x="3312423" y="169897"/>
                    <a:pt x="3312423" y="379476"/>
                  </a:cubicBezTo>
                  <a:cubicBezTo>
                    <a:pt x="3312423" y="589055"/>
                    <a:pt x="3142526" y="758952"/>
                    <a:pt x="2932947" y="758952"/>
                  </a:cubicBezTo>
                  <a:lnTo>
                    <a:pt x="281187" y="758952"/>
                  </a:lnTo>
                  <a:cubicBezTo>
                    <a:pt x="176398" y="758952"/>
                    <a:pt x="81529" y="716478"/>
                    <a:pt x="12857" y="647806"/>
                  </a:cubicBezTo>
                  <a:lnTo>
                    <a:pt x="0" y="632223"/>
                  </a:lnTo>
                  <a:lnTo>
                    <a:pt x="39888" y="599313"/>
                  </a:lnTo>
                  <a:cubicBezTo>
                    <a:pt x="96149" y="543052"/>
                    <a:pt x="130947" y="465328"/>
                    <a:pt x="130947" y="379476"/>
                  </a:cubicBezTo>
                  <a:cubicBezTo>
                    <a:pt x="130947" y="293625"/>
                    <a:pt x="96149" y="215901"/>
                    <a:pt x="39888" y="159639"/>
                  </a:cubicBezTo>
                  <a:lnTo>
                    <a:pt x="0" y="126729"/>
                  </a:lnTo>
                  <a:lnTo>
                    <a:pt x="12857" y="111146"/>
                  </a:lnTo>
                  <a:cubicBezTo>
                    <a:pt x="81529" y="42474"/>
                    <a:pt x="176398" y="0"/>
                    <a:pt x="28118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E995BBD9-48F5-615D-AE69-9CFCAE76171C}"/>
                </a:ext>
              </a:extLst>
            </p:cNvPr>
            <p:cNvSpPr/>
            <p:nvPr/>
          </p:nvSpPr>
          <p:spPr>
            <a:xfrm rot="16200000">
              <a:off x="4270079" y="2104347"/>
              <a:ext cx="1179576" cy="1506305"/>
            </a:xfrm>
            <a:custGeom>
              <a:avLst/>
              <a:gdLst>
                <a:gd name="connsiteX0" fmla="*/ 1179576 w 1179576"/>
                <a:gd name="connsiteY0" fmla="*/ 916517 h 1506305"/>
                <a:gd name="connsiteX1" fmla="*/ 589788 w 1179576"/>
                <a:gd name="connsiteY1" fmla="*/ 1506305 h 1506305"/>
                <a:gd name="connsiteX2" fmla="*/ 0 w 1179576"/>
                <a:gd name="connsiteY2" fmla="*/ 916517 h 1506305"/>
                <a:gd name="connsiteX3" fmla="*/ 360216 w 1179576"/>
                <a:gd name="connsiteY3" fmla="*/ 373077 h 1506305"/>
                <a:gd name="connsiteX4" fmla="*/ 467600 w 1179576"/>
                <a:gd name="connsiteY4" fmla="*/ 339744 h 1506305"/>
                <a:gd name="connsiteX5" fmla="*/ 589788 w 1179576"/>
                <a:gd name="connsiteY5" fmla="*/ 0 h 1506305"/>
                <a:gd name="connsiteX6" fmla="*/ 711977 w 1179576"/>
                <a:gd name="connsiteY6" fmla="*/ 339744 h 1506305"/>
                <a:gd name="connsiteX7" fmla="*/ 819360 w 1179576"/>
                <a:gd name="connsiteY7" fmla="*/ 373077 h 1506305"/>
                <a:gd name="connsiteX8" fmla="*/ 1179576 w 1179576"/>
                <a:gd name="connsiteY8" fmla="*/ 916517 h 1506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79576" h="1506305">
                  <a:moveTo>
                    <a:pt x="1179576" y="916517"/>
                  </a:moveTo>
                  <a:cubicBezTo>
                    <a:pt x="1179576" y="1242248"/>
                    <a:pt x="915519" y="1506305"/>
                    <a:pt x="589788" y="1506305"/>
                  </a:cubicBezTo>
                  <a:cubicBezTo>
                    <a:pt x="264057" y="1506305"/>
                    <a:pt x="0" y="1242248"/>
                    <a:pt x="0" y="916517"/>
                  </a:cubicBezTo>
                  <a:cubicBezTo>
                    <a:pt x="0" y="672219"/>
                    <a:pt x="148532" y="462612"/>
                    <a:pt x="360216" y="373077"/>
                  </a:cubicBezTo>
                  <a:lnTo>
                    <a:pt x="467600" y="339744"/>
                  </a:lnTo>
                  <a:lnTo>
                    <a:pt x="589788" y="0"/>
                  </a:lnTo>
                  <a:lnTo>
                    <a:pt x="711977" y="339744"/>
                  </a:lnTo>
                  <a:lnTo>
                    <a:pt x="819360" y="373077"/>
                  </a:lnTo>
                  <a:cubicBezTo>
                    <a:pt x="1031044" y="462612"/>
                    <a:pt x="1179576" y="672219"/>
                    <a:pt x="1179576" y="916517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01" name="TextBox 1400">
              <a:extLst>
                <a:ext uri="{FF2B5EF4-FFF2-40B4-BE49-F238E27FC236}">
                  <a16:creationId xmlns:a16="http://schemas.microsoft.com/office/drawing/2014/main" id="{12BC0B16-178F-02FF-5FDC-FEB75E6F9DC7}"/>
                </a:ext>
              </a:extLst>
            </p:cNvPr>
            <p:cNvSpPr txBox="1"/>
            <p:nvPr/>
          </p:nvSpPr>
          <p:spPr>
            <a:xfrm>
              <a:off x="1868655" y="2454336"/>
              <a:ext cx="2575065" cy="3260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>
                  <a:latin typeface="Bahnschrift SemiBold Condensed" panose="020B0502040204020203" pitchFamily="34" charset="0"/>
                  <a:cs typeface="Calibri" panose="020F0502020204030204" pitchFamily="34" charset="0"/>
                </a:rPr>
                <a:t>Conclusion</a:t>
              </a:r>
            </a:p>
          </p:txBody>
        </p:sp>
        <p:sp>
          <p:nvSpPr>
            <p:cNvPr id="1402" name="TextBox 1401">
              <a:extLst>
                <a:ext uri="{FF2B5EF4-FFF2-40B4-BE49-F238E27FC236}">
                  <a16:creationId xmlns:a16="http://schemas.microsoft.com/office/drawing/2014/main" id="{FA77CBBF-6FFD-1443-F7EC-DA9FD501B0DB}"/>
                </a:ext>
              </a:extLst>
            </p:cNvPr>
            <p:cNvSpPr txBox="1"/>
            <p:nvPr/>
          </p:nvSpPr>
          <p:spPr>
            <a:xfrm>
              <a:off x="2027356" y="2704254"/>
              <a:ext cx="2167881" cy="467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Bahnschrift SemiLight Condensed" panose="020B0502040204020203" pitchFamily="34" charset="0"/>
                  <a:cs typeface="Calibri Light" panose="020F0302020204030204" pitchFamily="34" charset="0"/>
                </a:rPr>
                <a:t>Summarizing benefits and encouraging adoption of the new digital system.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166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35"/>
            </p:par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1FFD-C263-17C5-83FF-88D3C54CF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80AF7-5B0D-84E7-51ED-1E1C0959FFB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8" y="380402"/>
            <a:ext cx="6891679" cy="365777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What is the Red Card System?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99A4A8-806A-072F-5D7C-49FE39CEB565}"/>
              </a:ext>
            </a:extLst>
          </p:cNvPr>
          <p:cNvGraphicFramePr>
            <a:graphicFrameLocks noGrp="1"/>
          </p:cNvGraphicFramePr>
          <p:nvPr/>
        </p:nvGraphicFramePr>
        <p:xfrm>
          <a:off x="130000" y="939854"/>
          <a:ext cx="9899999" cy="1620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52112">
                  <a:extLst>
                    <a:ext uri="{9D8B030D-6E8A-4147-A177-3AD203B41FA5}">
                      <a16:colId xmlns:a16="http://schemas.microsoft.com/office/drawing/2014/main" val="654290062"/>
                    </a:ext>
                  </a:extLst>
                </a:gridCol>
                <a:gridCol w="1317026">
                  <a:extLst>
                    <a:ext uri="{9D8B030D-6E8A-4147-A177-3AD203B41FA5}">
                      <a16:colId xmlns:a16="http://schemas.microsoft.com/office/drawing/2014/main" val="2263456722"/>
                    </a:ext>
                  </a:extLst>
                </a:gridCol>
                <a:gridCol w="2829170">
                  <a:extLst>
                    <a:ext uri="{9D8B030D-6E8A-4147-A177-3AD203B41FA5}">
                      <a16:colId xmlns:a16="http://schemas.microsoft.com/office/drawing/2014/main" val="492767656"/>
                    </a:ext>
                  </a:extLst>
                </a:gridCol>
                <a:gridCol w="2328984">
                  <a:extLst>
                    <a:ext uri="{9D8B030D-6E8A-4147-A177-3AD203B41FA5}">
                      <a16:colId xmlns:a16="http://schemas.microsoft.com/office/drawing/2014/main" val="3196151450"/>
                    </a:ext>
                  </a:extLst>
                </a:gridCol>
                <a:gridCol w="2972707">
                  <a:extLst>
                    <a:ext uri="{9D8B030D-6E8A-4147-A177-3AD203B41FA5}">
                      <a16:colId xmlns:a16="http://schemas.microsoft.com/office/drawing/2014/main" val="1860891915"/>
                    </a:ext>
                  </a:extLst>
                </a:gridCol>
              </a:tblGrid>
              <a:tr h="473376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1200"/>
                        <a:t>Project Name</a:t>
                      </a:r>
                    </a:p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Result</a:t>
                      </a:r>
                      <a:endParaRPr lang="en-US" sz="1200"/>
                    </a:p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/>
                        <a:t>Methodology</a:t>
                      </a:r>
                      <a:endParaRPr lang="en-US" sz="1200"/>
                    </a:p>
                    <a:p>
                      <a:pPr algn="ctr"/>
                      <a:endParaRPr 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193618"/>
                  </a:ext>
                </a:extLst>
              </a:tr>
              <a:tr h="1146624">
                <a:tc>
                  <a:txBody>
                    <a:bodyPr/>
                    <a:lstStyle/>
                    <a:p>
                      <a:pPr algn="ctr"/>
                      <a:r>
                        <a:rPr lang="en-US" sz="9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HK" sz="900"/>
                        <a:t>Red Card System</a:t>
                      </a:r>
                    </a:p>
                    <a:p>
                      <a:pPr algn="ctr"/>
                      <a:endParaRPr lang="en-US" sz="9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900"/>
                        <a:t>- Transform manual defect tracking to digital system</a:t>
                      </a:r>
                    </a:p>
                    <a:p>
                      <a:pPr rtl="0"/>
                      <a:endParaRPr lang="en-US" sz="900"/>
                    </a:p>
                    <a:p>
                      <a:pPr rtl="0"/>
                      <a:r>
                        <a:rPr lang="en-US" sz="900"/>
                        <a:t>- Implement automated workflow notifications</a:t>
                      </a:r>
                    </a:p>
                    <a:p>
                      <a:pPr rtl="0"/>
                      <a:endParaRPr lang="en-US" sz="900"/>
                    </a:p>
                    <a:p>
                      <a:pPr rtl="0"/>
                      <a:r>
                        <a:rPr lang="en-US" sz="900"/>
                        <a:t>- Ensure data integrity and real-time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900" b="0"/>
                        <a:t>- Eliminated manual data entry errors</a:t>
                      </a:r>
                    </a:p>
                    <a:p>
                      <a:pPr rtl="0"/>
                      <a:endParaRPr lang="en-US" sz="900" b="0"/>
                    </a:p>
                    <a:p>
                      <a:pPr rtl="0"/>
                      <a:r>
                        <a:rPr lang="en-US" sz="900" b="0"/>
                        <a:t>- Real-time defect status tracking</a:t>
                      </a:r>
                    </a:p>
                    <a:p>
                      <a:pPr rtl="0"/>
                      <a:endParaRPr lang="en-US" sz="900" b="0"/>
                    </a:p>
                    <a:p>
                      <a:pPr rtl="0"/>
                      <a:r>
                        <a:rPr lang="en-US" sz="900" b="0"/>
                        <a:t>- Automated engineer notifications</a:t>
                      </a:r>
                    </a:p>
                    <a:p>
                      <a:pPr rtl="0"/>
                      <a:endParaRPr lang="en-US" sz="900" b="0"/>
                    </a:p>
                    <a:p>
                      <a:pPr rtl="0"/>
                      <a:r>
                        <a:rPr lang="en-US" sz="900" b="0"/>
                        <a:t>- Enhanced data security with audit trails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/>
                        <a:t>- Upload data to SharePoint via Power Apps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/>
                        <a:t>- Implement Power Automate alerts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sz="9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/>
                        <a:t>- Two-stage process: Paper → Digital → Engineers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/>
                        <a:t>- Power BI replaces operator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332861"/>
                  </a:ext>
                </a:extLst>
              </a:tr>
            </a:tbl>
          </a:graphicData>
        </a:graphic>
      </p:graphicFrame>
      <p:grpSp>
        <p:nvGrpSpPr>
          <p:cNvPr id="64" name="Group 63">
            <a:extLst>
              <a:ext uri="{FF2B5EF4-FFF2-40B4-BE49-F238E27FC236}">
                <a16:creationId xmlns:a16="http://schemas.microsoft.com/office/drawing/2014/main" id="{15FC88F3-9D18-C11C-CA80-BD9BC70BCF26}"/>
              </a:ext>
            </a:extLst>
          </p:cNvPr>
          <p:cNvGrpSpPr/>
          <p:nvPr/>
        </p:nvGrpSpPr>
        <p:grpSpPr>
          <a:xfrm>
            <a:off x="-19424" y="2476324"/>
            <a:ext cx="10034494" cy="2925291"/>
            <a:chOff x="98307" y="2471278"/>
            <a:chExt cx="10061693" cy="314908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EF54D54-0284-6C24-F6B2-B35F5381FE1A}"/>
                </a:ext>
              </a:extLst>
            </p:cNvPr>
            <p:cNvGrpSpPr/>
            <p:nvPr/>
          </p:nvGrpSpPr>
          <p:grpSpPr>
            <a:xfrm>
              <a:off x="6511153" y="2786658"/>
              <a:ext cx="1899558" cy="1190386"/>
              <a:chOff x="6383807" y="2436063"/>
              <a:chExt cx="1899558" cy="1190386"/>
            </a:xfrm>
          </p:grpSpPr>
          <p:pic>
            <p:nvPicPr>
              <p:cNvPr id="5" name="Picture 6" descr="Power Automate - Google Play 上的应用">
                <a:extLst>
                  <a:ext uri="{FF2B5EF4-FFF2-40B4-BE49-F238E27FC236}">
                    <a16:creationId xmlns:a16="http://schemas.microsoft.com/office/drawing/2014/main" id="{240E9980-5943-28A1-0A4A-467C08543E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37306" y="2436063"/>
                <a:ext cx="289211" cy="2892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3C6FB1-36D6-1A55-6B36-3B14ADDB4965}"/>
                  </a:ext>
                </a:extLst>
              </p:cNvPr>
              <p:cNvSpPr txBox="1"/>
              <p:nvPr/>
            </p:nvSpPr>
            <p:spPr>
              <a:xfrm>
                <a:off x="6884444" y="2699516"/>
                <a:ext cx="832597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>
                    <a:latin typeface="+mj-lt"/>
                  </a:rPr>
                  <a:t>Power Automate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9F8D348-025B-1310-E3C9-46BAA7AFAAAE}"/>
                  </a:ext>
                </a:extLst>
              </p:cNvPr>
              <p:cNvGrpSpPr/>
              <p:nvPr/>
            </p:nvGrpSpPr>
            <p:grpSpPr>
              <a:xfrm>
                <a:off x="6834545" y="2981931"/>
                <a:ext cx="897473" cy="449593"/>
                <a:chOff x="2438675" y="4345270"/>
                <a:chExt cx="1704918" cy="929260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0ED171A4-0E08-60ED-C8D6-43414D0C27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68237" y="4345270"/>
                  <a:ext cx="1652570" cy="929260"/>
                </a:xfrm>
                <a:prstGeom prst="rect">
                  <a:avLst/>
                </a:prstGeom>
              </p:spPr>
            </p:pic>
            <p:sp>
              <p:nvSpPr>
                <p:cNvPr id="12" name="Frame 11">
                  <a:extLst>
                    <a:ext uri="{FF2B5EF4-FFF2-40B4-BE49-F238E27FC236}">
                      <a16:creationId xmlns:a16="http://schemas.microsoft.com/office/drawing/2014/main" id="{27F706EF-30C0-65E2-4C98-6222A42DEC89}"/>
                    </a:ext>
                  </a:extLst>
                </p:cNvPr>
                <p:cNvSpPr/>
                <p:nvPr/>
              </p:nvSpPr>
              <p:spPr>
                <a:xfrm>
                  <a:off x="2438675" y="4345270"/>
                  <a:ext cx="1704918" cy="929260"/>
                </a:xfrm>
                <a:prstGeom prst="frame">
                  <a:avLst>
                    <a:gd name="adj1" fmla="val 0"/>
                  </a:avLst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5A7E27-1FCA-B5DC-0658-225686B83E99}"/>
                  </a:ext>
                </a:extLst>
              </p:cNvPr>
              <p:cNvSpPr txBox="1"/>
              <p:nvPr/>
            </p:nvSpPr>
            <p:spPr>
              <a:xfrm>
                <a:off x="6383807" y="3431524"/>
                <a:ext cx="1899558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/>
                <a:r>
                  <a:rPr lang="en-US" sz="1000">
                    <a:latin typeface="+mj-lt"/>
                  </a:rPr>
                  <a:t>Automate email alerts with Power Automate.</a:t>
                </a:r>
              </a:p>
            </p:txBody>
          </p:sp>
        </p:grp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F6D9930C-5025-F3D4-C6C4-39C967BE3DE7}"/>
                </a:ext>
              </a:extLst>
            </p:cNvPr>
            <p:cNvSpPr/>
            <p:nvPr/>
          </p:nvSpPr>
          <p:spPr>
            <a:xfrm rot="5400000">
              <a:off x="4970409" y="4127822"/>
              <a:ext cx="449381" cy="299258"/>
            </a:xfrm>
            <a:prstGeom prst="rightArrow">
              <a:avLst>
                <a:gd name="adj1" fmla="val 29526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66993198-5A56-5B12-54D8-EA46DA34DF9A}"/>
                </a:ext>
              </a:extLst>
            </p:cNvPr>
            <p:cNvSpPr/>
            <p:nvPr/>
          </p:nvSpPr>
          <p:spPr>
            <a:xfrm>
              <a:off x="6148949" y="5043051"/>
              <a:ext cx="449381" cy="299258"/>
            </a:xfrm>
            <a:prstGeom prst="rightArrow">
              <a:avLst>
                <a:gd name="adj1" fmla="val 29526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39226AB-9FFC-853E-9455-896F5237D964}"/>
                </a:ext>
              </a:extLst>
            </p:cNvPr>
            <p:cNvGrpSpPr/>
            <p:nvPr/>
          </p:nvGrpSpPr>
          <p:grpSpPr>
            <a:xfrm>
              <a:off x="4739268" y="5011514"/>
              <a:ext cx="756454" cy="414462"/>
              <a:chOff x="5235107" y="2767734"/>
              <a:chExt cx="1086421" cy="626296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A86D2E08-589F-B401-581B-D87ADF6B5F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46852" y="2781822"/>
                <a:ext cx="1074676" cy="612207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9" name="Frame 18">
                <a:extLst>
                  <a:ext uri="{FF2B5EF4-FFF2-40B4-BE49-F238E27FC236}">
                    <a16:creationId xmlns:a16="http://schemas.microsoft.com/office/drawing/2014/main" id="{360B8FB8-B620-92B9-5C8A-423D61FBACA3}"/>
                  </a:ext>
                </a:extLst>
              </p:cNvPr>
              <p:cNvSpPr/>
              <p:nvPr/>
            </p:nvSpPr>
            <p:spPr>
              <a:xfrm>
                <a:off x="5235107" y="2767734"/>
                <a:ext cx="1074676" cy="626296"/>
              </a:xfrm>
              <a:prstGeom prst="frame">
                <a:avLst>
                  <a:gd name="adj1" fmla="val 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D06F8E3-E16D-DA54-25E5-6C55FE227BA5}"/>
                </a:ext>
              </a:extLst>
            </p:cNvPr>
            <p:cNvGrpSpPr/>
            <p:nvPr/>
          </p:nvGrpSpPr>
          <p:grpSpPr>
            <a:xfrm>
              <a:off x="4489057" y="4502141"/>
              <a:ext cx="1608575" cy="466025"/>
              <a:chOff x="4989089" y="2508658"/>
              <a:chExt cx="1608575" cy="466025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80D77D-853D-9831-9BCB-DA3255EE0E89}"/>
                  </a:ext>
                </a:extLst>
              </p:cNvPr>
              <p:cNvSpPr txBox="1"/>
              <p:nvPr/>
            </p:nvSpPr>
            <p:spPr>
              <a:xfrm>
                <a:off x="4989089" y="2767441"/>
                <a:ext cx="784646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>
                    <a:latin typeface="+mj-lt"/>
                  </a:rPr>
                  <a:t>Power Apps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C62EA8C-4C29-E11E-CA56-17B98FE8C0BC}"/>
                  </a:ext>
                </a:extLst>
              </p:cNvPr>
              <p:cNvSpPr txBox="1"/>
              <p:nvPr/>
            </p:nvSpPr>
            <p:spPr>
              <a:xfrm>
                <a:off x="5813018" y="2779758"/>
                <a:ext cx="784646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>
                    <a:latin typeface="+mj-lt"/>
                  </a:rPr>
                  <a:t>SharePoint</a:t>
                </a:r>
              </a:p>
            </p:txBody>
          </p:sp>
          <p:pic>
            <p:nvPicPr>
              <p:cNvPr id="25" name="Picture 2" descr="Power Apps - Google Play 應用程式">
                <a:extLst>
                  <a:ext uri="{FF2B5EF4-FFF2-40B4-BE49-F238E27FC236}">
                    <a16:creationId xmlns:a16="http://schemas.microsoft.com/office/drawing/2014/main" id="{1B231916-6672-64B3-DFFE-AE4320A12E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81818" y="2508658"/>
                <a:ext cx="278316" cy="2783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4" descr="Microsoft SharePoint - Apps on Google Play">
                <a:extLst>
                  <a:ext uri="{FF2B5EF4-FFF2-40B4-BE49-F238E27FC236}">
                    <a16:creationId xmlns:a16="http://schemas.microsoft.com/office/drawing/2014/main" id="{2365BCB3-52F8-6F3C-88C4-035C19AC80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66464" y="2517979"/>
                <a:ext cx="278316" cy="2783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8F8F85F-B37C-ADCB-E682-5BA1CCE7EDB2}"/>
                </a:ext>
              </a:extLst>
            </p:cNvPr>
            <p:cNvSpPr txBox="1"/>
            <p:nvPr/>
          </p:nvSpPr>
          <p:spPr>
            <a:xfrm>
              <a:off x="4157590" y="5425440"/>
              <a:ext cx="1623347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000">
                  <a:latin typeface="+mj-lt"/>
                </a:rPr>
                <a:t>Update forms by </a:t>
              </a:r>
              <a:r>
                <a:rPr lang="en-US" sz="1000">
                  <a:highlight>
                    <a:srgbClr val="FFFF00"/>
                  </a:highlight>
                  <a:latin typeface="+mj-lt"/>
                </a:rPr>
                <a:t>Engineers</a:t>
              </a:r>
              <a:r>
                <a:rPr lang="en-US" sz="1000">
                  <a:latin typeface="+mj-lt"/>
                </a:rPr>
                <a:t>.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583875D1-803C-5D48-265F-2017B1932C85}"/>
                </a:ext>
              </a:extLst>
            </p:cNvPr>
            <p:cNvSpPr/>
            <p:nvPr/>
          </p:nvSpPr>
          <p:spPr>
            <a:xfrm>
              <a:off x="1492378" y="3331817"/>
              <a:ext cx="449381" cy="299258"/>
            </a:xfrm>
            <a:prstGeom prst="rightArrow">
              <a:avLst>
                <a:gd name="adj1" fmla="val 29526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214924D-0DDA-E9B8-1BE9-0C48670FC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70305" y="2810085"/>
              <a:ext cx="642020" cy="950066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9FE7FA1-AF79-640F-4C00-BAB652DE6890}"/>
                </a:ext>
              </a:extLst>
            </p:cNvPr>
            <p:cNvSpPr txBox="1"/>
            <p:nvPr/>
          </p:nvSpPr>
          <p:spPr>
            <a:xfrm>
              <a:off x="1951048" y="3769959"/>
              <a:ext cx="2289910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>
                  <a:latin typeface="+mj-lt"/>
                </a:rPr>
                <a:t>Record defects on paper red cards by </a:t>
              </a:r>
              <a:r>
                <a:rPr lang="en-US" sz="1000">
                  <a:highlight>
                    <a:srgbClr val="FFFF00"/>
                  </a:highlight>
                  <a:latin typeface="+mj-lt"/>
                </a:rPr>
                <a:t>Operators</a:t>
              </a:r>
              <a:r>
                <a:rPr lang="en-US" sz="1000">
                  <a:latin typeface="+mj-lt"/>
                </a:rPr>
                <a:t>.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71DF134-3FCB-DB25-D504-7AA69D952FFB}"/>
                </a:ext>
              </a:extLst>
            </p:cNvPr>
            <p:cNvGrpSpPr/>
            <p:nvPr/>
          </p:nvGrpSpPr>
          <p:grpSpPr>
            <a:xfrm>
              <a:off x="8529019" y="2800189"/>
              <a:ext cx="1630981" cy="1175905"/>
              <a:chOff x="8464856" y="2446680"/>
              <a:chExt cx="1630981" cy="1175905"/>
            </a:xfrm>
          </p:grpSpPr>
          <p:pic>
            <p:nvPicPr>
              <p:cNvPr id="32" name="Picture 12">
                <a:extLst>
                  <a:ext uri="{FF2B5EF4-FFF2-40B4-BE49-F238E27FC236}">
                    <a16:creationId xmlns:a16="http://schemas.microsoft.com/office/drawing/2014/main" id="{41BF541E-16B2-AF4C-9EF9-23AC321EDC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15989" y="2446680"/>
                <a:ext cx="198677" cy="1986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0D979C3-E627-0E94-C10E-33E36AFF6AC2}"/>
                  </a:ext>
                </a:extLst>
              </p:cNvPr>
              <p:cNvSpPr txBox="1"/>
              <p:nvPr/>
            </p:nvSpPr>
            <p:spPr>
              <a:xfrm>
                <a:off x="8750839" y="2656096"/>
                <a:ext cx="965198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000">
                    <a:latin typeface="+mj-lt"/>
                  </a:rPr>
                  <a:t>Power BI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5477034-16C2-3466-DF3D-BF75F8EEDBF6}"/>
                  </a:ext>
                </a:extLst>
              </p:cNvPr>
              <p:cNvSpPr txBox="1"/>
              <p:nvPr/>
            </p:nvSpPr>
            <p:spPr>
              <a:xfrm>
                <a:off x="8464856" y="3427660"/>
                <a:ext cx="1630981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/>
                <a:r>
                  <a:rPr lang="en-US" sz="1000">
                    <a:latin typeface="+mj-lt"/>
                  </a:rPr>
                  <a:t>Visualize defect trends in Power BI.</a:t>
                </a:r>
              </a:p>
            </p:txBody>
          </p:sp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A2B0E1C2-A96A-6B12-9EB7-A842788620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40076" y="2961521"/>
                <a:ext cx="832466" cy="457844"/>
              </a:xfrm>
              <a:prstGeom prst="rect">
                <a:avLst/>
              </a:prstGeom>
            </p:spPr>
          </p:pic>
          <p:sp>
            <p:nvSpPr>
              <p:cNvPr id="38" name="Frame 37">
                <a:extLst>
                  <a:ext uri="{FF2B5EF4-FFF2-40B4-BE49-F238E27FC236}">
                    <a16:creationId xmlns:a16="http://schemas.microsoft.com/office/drawing/2014/main" id="{3A89C178-9B59-A004-83E9-2462BA1EC412}"/>
                  </a:ext>
                </a:extLst>
              </p:cNvPr>
              <p:cNvSpPr/>
              <p:nvPr/>
            </p:nvSpPr>
            <p:spPr>
              <a:xfrm>
                <a:off x="8830744" y="2954539"/>
                <a:ext cx="841798" cy="470430"/>
              </a:xfrm>
              <a:prstGeom prst="frame">
                <a:avLst>
                  <a:gd name="adj1" fmla="val 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231F966-0A6C-A5DB-D662-5E71EFB4DF46}"/>
                </a:ext>
              </a:extLst>
            </p:cNvPr>
            <p:cNvGrpSpPr/>
            <p:nvPr/>
          </p:nvGrpSpPr>
          <p:grpSpPr>
            <a:xfrm>
              <a:off x="4318274" y="2765520"/>
              <a:ext cx="1855461" cy="1211523"/>
              <a:chOff x="4683644" y="2350304"/>
              <a:chExt cx="1855461" cy="1211524"/>
            </a:xfrm>
          </p:grpSpPr>
          <p:pic>
            <p:nvPicPr>
              <p:cNvPr id="40" name="Picture 2" descr="Power Apps - Google Play 應用程式">
                <a:extLst>
                  <a:ext uri="{FF2B5EF4-FFF2-40B4-BE49-F238E27FC236}">
                    <a16:creationId xmlns:a16="http://schemas.microsoft.com/office/drawing/2014/main" id="{70230D74-545B-EC63-1604-CAED73C958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27514" y="2372284"/>
                <a:ext cx="278316" cy="2783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" name="Picture 4" descr="Microsoft SharePoint - Apps on Google Play">
                <a:extLst>
                  <a:ext uri="{FF2B5EF4-FFF2-40B4-BE49-F238E27FC236}">
                    <a16:creationId xmlns:a16="http://schemas.microsoft.com/office/drawing/2014/main" id="{253BB3B5-DF78-23E1-DDC0-CB7F4D2611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12160" y="2350304"/>
                <a:ext cx="278316" cy="2783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ED42C66-BF54-8297-2085-6E247D52B7FD}"/>
                  </a:ext>
                </a:extLst>
              </p:cNvPr>
              <p:cNvSpPr txBox="1"/>
              <p:nvPr/>
            </p:nvSpPr>
            <p:spPr>
              <a:xfrm>
                <a:off x="4834785" y="2605864"/>
                <a:ext cx="784646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>
                    <a:latin typeface="+mj-lt"/>
                  </a:rPr>
                  <a:t>Power Apps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0298C1-204A-CF06-6477-4658AA9B8D7E}"/>
                  </a:ext>
                </a:extLst>
              </p:cNvPr>
              <p:cNvSpPr txBox="1"/>
              <p:nvPr/>
            </p:nvSpPr>
            <p:spPr>
              <a:xfrm>
                <a:off x="5658714" y="2618181"/>
                <a:ext cx="784646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>
                    <a:latin typeface="+mj-lt"/>
                  </a:rPr>
                  <a:t>SharePoint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3B8EC89-5EE1-A457-F9E4-48D5C146DDAA}"/>
                  </a:ext>
                </a:extLst>
              </p:cNvPr>
              <p:cNvSpPr txBox="1"/>
              <p:nvPr/>
            </p:nvSpPr>
            <p:spPr>
              <a:xfrm>
                <a:off x="4683644" y="3366903"/>
                <a:ext cx="1855461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>
                    <a:latin typeface="+mj-lt"/>
                  </a:rPr>
                  <a:t>Upload data to SharePoint via Power Apps.</a:t>
                </a:r>
              </a:p>
            </p:txBody>
          </p:sp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49467E06-1495-88C0-B07C-0433CD01AF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14597" y="2945603"/>
                <a:ext cx="698422" cy="280964"/>
              </a:xfrm>
              <a:prstGeom prst="rect">
                <a:avLst/>
              </a:prstGeom>
            </p:spPr>
          </p:pic>
          <p:sp>
            <p:nvSpPr>
              <p:cNvPr id="46" name="Frame 45">
                <a:extLst>
                  <a:ext uri="{FF2B5EF4-FFF2-40B4-BE49-F238E27FC236}">
                    <a16:creationId xmlns:a16="http://schemas.microsoft.com/office/drawing/2014/main" id="{2E2C84FB-9E68-F45C-4414-2A481D70575C}"/>
                  </a:ext>
                </a:extLst>
              </p:cNvPr>
              <p:cNvSpPr/>
              <p:nvPr/>
            </p:nvSpPr>
            <p:spPr>
              <a:xfrm>
                <a:off x="5605945" y="2934864"/>
                <a:ext cx="707074" cy="312246"/>
              </a:xfrm>
              <a:prstGeom prst="frame">
                <a:avLst>
                  <a:gd name="adj1" fmla="val 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AFCE8CFF-7E29-F4AA-6DCB-4FB5B94F1D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34785" y="2834032"/>
                <a:ext cx="680961" cy="486284"/>
              </a:xfrm>
              <a:prstGeom prst="rect">
                <a:avLst/>
              </a:prstGeom>
            </p:spPr>
          </p:pic>
          <p:sp>
            <p:nvSpPr>
              <p:cNvPr id="48" name="Frame 47">
                <a:extLst>
                  <a:ext uri="{FF2B5EF4-FFF2-40B4-BE49-F238E27FC236}">
                    <a16:creationId xmlns:a16="http://schemas.microsoft.com/office/drawing/2014/main" id="{87D560D6-E745-CBB5-FF44-6D0BAC4775C6}"/>
                  </a:ext>
                </a:extLst>
              </p:cNvPr>
              <p:cNvSpPr/>
              <p:nvPr/>
            </p:nvSpPr>
            <p:spPr>
              <a:xfrm>
                <a:off x="4829415" y="2846316"/>
                <a:ext cx="686468" cy="492361"/>
              </a:xfrm>
              <a:prstGeom prst="frame">
                <a:avLst>
                  <a:gd name="adj1" fmla="val 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ECB9C9F-E7E6-1028-B89D-FFAD8515D428}"/>
                </a:ext>
              </a:extLst>
            </p:cNvPr>
            <p:cNvSpPr txBox="1"/>
            <p:nvPr/>
          </p:nvSpPr>
          <p:spPr>
            <a:xfrm>
              <a:off x="98307" y="3766115"/>
              <a:ext cx="1499244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>
                  <a:latin typeface="+mj-lt"/>
                </a:rPr>
                <a:t>Multiple defect incidents occurred.</a:t>
              </a: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06591374-0753-15A0-5C08-71570B4CF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61354" y="2957027"/>
              <a:ext cx="737317" cy="777180"/>
            </a:xfrm>
            <a:prstGeom prst="rect">
              <a:avLst/>
            </a:prstGeom>
          </p:spPr>
        </p:pic>
        <p:sp>
          <p:nvSpPr>
            <p:cNvPr id="51" name="Arrow: Right 50">
              <a:extLst>
                <a:ext uri="{FF2B5EF4-FFF2-40B4-BE49-F238E27FC236}">
                  <a16:creationId xmlns:a16="http://schemas.microsoft.com/office/drawing/2014/main" id="{AE1D4017-1F42-5BFB-4A06-BCA0066883D3}"/>
                </a:ext>
              </a:extLst>
            </p:cNvPr>
            <p:cNvSpPr/>
            <p:nvPr/>
          </p:nvSpPr>
          <p:spPr>
            <a:xfrm>
              <a:off x="3868893" y="3316169"/>
              <a:ext cx="449381" cy="299258"/>
            </a:xfrm>
            <a:prstGeom prst="rightArrow">
              <a:avLst>
                <a:gd name="adj1" fmla="val 29526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Arrow: Right 51">
              <a:extLst>
                <a:ext uri="{FF2B5EF4-FFF2-40B4-BE49-F238E27FC236}">
                  <a16:creationId xmlns:a16="http://schemas.microsoft.com/office/drawing/2014/main" id="{0485526B-755F-67C8-28F4-473C2DB2E77B}"/>
                </a:ext>
              </a:extLst>
            </p:cNvPr>
            <p:cNvSpPr/>
            <p:nvPr/>
          </p:nvSpPr>
          <p:spPr>
            <a:xfrm>
              <a:off x="6154917" y="3342525"/>
              <a:ext cx="449381" cy="299258"/>
            </a:xfrm>
            <a:prstGeom prst="rightArrow">
              <a:avLst>
                <a:gd name="adj1" fmla="val 29526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Arrow: Right 52">
              <a:extLst>
                <a:ext uri="{FF2B5EF4-FFF2-40B4-BE49-F238E27FC236}">
                  <a16:creationId xmlns:a16="http://schemas.microsoft.com/office/drawing/2014/main" id="{ED583299-6E53-4B0C-6385-73294573F8F8}"/>
                </a:ext>
              </a:extLst>
            </p:cNvPr>
            <p:cNvSpPr/>
            <p:nvPr/>
          </p:nvSpPr>
          <p:spPr>
            <a:xfrm>
              <a:off x="8276073" y="3342525"/>
              <a:ext cx="449381" cy="299258"/>
            </a:xfrm>
            <a:prstGeom prst="rightArrow">
              <a:avLst>
                <a:gd name="adj1" fmla="val 29526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Arrow: Right 53">
              <a:extLst>
                <a:ext uri="{FF2B5EF4-FFF2-40B4-BE49-F238E27FC236}">
                  <a16:creationId xmlns:a16="http://schemas.microsoft.com/office/drawing/2014/main" id="{E5F84BB8-1F59-0655-A637-6972C5A63134}"/>
                </a:ext>
              </a:extLst>
            </p:cNvPr>
            <p:cNvSpPr/>
            <p:nvPr/>
          </p:nvSpPr>
          <p:spPr>
            <a:xfrm rot="18439694">
              <a:off x="8067783" y="4323881"/>
              <a:ext cx="449381" cy="299258"/>
            </a:xfrm>
            <a:prstGeom prst="rightArrow">
              <a:avLst>
                <a:gd name="adj1" fmla="val 29526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92B9063-6CBE-5435-5ACD-48A64ACA2C59}"/>
                </a:ext>
              </a:extLst>
            </p:cNvPr>
            <p:cNvGrpSpPr/>
            <p:nvPr/>
          </p:nvGrpSpPr>
          <p:grpSpPr>
            <a:xfrm>
              <a:off x="6512672" y="4491246"/>
              <a:ext cx="1899558" cy="1114350"/>
              <a:chOff x="6385326" y="4140652"/>
              <a:chExt cx="1899558" cy="1114351"/>
            </a:xfrm>
          </p:grpSpPr>
          <p:pic>
            <p:nvPicPr>
              <p:cNvPr id="56" name="Picture 6" descr="Power Automate - Google Play 上的应用">
                <a:extLst>
                  <a:ext uri="{FF2B5EF4-FFF2-40B4-BE49-F238E27FC236}">
                    <a16:creationId xmlns:a16="http://schemas.microsoft.com/office/drawing/2014/main" id="{7B191708-F823-A402-8022-A4B6E192E6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147688" y="4140652"/>
                <a:ext cx="289211" cy="2892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F6CCA16-BF9F-9F8A-9578-01B08C1C030A}"/>
                  </a:ext>
                </a:extLst>
              </p:cNvPr>
              <p:cNvSpPr txBox="1"/>
              <p:nvPr/>
            </p:nvSpPr>
            <p:spPr>
              <a:xfrm>
                <a:off x="6867992" y="4406661"/>
                <a:ext cx="832597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00">
                    <a:latin typeface="+mj-lt"/>
                  </a:rPr>
                  <a:t>Power Automate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30CB07A7-6DDC-F867-1A40-F40FCDA7EFA1}"/>
                  </a:ext>
                </a:extLst>
              </p:cNvPr>
              <p:cNvGrpSpPr/>
              <p:nvPr/>
            </p:nvGrpSpPr>
            <p:grpSpPr>
              <a:xfrm>
                <a:off x="6924701" y="4645616"/>
                <a:ext cx="817505" cy="414462"/>
                <a:chOff x="2607059" y="4417882"/>
                <a:chExt cx="1553004" cy="856648"/>
              </a:xfrm>
            </p:grpSpPr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E5F2C922-67CD-B63B-D40D-70469829BF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36624" y="4417882"/>
                  <a:ext cx="1523439" cy="856648"/>
                </a:xfrm>
                <a:prstGeom prst="rect">
                  <a:avLst/>
                </a:prstGeom>
              </p:spPr>
            </p:pic>
            <p:sp>
              <p:nvSpPr>
                <p:cNvPr id="61" name="Frame 60">
                  <a:extLst>
                    <a:ext uri="{FF2B5EF4-FFF2-40B4-BE49-F238E27FC236}">
                      <a16:creationId xmlns:a16="http://schemas.microsoft.com/office/drawing/2014/main" id="{29666B8C-F176-CF22-1222-715C766EFE84}"/>
                    </a:ext>
                  </a:extLst>
                </p:cNvPr>
                <p:cNvSpPr/>
                <p:nvPr/>
              </p:nvSpPr>
              <p:spPr>
                <a:xfrm>
                  <a:off x="2607059" y="4417882"/>
                  <a:ext cx="1482503" cy="856648"/>
                </a:xfrm>
                <a:prstGeom prst="frame">
                  <a:avLst>
                    <a:gd name="adj1" fmla="val 0"/>
                  </a:avLst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292A9A4C-6C3F-45D8-89EE-68F702C97BCD}"/>
                  </a:ext>
                </a:extLst>
              </p:cNvPr>
              <p:cNvSpPr txBox="1"/>
              <p:nvPr/>
            </p:nvSpPr>
            <p:spPr>
              <a:xfrm>
                <a:off x="6385326" y="5060078"/>
                <a:ext cx="1899558" cy="1949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rtl="0"/>
                <a:r>
                  <a:rPr lang="en-US" sz="1000">
                    <a:latin typeface="+mj-lt"/>
                  </a:rPr>
                  <a:t>Automate email alerts with Power Automate.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996A0D-C640-EBA4-33F8-CC391EC0D8F1}"/>
                </a:ext>
              </a:extLst>
            </p:cNvPr>
            <p:cNvSpPr txBox="1"/>
            <p:nvPr/>
          </p:nvSpPr>
          <p:spPr>
            <a:xfrm>
              <a:off x="115835" y="2471278"/>
              <a:ext cx="189379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1️⃣ </a:t>
              </a:r>
              <a:r>
                <a:rPr lang="en-US">
                  <a:latin typeface="Aptos Display" panose="020B0004020202020204" pitchFamily="34" charset="0"/>
                </a:rPr>
                <a:t>Daily operation :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1DAE60C-B2F6-0B32-F482-E40834828E94}"/>
                </a:ext>
              </a:extLst>
            </p:cNvPr>
            <p:cNvSpPr txBox="1"/>
            <p:nvPr/>
          </p:nvSpPr>
          <p:spPr>
            <a:xfrm>
              <a:off x="127346" y="4153064"/>
              <a:ext cx="30241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2️⃣ </a:t>
              </a:r>
              <a:r>
                <a:rPr lang="en-US">
                  <a:latin typeface="Aptos Display" panose="020B0004020202020204" pitchFamily="34" charset="0"/>
                </a:rPr>
                <a:t>Engineers double checking 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7872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0DD5A-76F6-D13A-E4A8-E344FDEC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72717-31E1-A448-CC91-F543E4347E5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7590927" cy="490331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Problem - Challenges with Excel-based tracking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F84C8C-5ED4-CB70-5D1C-D8A44E17A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037" y="926453"/>
            <a:ext cx="686468" cy="10158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2357AF-090A-BB17-806F-FF0720FEA4A2}"/>
              </a:ext>
            </a:extLst>
          </p:cNvPr>
          <p:cNvSpPr txBox="1"/>
          <p:nvPr/>
        </p:nvSpPr>
        <p:spPr>
          <a:xfrm>
            <a:off x="878892" y="1942295"/>
            <a:ext cx="2289910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latin typeface="+mj-lt"/>
              </a:rPr>
              <a:t>Record defects on paper red cards by </a:t>
            </a:r>
            <a:r>
              <a:rPr lang="en-US" sz="1000">
                <a:highlight>
                  <a:srgbClr val="FFFF00"/>
                </a:highlight>
                <a:latin typeface="+mj-lt"/>
              </a:rPr>
              <a:t>Operators</a:t>
            </a:r>
            <a:r>
              <a:rPr lang="en-US" sz="1000">
                <a:latin typeface="+mj-lt"/>
              </a:rPr>
              <a:t>.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388358D-5BA2-86CA-034B-5B191AB49B2F}"/>
              </a:ext>
            </a:extLst>
          </p:cNvPr>
          <p:cNvSpPr/>
          <p:nvPr/>
        </p:nvSpPr>
        <p:spPr>
          <a:xfrm>
            <a:off x="2595376" y="1343836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34AFAD-377A-536C-A6F4-102BAE122540}"/>
              </a:ext>
            </a:extLst>
          </p:cNvPr>
          <p:cNvSpPr txBox="1"/>
          <p:nvPr/>
        </p:nvSpPr>
        <p:spPr>
          <a:xfrm>
            <a:off x="3139995" y="1938465"/>
            <a:ext cx="1501361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latin typeface="+mj-lt"/>
              </a:rPr>
              <a:t>Manually enter data into Excel file</a:t>
            </a:r>
          </a:p>
        </p:txBody>
      </p:sp>
      <p:pic>
        <p:nvPicPr>
          <p:cNvPr id="1026" name="Picture 2" descr="Microsoft Excel: Spreadsheets - Google Play 應用程式">
            <a:extLst>
              <a:ext uri="{FF2B5EF4-FFF2-40B4-BE49-F238E27FC236}">
                <a16:creationId xmlns:a16="http://schemas.microsoft.com/office/drawing/2014/main" id="{3ADA3B94-5FC9-2939-9123-DD779FDCC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037" y="870732"/>
            <a:ext cx="1071563" cy="10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18AAF90C-F769-D048-AC97-9C79CDB22BF7}"/>
              </a:ext>
            </a:extLst>
          </p:cNvPr>
          <p:cNvSpPr/>
          <p:nvPr/>
        </p:nvSpPr>
        <p:spPr>
          <a:xfrm>
            <a:off x="4641356" y="1348069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3C8362-D216-61F9-9FAA-35D581393FDE}"/>
              </a:ext>
            </a:extLst>
          </p:cNvPr>
          <p:cNvSpPr txBox="1"/>
          <p:nvPr/>
        </p:nvSpPr>
        <p:spPr>
          <a:xfrm>
            <a:off x="5038261" y="1938464"/>
            <a:ext cx="2073960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latin typeface="+mj-lt"/>
              </a:rPr>
              <a:t>Engineers manually check Excel for updates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DC9287-A4D4-1C36-0161-4B4FAB72BDF6}"/>
              </a:ext>
            </a:extLst>
          </p:cNvPr>
          <p:cNvSpPr txBox="1"/>
          <p:nvPr/>
        </p:nvSpPr>
        <p:spPr>
          <a:xfrm>
            <a:off x="7417173" y="1938464"/>
            <a:ext cx="1619250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latin typeface="+mj-lt"/>
              </a:rPr>
              <a:t>Manual reporting and analysis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52713A3A-ECCB-89A7-6423-E42B419EC7B8}"/>
              </a:ext>
            </a:extLst>
          </p:cNvPr>
          <p:cNvSpPr/>
          <p:nvPr/>
        </p:nvSpPr>
        <p:spPr>
          <a:xfrm>
            <a:off x="6841661" y="1343836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Cartoon Drawing Of An Engineer, Illustrations ft. architect &amp; project -  Envato">
            <a:extLst>
              <a:ext uri="{FF2B5EF4-FFF2-40B4-BE49-F238E27FC236}">
                <a16:creationId xmlns:a16="http://schemas.microsoft.com/office/drawing/2014/main" id="{42B5DBD3-EDF1-5213-5A4F-C978170EA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959" y="963217"/>
            <a:ext cx="1428248" cy="95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0">
            <a:extLst>
              <a:ext uri="{FF2B5EF4-FFF2-40B4-BE49-F238E27FC236}">
                <a16:creationId xmlns:a16="http://schemas.microsoft.com/office/drawing/2014/main" id="{C66567B5-2B48-FAB5-CFA3-8C7F81DB9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7566" y="870732"/>
            <a:ext cx="995068" cy="995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C7477D4A-A06A-E2B4-2161-25C7D4029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413114"/>
              </p:ext>
            </p:extLst>
          </p:nvPr>
        </p:nvGraphicFramePr>
        <p:xfrm>
          <a:off x="1020277" y="2212852"/>
          <a:ext cx="7876788" cy="283448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708375">
                  <a:extLst>
                    <a:ext uri="{9D8B030D-6E8A-4147-A177-3AD203B41FA5}">
                      <a16:colId xmlns:a16="http://schemas.microsoft.com/office/drawing/2014/main" val="1416200516"/>
                    </a:ext>
                  </a:extLst>
                </a:gridCol>
                <a:gridCol w="5168413">
                  <a:extLst>
                    <a:ext uri="{9D8B030D-6E8A-4147-A177-3AD203B41FA5}">
                      <a16:colId xmlns:a16="http://schemas.microsoft.com/office/drawing/2014/main" val="3682030339"/>
                    </a:ext>
                  </a:extLst>
                </a:gridCol>
              </a:tblGrid>
              <a:tr h="364593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 Key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874944"/>
                  </a:ext>
                </a:extLst>
              </a:tr>
              <a:tr h="607073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Data Integrity &amp; Security Issues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r>
                        <a:rPr lang="en-US" sz="800" kern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No audit trail </a:t>
                      </a: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track who made changes and when modifications occurred.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❌File conflicts occur when multiple people edit the same Excel file simultaneously.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❌Accidental deletions happen without any backup or recovery system in place.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1203950"/>
                  </a:ext>
                </a:extLst>
              </a:tr>
              <a:tr h="607073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Manual Process Inefficiencies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❌Time-consuming manual data entry from paper red cards to Excel spreadsheet.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❌Human error occurs during manual data input process leading to inaccuracies.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r>
                        <a:rPr lang="en-US" sz="800" kern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No automated validation system </a:t>
                      </a: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ensure data accuracy and completeness.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1683298"/>
                  </a:ext>
                </a:extLst>
              </a:tr>
              <a:tr h="607073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Communication &amp; Tracking Failures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r>
                        <a:rPr lang="en-US" sz="800" kern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No automated notifications </a:t>
                      </a: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when new defects are added or existing ones updated.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r>
                        <a:rPr lang="en-US" sz="800" kern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Lost follow-up tracking </a:t>
                      </a: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due to no systematic reminder system for engineers.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❌Engineers forget to check and update Excel regularly causing missed updates.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359001"/>
                  </a:ext>
                </a:extLst>
              </a:tr>
              <a:tr h="607073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Reporting &amp; Analysis Limitations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</a:t>
                      </a:r>
                      <a:r>
                        <a:rPr lang="en-US" sz="800" kern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Manual report creation is time-consuming </a:t>
                      </a: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 inefficient for regular analysis.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❌No updated data available for immediate decision making and monitoring.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❌Inconsistent problem descriptions make data analysis unreliable and difficult.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141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545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E7D4D-5BF9-527D-B9E4-9084BE384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08BC0-21DF-6220-4976-44C65FBC153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8435104" cy="467235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Problem – Example (No automated validation system 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140CC4B-FAF7-ABEE-C378-46A505C7A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578" y="1276225"/>
            <a:ext cx="3115110" cy="51442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8FF624D-4820-337A-EB8A-582ADD93F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578" y="2219236"/>
            <a:ext cx="3105583" cy="63826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15CBD10-EA18-D6C3-C1BF-5E9778876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578" y="3111362"/>
            <a:ext cx="3048425" cy="70494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23F0504-BC70-EE84-A137-002612DA8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9578" y="4070172"/>
            <a:ext cx="3124636" cy="37152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6AF3FC5-7CE4-1548-2689-6C43B64DC1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2888" y="1293158"/>
            <a:ext cx="2143424" cy="48584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CADF09E-6B3F-5198-69F9-841FE72F58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8380" y="1948250"/>
            <a:ext cx="2162477" cy="76210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FAE2F7D-8F56-3F1D-5756-2755FD8E0B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2888" y="3258309"/>
            <a:ext cx="2152950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0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F216F-646E-5DAE-8A5E-5C0D0A68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CBEF6E0-C618-3355-003A-FBE9715BBAE7}"/>
              </a:ext>
            </a:extLst>
          </p:cNvPr>
          <p:cNvSpPr/>
          <p:nvPr/>
        </p:nvSpPr>
        <p:spPr>
          <a:xfrm>
            <a:off x="2216150" y="1054100"/>
            <a:ext cx="7848600" cy="7381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9DCBA-5581-AB6C-2B04-011E98DE1D7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7590927" cy="490331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Solution - Microsoft Power Platform Integration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E8F36C-FD72-E9B3-B2E2-EC8261731240}"/>
              </a:ext>
            </a:extLst>
          </p:cNvPr>
          <p:cNvSpPr txBox="1"/>
          <p:nvPr/>
        </p:nvSpPr>
        <p:spPr>
          <a:xfrm>
            <a:off x="2348378" y="1190400"/>
            <a:ext cx="81646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>
                <a:latin typeface="Aptos Display" panose="020B0004020202020204" pitchFamily="34" charset="0"/>
              </a:rPr>
              <a:t>Replace Excel with integrated Microsoft Power Platform for seamless defect tracking.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536D89-011E-C67B-F600-03B20D86EF51}"/>
              </a:ext>
            </a:extLst>
          </p:cNvPr>
          <p:cNvSpPr txBox="1"/>
          <p:nvPr/>
        </p:nvSpPr>
        <p:spPr>
          <a:xfrm>
            <a:off x="150906" y="1965100"/>
            <a:ext cx="18937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Aptos Display" panose="020B0004020202020204" pitchFamily="34" charset="0"/>
              </a:rPr>
              <a:t>Key Components :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A70E5A-29C8-9B29-6DDE-FFB4A36F0116}"/>
              </a:ext>
            </a:extLst>
          </p:cNvPr>
          <p:cNvSpPr/>
          <p:nvPr/>
        </p:nvSpPr>
        <p:spPr>
          <a:xfrm>
            <a:off x="2127622" y="971550"/>
            <a:ext cx="220755" cy="9334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14D8C88-5B95-15DD-4E70-83C829F177ED}"/>
              </a:ext>
            </a:extLst>
          </p:cNvPr>
          <p:cNvSpPr/>
          <p:nvPr/>
        </p:nvSpPr>
        <p:spPr>
          <a:xfrm>
            <a:off x="150906" y="1048839"/>
            <a:ext cx="1844488" cy="7381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Overview</a:t>
            </a:r>
          </a:p>
        </p:txBody>
      </p:sp>
      <p:pic>
        <p:nvPicPr>
          <p:cNvPr id="30" name="Picture 2" descr="Power Apps - Google Play 應用程式">
            <a:extLst>
              <a:ext uri="{FF2B5EF4-FFF2-40B4-BE49-F238E27FC236}">
                <a16:creationId xmlns:a16="http://schemas.microsoft.com/office/drawing/2014/main" id="{60AA7BE2-5C36-BFC7-2B8D-650041FDD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495" y="2976682"/>
            <a:ext cx="1096564" cy="109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4" descr="Microsoft SharePoint - Apps on Google Play">
            <a:extLst>
              <a:ext uri="{FF2B5EF4-FFF2-40B4-BE49-F238E27FC236}">
                <a16:creationId xmlns:a16="http://schemas.microsoft.com/office/drawing/2014/main" id="{DEEB2F32-3DB4-0FEC-BDD9-E45E415D8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147" y="2881361"/>
            <a:ext cx="1096564" cy="109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" descr="Power Automate - Google Play 上的应用">
            <a:extLst>
              <a:ext uri="{FF2B5EF4-FFF2-40B4-BE49-F238E27FC236}">
                <a16:creationId xmlns:a16="http://schemas.microsoft.com/office/drawing/2014/main" id="{CD62B289-07D5-CCB6-97B4-F22EFCEB2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843" y="2976682"/>
            <a:ext cx="1096564" cy="109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2">
            <a:extLst>
              <a:ext uri="{FF2B5EF4-FFF2-40B4-BE49-F238E27FC236}">
                <a16:creationId xmlns:a16="http://schemas.microsoft.com/office/drawing/2014/main" id="{C6E89481-9368-79D2-7234-F801AC95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8475" y="3058980"/>
            <a:ext cx="845234" cy="845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254F37B-B189-E6BD-6095-E64416C546E8}"/>
              </a:ext>
            </a:extLst>
          </p:cNvPr>
          <p:cNvSpPr txBox="1"/>
          <p:nvPr/>
        </p:nvSpPr>
        <p:spPr>
          <a:xfrm>
            <a:off x="3288090" y="4167514"/>
            <a:ext cx="14181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+mj-lt"/>
              </a:rPr>
              <a:t>Power Apps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8F8A6A-45C4-02FA-7BA5-CDFCF3E8CC27}"/>
              </a:ext>
            </a:extLst>
          </p:cNvPr>
          <p:cNvSpPr txBox="1"/>
          <p:nvPr/>
        </p:nvSpPr>
        <p:spPr>
          <a:xfrm>
            <a:off x="1036147" y="4167514"/>
            <a:ext cx="14181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+mj-lt"/>
              </a:rPr>
              <a:t>SharePoint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FE13BB-2EC3-C8F9-7C6E-7CCD6F4564FA}"/>
              </a:ext>
            </a:extLst>
          </p:cNvPr>
          <p:cNvSpPr txBox="1"/>
          <p:nvPr/>
        </p:nvSpPr>
        <p:spPr>
          <a:xfrm>
            <a:off x="5533777" y="4167514"/>
            <a:ext cx="1892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+mj-lt"/>
              </a:rPr>
              <a:t>Power Automate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1A68DE2-25D2-F0AD-FCE1-277B60DA5D30}"/>
              </a:ext>
            </a:extLst>
          </p:cNvPr>
          <p:cNvSpPr txBox="1"/>
          <p:nvPr/>
        </p:nvSpPr>
        <p:spPr>
          <a:xfrm>
            <a:off x="8118475" y="4167514"/>
            <a:ext cx="1892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+mj-lt"/>
              </a:rPr>
              <a:t>Power BI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AA0B68-9086-5AB3-4AA3-222E43B3ECD8}"/>
              </a:ext>
            </a:extLst>
          </p:cNvPr>
          <p:cNvSpPr/>
          <p:nvPr/>
        </p:nvSpPr>
        <p:spPr>
          <a:xfrm>
            <a:off x="9779935" y="971550"/>
            <a:ext cx="339288" cy="9334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5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64033-9A4A-0084-D5E3-09B5204BC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47DF606-56CE-11F9-3853-FB0796C7EA43}"/>
              </a:ext>
            </a:extLst>
          </p:cNvPr>
          <p:cNvSpPr/>
          <p:nvPr/>
        </p:nvSpPr>
        <p:spPr>
          <a:xfrm>
            <a:off x="2216150" y="1048839"/>
            <a:ext cx="7903073" cy="7381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B41FC-B290-EBA5-2611-66B5452EA82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7590927" cy="490331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Key Features - What makes this system special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A88436-BE3E-43F9-41F9-69EA5396542F}"/>
              </a:ext>
            </a:extLst>
          </p:cNvPr>
          <p:cNvSpPr txBox="1"/>
          <p:nvPr/>
        </p:nvSpPr>
        <p:spPr>
          <a:xfrm>
            <a:off x="2348378" y="1190400"/>
            <a:ext cx="81646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>
                <a:latin typeface="Aptos Display" panose="020B0004020202020204" pitchFamily="34" charset="0"/>
              </a:rPr>
              <a:t> Version history tracking provides complete audit trail for all data changes.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17BAF14-05C1-60CA-F2BD-7EE1912E6227}"/>
              </a:ext>
            </a:extLst>
          </p:cNvPr>
          <p:cNvSpPr/>
          <p:nvPr/>
        </p:nvSpPr>
        <p:spPr>
          <a:xfrm>
            <a:off x="150906" y="1048839"/>
            <a:ext cx="1844488" cy="7381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SharePoint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47C876-F419-9731-7FB5-D7162BB18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267" y="2208477"/>
            <a:ext cx="3427942" cy="24524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F8734E-ADF5-1A38-EE9D-F633B048F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707" y="2009948"/>
            <a:ext cx="4004709" cy="3007489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AC767841-C96B-E2B0-A925-DC26E3C487AE}"/>
              </a:ext>
            </a:extLst>
          </p:cNvPr>
          <p:cNvSpPr/>
          <p:nvPr/>
        </p:nvSpPr>
        <p:spPr>
          <a:xfrm>
            <a:off x="1445496" y="4272052"/>
            <a:ext cx="770654" cy="156513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318DC535-F4A6-FD00-B301-645E63522E73}"/>
              </a:ext>
            </a:extLst>
          </p:cNvPr>
          <p:cNvSpPr/>
          <p:nvPr/>
        </p:nvSpPr>
        <p:spPr>
          <a:xfrm>
            <a:off x="5713033" y="2470146"/>
            <a:ext cx="185743" cy="2547291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A1D95A-231C-F25F-E63B-917392137E06}"/>
              </a:ext>
            </a:extLst>
          </p:cNvPr>
          <p:cNvSpPr/>
          <p:nvPr/>
        </p:nvSpPr>
        <p:spPr>
          <a:xfrm>
            <a:off x="2127622" y="971550"/>
            <a:ext cx="220755" cy="9334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41FED2-25E7-FA80-6FA4-D1A2689E2BED}"/>
              </a:ext>
            </a:extLst>
          </p:cNvPr>
          <p:cNvSpPr/>
          <p:nvPr/>
        </p:nvSpPr>
        <p:spPr>
          <a:xfrm>
            <a:off x="9786284" y="971550"/>
            <a:ext cx="380065" cy="9334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7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C5751-4D20-3E9F-5D93-D2293A112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41B0BFF-0318-481E-C085-2D4690382217}"/>
              </a:ext>
            </a:extLst>
          </p:cNvPr>
          <p:cNvSpPr/>
          <p:nvPr/>
        </p:nvSpPr>
        <p:spPr>
          <a:xfrm>
            <a:off x="2216150" y="1054100"/>
            <a:ext cx="7792944" cy="7381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12E6D-5FCB-2E3E-3311-370EB8EB00F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7590927" cy="490331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Key Features - What makes this system special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84EB6F-1D3C-9A37-14A1-6B0E626CF608}"/>
              </a:ext>
            </a:extLst>
          </p:cNvPr>
          <p:cNvSpPr txBox="1"/>
          <p:nvPr/>
        </p:nvSpPr>
        <p:spPr>
          <a:xfrm>
            <a:off x="2348378" y="1190400"/>
            <a:ext cx="81646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>
                <a:latin typeface="Aptos Display" panose="020B0004020202020204" pitchFamily="34" charset="0"/>
              </a:rPr>
              <a:t>User-friendly, guided form ensures accurate and complete defect entry.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E5983C1-5879-5BC1-2E80-F34B4A6EA6AD}"/>
              </a:ext>
            </a:extLst>
          </p:cNvPr>
          <p:cNvSpPr/>
          <p:nvPr/>
        </p:nvSpPr>
        <p:spPr>
          <a:xfrm>
            <a:off x="150906" y="1048839"/>
            <a:ext cx="1844488" cy="7381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Power Apps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7DCDE5-9472-EB36-5E46-4F46CEF4A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09" y="2043953"/>
            <a:ext cx="4052112" cy="30127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8F3C29-310B-BBA1-D22B-294674A18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385" y="2115130"/>
            <a:ext cx="2380494" cy="14847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10586E-8703-099C-2F64-0ADF3FD3E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925" y="4174310"/>
            <a:ext cx="4297488" cy="882383"/>
          </a:xfrm>
          <a:prstGeom prst="rect">
            <a:avLst/>
          </a:prstGeom>
        </p:spPr>
      </p:pic>
      <p:sp>
        <p:nvSpPr>
          <p:cNvPr id="10" name="Frame 9">
            <a:extLst>
              <a:ext uri="{FF2B5EF4-FFF2-40B4-BE49-F238E27FC236}">
                <a16:creationId xmlns:a16="http://schemas.microsoft.com/office/drawing/2014/main" id="{F4BC520D-159E-073C-9EF3-15A3B3745342}"/>
              </a:ext>
            </a:extLst>
          </p:cNvPr>
          <p:cNvSpPr/>
          <p:nvPr/>
        </p:nvSpPr>
        <p:spPr>
          <a:xfrm>
            <a:off x="752668" y="2857500"/>
            <a:ext cx="1279380" cy="307041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F905E71C-7360-1444-F017-8EC23E7401A3}"/>
              </a:ext>
            </a:extLst>
          </p:cNvPr>
          <p:cNvSpPr/>
          <p:nvPr/>
        </p:nvSpPr>
        <p:spPr>
          <a:xfrm>
            <a:off x="3379326" y="2550459"/>
            <a:ext cx="1279380" cy="307041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E52DD2-EC42-6BDB-F539-434750B3EBD7}"/>
              </a:ext>
            </a:extLst>
          </p:cNvPr>
          <p:cNvSpPr txBox="1"/>
          <p:nvPr/>
        </p:nvSpPr>
        <p:spPr>
          <a:xfrm>
            <a:off x="4981575" y="1806345"/>
            <a:ext cx="12358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Aptos Display" panose="020B0004020202020204" pitchFamily="34" charset="0"/>
              </a:rPr>
              <a:t>On Change: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35747F-3EF1-36D0-C87C-684B196E7E36}"/>
              </a:ext>
            </a:extLst>
          </p:cNvPr>
          <p:cNvSpPr txBox="1"/>
          <p:nvPr/>
        </p:nvSpPr>
        <p:spPr>
          <a:xfrm>
            <a:off x="4981575" y="3671740"/>
            <a:ext cx="23069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>
                <a:latin typeface="Aptos Display" panose="020B0004020202020204" pitchFamily="34" charset="0"/>
              </a:rPr>
              <a:t>DefaultSelectedItems</a:t>
            </a:r>
            <a:r>
              <a:rPr lang="en-US">
                <a:latin typeface="Aptos Display" panose="020B0004020202020204" pitchFamily="34" charset="0"/>
              </a:rPr>
              <a:t>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AD9CA1-D69A-B703-5866-BB22634E23C4}"/>
              </a:ext>
            </a:extLst>
          </p:cNvPr>
          <p:cNvSpPr/>
          <p:nvPr/>
        </p:nvSpPr>
        <p:spPr>
          <a:xfrm>
            <a:off x="2127622" y="971550"/>
            <a:ext cx="220755" cy="9334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5605CD-96C1-1316-D3EF-48F1275F4FB6}"/>
              </a:ext>
            </a:extLst>
          </p:cNvPr>
          <p:cNvSpPr/>
          <p:nvPr/>
        </p:nvSpPr>
        <p:spPr>
          <a:xfrm>
            <a:off x="9536095" y="1928554"/>
            <a:ext cx="380065" cy="9334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03C6FD-C659-F0B0-2D46-8C028B05E84D}"/>
              </a:ext>
            </a:extLst>
          </p:cNvPr>
          <p:cNvSpPr/>
          <p:nvPr/>
        </p:nvSpPr>
        <p:spPr>
          <a:xfrm>
            <a:off x="9779934" y="971550"/>
            <a:ext cx="380065" cy="9334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61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4F35-970E-4625-52E2-ABFFB9A32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679DC07-E34E-E2E0-9139-254319C62555}"/>
              </a:ext>
            </a:extLst>
          </p:cNvPr>
          <p:cNvSpPr/>
          <p:nvPr/>
        </p:nvSpPr>
        <p:spPr>
          <a:xfrm>
            <a:off x="2216150" y="1054100"/>
            <a:ext cx="7792944" cy="7381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FCF81-70C8-CDE8-BFE0-BE3AD7506DD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7590927" cy="490331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Key Features - What makes this system special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E05C51-BE13-CABD-F62B-CCD010866956}"/>
              </a:ext>
            </a:extLst>
          </p:cNvPr>
          <p:cNvSpPr txBox="1"/>
          <p:nvPr/>
        </p:nvSpPr>
        <p:spPr>
          <a:xfrm>
            <a:off x="2348378" y="1190400"/>
            <a:ext cx="81646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>
                <a:latin typeface="Aptos Display" panose="020B0004020202020204" pitchFamily="34" charset="0"/>
              </a:rPr>
              <a:t>Automated workflows keep everyone informed and accountable.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1014AF-0658-54CE-AC57-F23BD95CDD1F}"/>
              </a:ext>
            </a:extLst>
          </p:cNvPr>
          <p:cNvSpPr txBox="1"/>
          <p:nvPr/>
        </p:nvSpPr>
        <p:spPr>
          <a:xfrm>
            <a:off x="150906" y="1965100"/>
            <a:ext cx="18937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Aptos Display" panose="020B0004020202020204" pitchFamily="34" charset="0"/>
              </a:rPr>
              <a:t>Key Components : 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6B97C6E-4B3E-376C-6E8F-1D585E950D94}"/>
              </a:ext>
            </a:extLst>
          </p:cNvPr>
          <p:cNvSpPr/>
          <p:nvPr/>
        </p:nvSpPr>
        <p:spPr>
          <a:xfrm>
            <a:off x="150906" y="1048839"/>
            <a:ext cx="1969994" cy="7381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Power Automate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9DFCD9-CE74-D5DB-A191-326C501B3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325" y="2809217"/>
            <a:ext cx="1675034" cy="19124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1C8D65-D7B4-214F-A29B-84D3006D1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774" y="3251534"/>
            <a:ext cx="2342776" cy="1027809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EF174BC7-E7F5-175B-C15D-9581A28D095D}"/>
              </a:ext>
            </a:extLst>
          </p:cNvPr>
          <p:cNvSpPr/>
          <p:nvPr/>
        </p:nvSpPr>
        <p:spPr>
          <a:xfrm>
            <a:off x="6750037" y="3615809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2030CA-706C-BDDB-3B48-77F86B792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70" y="2378456"/>
            <a:ext cx="1202066" cy="26524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9D1246-4183-81E1-9B48-6F61418EC5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5336" y="2678450"/>
            <a:ext cx="1611245" cy="1982450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D5B8201D-3C9A-5AE6-5D6E-83C3AD6EB36F}"/>
              </a:ext>
            </a:extLst>
          </p:cNvPr>
          <p:cNvSpPr/>
          <p:nvPr/>
        </p:nvSpPr>
        <p:spPr>
          <a:xfrm>
            <a:off x="1802240" y="3615808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5ACA580-A892-70FD-B75C-1B6FE40BF11A}"/>
              </a:ext>
            </a:extLst>
          </p:cNvPr>
          <p:cNvSpPr/>
          <p:nvPr/>
        </p:nvSpPr>
        <p:spPr>
          <a:xfrm>
            <a:off x="4081576" y="3615808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07EF2095-CC0A-8FD3-B033-D45FC08E4F89}"/>
              </a:ext>
            </a:extLst>
          </p:cNvPr>
          <p:cNvSpPr/>
          <p:nvPr/>
        </p:nvSpPr>
        <p:spPr>
          <a:xfrm>
            <a:off x="699247" y="2478998"/>
            <a:ext cx="828617" cy="2551904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A882D008-5A37-9D9F-59D4-CD100B12BD44}"/>
              </a:ext>
            </a:extLst>
          </p:cNvPr>
          <p:cNvSpPr/>
          <p:nvPr/>
        </p:nvSpPr>
        <p:spPr>
          <a:xfrm>
            <a:off x="2594215" y="2639114"/>
            <a:ext cx="1093646" cy="2082544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ame 17">
            <a:extLst>
              <a:ext uri="{FF2B5EF4-FFF2-40B4-BE49-F238E27FC236}">
                <a16:creationId xmlns:a16="http://schemas.microsoft.com/office/drawing/2014/main" id="{347344D7-7B6A-A557-E5A5-9A27E259B17C}"/>
              </a:ext>
            </a:extLst>
          </p:cNvPr>
          <p:cNvSpPr/>
          <p:nvPr/>
        </p:nvSpPr>
        <p:spPr>
          <a:xfrm>
            <a:off x="4924225" y="2782695"/>
            <a:ext cx="1675034" cy="1912441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ame 18">
            <a:extLst>
              <a:ext uri="{FF2B5EF4-FFF2-40B4-BE49-F238E27FC236}">
                <a16:creationId xmlns:a16="http://schemas.microsoft.com/office/drawing/2014/main" id="{844D3DFA-E476-4E36-07E2-DACA74D078E0}"/>
              </a:ext>
            </a:extLst>
          </p:cNvPr>
          <p:cNvSpPr/>
          <p:nvPr/>
        </p:nvSpPr>
        <p:spPr>
          <a:xfrm>
            <a:off x="7509874" y="3184015"/>
            <a:ext cx="2351676" cy="1133985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392A68-7BBA-3840-8E4A-ABABCB24BFDC}"/>
              </a:ext>
            </a:extLst>
          </p:cNvPr>
          <p:cNvSpPr/>
          <p:nvPr/>
        </p:nvSpPr>
        <p:spPr>
          <a:xfrm>
            <a:off x="2169770" y="951191"/>
            <a:ext cx="220755" cy="9334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5F41AD-518A-1DA4-BE75-6B59684519D8}"/>
              </a:ext>
            </a:extLst>
          </p:cNvPr>
          <p:cNvSpPr/>
          <p:nvPr/>
        </p:nvSpPr>
        <p:spPr>
          <a:xfrm>
            <a:off x="9779934" y="971550"/>
            <a:ext cx="380065" cy="9334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05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0E7F7-E579-3185-2125-B31287F28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A44D544-D100-D3C4-7717-D4A8EC9D026A}"/>
              </a:ext>
            </a:extLst>
          </p:cNvPr>
          <p:cNvSpPr/>
          <p:nvPr/>
        </p:nvSpPr>
        <p:spPr>
          <a:xfrm>
            <a:off x="2216150" y="1054100"/>
            <a:ext cx="7792944" cy="7381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610FC-3845-FA57-8A63-6E3E66C7B72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7590927" cy="490331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Key Features - What makes this system special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6DC46-7F45-ABAF-5F4C-8CE88529E207}"/>
              </a:ext>
            </a:extLst>
          </p:cNvPr>
          <p:cNvSpPr txBox="1"/>
          <p:nvPr/>
        </p:nvSpPr>
        <p:spPr>
          <a:xfrm>
            <a:off x="2348378" y="1190400"/>
            <a:ext cx="81646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>
                <a:latin typeface="Aptos Display" panose="020B0004020202020204" pitchFamily="34" charset="0"/>
              </a:rPr>
              <a:t>Real-time dashboards provide actionable insights for all stakeholders.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AE84F8F-A009-30E4-92DB-5AF640C6F689}"/>
              </a:ext>
            </a:extLst>
          </p:cNvPr>
          <p:cNvSpPr/>
          <p:nvPr/>
        </p:nvSpPr>
        <p:spPr>
          <a:xfrm>
            <a:off x="150906" y="1048839"/>
            <a:ext cx="1844488" cy="73815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Power BI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00683F-C364-429A-26DF-A499AAABF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59" y="2197248"/>
            <a:ext cx="4641951" cy="27501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B8BB88-C588-B6AC-161E-563111F6C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164" y="2197247"/>
            <a:ext cx="4655777" cy="2750137"/>
          </a:xfrm>
          <a:prstGeom prst="rect">
            <a:avLst/>
          </a:prstGeom>
        </p:spPr>
      </p:pic>
      <p:sp>
        <p:nvSpPr>
          <p:cNvPr id="7" name="Frame 6">
            <a:extLst>
              <a:ext uri="{FF2B5EF4-FFF2-40B4-BE49-F238E27FC236}">
                <a16:creationId xmlns:a16="http://schemas.microsoft.com/office/drawing/2014/main" id="{0A55D625-6BC5-65CC-FC92-4CDB4B93819F}"/>
              </a:ext>
            </a:extLst>
          </p:cNvPr>
          <p:cNvSpPr/>
          <p:nvPr/>
        </p:nvSpPr>
        <p:spPr>
          <a:xfrm>
            <a:off x="6897273" y="2074337"/>
            <a:ext cx="3044585" cy="408887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04D379-910E-A199-F692-31D8BD2A3468}"/>
              </a:ext>
            </a:extLst>
          </p:cNvPr>
          <p:cNvSpPr/>
          <p:nvPr/>
        </p:nvSpPr>
        <p:spPr>
          <a:xfrm>
            <a:off x="2127622" y="971550"/>
            <a:ext cx="220755" cy="9334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7C3135-C3A9-5CBB-EA88-80134C196AE8}"/>
              </a:ext>
            </a:extLst>
          </p:cNvPr>
          <p:cNvSpPr/>
          <p:nvPr/>
        </p:nvSpPr>
        <p:spPr>
          <a:xfrm>
            <a:off x="9779934" y="971550"/>
            <a:ext cx="380065" cy="9334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93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1F31-E294-AF05-982C-A841EA4F9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70D11-8EE5-979D-A47C-27A5859F4B2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91709" y="407295"/>
            <a:ext cx="2079624" cy="36577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800">
                <a:latin typeface="Aptos" panose="020B0004020202020204" pitchFamily="34" charset="0"/>
              </a:rPr>
              <a:t>Demo</a:t>
            </a:r>
          </a:p>
        </p:txBody>
      </p:sp>
      <p:grpSp>
        <p:nvGrpSpPr>
          <p:cNvPr id="1156" name="Group 1155">
            <a:extLst>
              <a:ext uri="{FF2B5EF4-FFF2-40B4-BE49-F238E27FC236}">
                <a16:creationId xmlns:a16="http://schemas.microsoft.com/office/drawing/2014/main" id="{EAA4F9F9-CFF0-1059-9A30-52555F55FA45}"/>
              </a:ext>
            </a:extLst>
          </p:cNvPr>
          <p:cNvGrpSpPr/>
          <p:nvPr/>
        </p:nvGrpSpPr>
        <p:grpSpPr>
          <a:xfrm>
            <a:off x="6641260" y="1667114"/>
            <a:ext cx="1899558" cy="1190386"/>
            <a:chOff x="6383807" y="2436063"/>
            <a:chExt cx="1899558" cy="1190386"/>
          </a:xfrm>
        </p:grpSpPr>
        <p:pic>
          <p:nvPicPr>
            <p:cNvPr id="1030" name="Picture 6" descr="Power Automate - Google Play 上的应用">
              <a:extLst>
                <a:ext uri="{FF2B5EF4-FFF2-40B4-BE49-F238E27FC236}">
                  <a16:creationId xmlns:a16="http://schemas.microsoft.com/office/drawing/2014/main" id="{4171111A-B78E-363D-DAC4-AAFADE6DF5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37306" y="2436063"/>
              <a:ext cx="289211" cy="289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A59E4BD-BDA6-9CF2-2F15-191504244FB8}"/>
                </a:ext>
              </a:extLst>
            </p:cNvPr>
            <p:cNvSpPr txBox="1"/>
            <p:nvPr/>
          </p:nvSpPr>
          <p:spPr>
            <a:xfrm>
              <a:off x="6884444" y="2699516"/>
              <a:ext cx="832597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>
                  <a:latin typeface="+mj-lt"/>
                </a:rPr>
                <a:t>Power Automate</a:t>
              </a:r>
            </a:p>
          </p:txBody>
        </p:sp>
        <p:grpSp>
          <p:nvGrpSpPr>
            <p:cNvPr id="1115" name="Group 1114">
              <a:extLst>
                <a:ext uri="{FF2B5EF4-FFF2-40B4-BE49-F238E27FC236}">
                  <a16:creationId xmlns:a16="http://schemas.microsoft.com/office/drawing/2014/main" id="{842CC810-23E2-10E9-7E4B-A7638834ECC5}"/>
                </a:ext>
              </a:extLst>
            </p:cNvPr>
            <p:cNvGrpSpPr/>
            <p:nvPr/>
          </p:nvGrpSpPr>
          <p:grpSpPr>
            <a:xfrm>
              <a:off x="6834545" y="2981931"/>
              <a:ext cx="897473" cy="449593"/>
              <a:chOff x="2438675" y="4345270"/>
              <a:chExt cx="1704918" cy="929260"/>
            </a:xfrm>
          </p:grpSpPr>
          <p:pic>
            <p:nvPicPr>
              <p:cNvPr id="87" name="Picture 86">
                <a:extLst>
                  <a:ext uri="{FF2B5EF4-FFF2-40B4-BE49-F238E27FC236}">
                    <a16:creationId xmlns:a16="http://schemas.microsoft.com/office/drawing/2014/main" id="{3192A2BC-EDE1-616E-3C92-A252047F98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8237" y="4345270"/>
                <a:ext cx="1652570" cy="929260"/>
              </a:xfrm>
              <a:prstGeom prst="rect">
                <a:avLst/>
              </a:prstGeom>
            </p:spPr>
          </p:pic>
          <p:sp>
            <p:nvSpPr>
              <p:cNvPr id="88" name="Frame 87">
                <a:extLst>
                  <a:ext uri="{FF2B5EF4-FFF2-40B4-BE49-F238E27FC236}">
                    <a16:creationId xmlns:a16="http://schemas.microsoft.com/office/drawing/2014/main" id="{4353F10F-A2C8-3FA8-AEC7-3235B27C8DC4}"/>
                  </a:ext>
                </a:extLst>
              </p:cNvPr>
              <p:cNvSpPr/>
              <p:nvPr/>
            </p:nvSpPr>
            <p:spPr>
              <a:xfrm>
                <a:off x="2438675" y="4345270"/>
                <a:ext cx="1704918" cy="929260"/>
              </a:xfrm>
              <a:prstGeom prst="frame">
                <a:avLst>
                  <a:gd name="adj1" fmla="val 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0254306-F9CB-F117-2EAE-9C64C6EA4B7B}"/>
                </a:ext>
              </a:extLst>
            </p:cNvPr>
            <p:cNvSpPr txBox="1"/>
            <p:nvPr/>
          </p:nvSpPr>
          <p:spPr>
            <a:xfrm>
              <a:off x="6383807" y="3431524"/>
              <a:ext cx="1899558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/>
              <a:r>
                <a:rPr lang="en-US" sz="1000">
                  <a:latin typeface="+mj-lt"/>
                </a:rPr>
                <a:t>Automate email alerts with Power Automate.</a:t>
              </a:r>
            </a:p>
          </p:txBody>
        </p:sp>
      </p:grpSp>
      <p:sp>
        <p:nvSpPr>
          <p:cNvPr id="89" name="Arrow: Right 88">
            <a:extLst>
              <a:ext uri="{FF2B5EF4-FFF2-40B4-BE49-F238E27FC236}">
                <a16:creationId xmlns:a16="http://schemas.microsoft.com/office/drawing/2014/main" id="{013AF371-FD55-8543-6ECB-DBD439FE7AFF}"/>
              </a:ext>
            </a:extLst>
          </p:cNvPr>
          <p:cNvSpPr/>
          <p:nvPr/>
        </p:nvSpPr>
        <p:spPr>
          <a:xfrm rot="5400000">
            <a:off x="5100515" y="3008278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Arrow: Right 1054">
            <a:extLst>
              <a:ext uri="{FF2B5EF4-FFF2-40B4-BE49-F238E27FC236}">
                <a16:creationId xmlns:a16="http://schemas.microsoft.com/office/drawing/2014/main" id="{A9A9DCC1-EB4D-6A36-2698-78B3312A6C08}"/>
              </a:ext>
            </a:extLst>
          </p:cNvPr>
          <p:cNvSpPr/>
          <p:nvPr/>
        </p:nvSpPr>
        <p:spPr>
          <a:xfrm>
            <a:off x="6279056" y="3923508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8" name="Group 1087">
            <a:extLst>
              <a:ext uri="{FF2B5EF4-FFF2-40B4-BE49-F238E27FC236}">
                <a16:creationId xmlns:a16="http://schemas.microsoft.com/office/drawing/2014/main" id="{50DAF91C-8B6A-3051-F83C-FB87804F100F}"/>
              </a:ext>
            </a:extLst>
          </p:cNvPr>
          <p:cNvGrpSpPr/>
          <p:nvPr/>
        </p:nvGrpSpPr>
        <p:grpSpPr>
          <a:xfrm>
            <a:off x="4869374" y="3891971"/>
            <a:ext cx="756454" cy="414462"/>
            <a:chOff x="5235107" y="2767734"/>
            <a:chExt cx="1086421" cy="626296"/>
          </a:xfrm>
        </p:grpSpPr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555659D3-6A82-F302-BBD9-D29BD5F2D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46852" y="2781822"/>
              <a:ext cx="1074676" cy="612207"/>
            </a:xfrm>
            <a:prstGeom prst="rect">
              <a:avLst/>
            </a:prstGeom>
            <a:ln>
              <a:noFill/>
            </a:ln>
          </p:spPr>
        </p:pic>
        <p:sp>
          <p:nvSpPr>
            <p:cNvPr id="91" name="Frame 90">
              <a:extLst>
                <a:ext uri="{FF2B5EF4-FFF2-40B4-BE49-F238E27FC236}">
                  <a16:creationId xmlns:a16="http://schemas.microsoft.com/office/drawing/2014/main" id="{3BF06F08-EBBC-F0AC-F0BA-BABC6EE0EE55}"/>
                </a:ext>
              </a:extLst>
            </p:cNvPr>
            <p:cNvSpPr/>
            <p:nvPr/>
          </p:nvSpPr>
          <p:spPr>
            <a:xfrm>
              <a:off x="5235107" y="2767734"/>
              <a:ext cx="1074676" cy="626296"/>
            </a:xfrm>
            <a:prstGeom prst="frame">
              <a:avLst>
                <a:gd name="adj1" fmla="val 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87" name="Group 1086">
            <a:extLst>
              <a:ext uri="{FF2B5EF4-FFF2-40B4-BE49-F238E27FC236}">
                <a16:creationId xmlns:a16="http://schemas.microsoft.com/office/drawing/2014/main" id="{4FEAB706-C872-2AEC-D891-D46D5F82FAAA}"/>
              </a:ext>
            </a:extLst>
          </p:cNvPr>
          <p:cNvGrpSpPr/>
          <p:nvPr/>
        </p:nvGrpSpPr>
        <p:grpSpPr>
          <a:xfrm>
            <a:off x="4619164" y="3382598"/>
            <a:ext cx="1608575" cy="466025"/>
            <a:chOff x="4989089" y="2508658"/>
            <a:chExt cx="1608575" cy="466025"/>
          </a:xfrm>
        </p:grpSpPr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612C456-DDD2-1B80-0324-1C1147D00397}"/>
                </a:ext>
              </a:extLst>
            </p:cNvPr>
            <p:cNvSpPr txBox="1"/>
            <p:nvPr/>
          </p:nvSpPr>
          <p:spPr>
            <a:xfrm>
              <a:off x="4989089" y="2767441"/>
              <a:ext cx="784646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>
                  <a:latin typeface="+mj-lt"/>
                </a:rPr>
                <a:t>Power Apps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9EA3F5A-C216-6E29-C25F-16D8607AD426}"/>
                </a:ext>
              </a:extLst>
            </p:cNvPr>
            <p:cNvSpPr txBox="1"/>
            <p:nvPr/>
          </p:nvSpPr>
          <p:spPr>
            <a:xfrm>
              <a:off x="5813018" y="2779758"/>
              <a:ext cx="784646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>
                  <a:latin typeface="+mj-lt"/>
                </a:rPr>
                <a:t>SharePoint</a:t>
              </a:r>
            </a:p>
          </p:txBody>
        </p:sp>
        <p:pic>
          <p:nvPicPr>
            <p:cNvPr id="94" name="Picture 2" descr="Power Apps - Google Play 應用程式">
              <a:extLst>
                <a:ext uri="{FF2B5EF4-FFF2-40B4-BE49-F238E27FC236}">
                  <a16:creationId xmlns:a16="http://schemas.microsoft.com/office/drawing/2014/main" id="{F77C1F38-4D34-D6DF-B640-403B9CA9EE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1818" y="2508658"/>
              <a:ext cx="278316" cy="2783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" name="Picture 4" descr="Microsoft SharePoint - Apps on Google Play">
              <a:extLst>
                <a:ext uri="{FF2B5EF4-FFF2-40B4-BE49-F238E27FC236}">
                  <a16:creationId xmlns:a16="http://schemas.microsoft.com/office/drawing/2014/main" id="{EE52439B-7ECC-40C2-43E2-2BA7A7E540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66464" y="2517979"/>
              <a:ext cx="278316" cy="2783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56" name="TextBox 1055">
            <a:extLst>
              <a:ext uri="{FF2B5EF4-FFF2-40B4-BE49-F238E27FC236}">
                <a16:creationId xmlns:a16="http://schemas.microsoft.com/office/drawing/2014/main" id="{0309CDA1-E4F6-38E4-63A7-C366D785F1F7}"/>
              </a:ext>
            </a:extLst>
          </p:cNvPr>
          <p:cNvSpPr txBox="1"/>
          <p:nvPr/>
        </p:nvSpPr>
        <p:spPr>
          <a:xfrm>
            <a:off x="4287697" y="4305897"/>
            <a:ext cx="1623347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00">
                <a:latin typeface="+mj-lt"/>
              </a:rPr>
              <a:t>Update forms by </a:t>
            </a:r>
            <a:r>
              <a:rPr lang="en-US" sz="1000">
                <a:highlight>
                  <a:srgbClr val="FFFF00"/>
                </a:highlight>
                <a:latin typeface="+mj-lt"/>
              </a:rPr>
              <a:t>Engineers</a:t>
            </a:r>
            <a:r>
              <a:rPr lang="en-US" sz="1000">
                <a:latin typeface="+mj-lt"/>
              </a:rPr>
              <a:t>.</a:t>
            </a:r>
          </a:p>
        </p:txBody>
      </p:sp>
      <p:sp>
        <p:nvSpPr>
          <p:cNvPr id="96" name="Arrow: Right 95">
            <a:extLst>
              <a:ext uri="{FF2B5EF4-FFF2-40B4-BE49-F238E27FC236}">
                <a16:creationId xmlns:a16="http://schemas.microsoft.com/office/drawing/2014/main" id="{42358ED7-7E62-E49A-6481-61D189CCB77B}"/>
              </a:ext>
            </a:extLst>
          </p:cNvPr>
          <p:cNvSpPr/>
          <p:nvPr/>
        </p:nvSpPr>
        <p:spPr>
          <a:xfrm>
            <a:off x="1622485" y="2212273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130FA873-77E7-F1C5-792D-3EA853889C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0412" y="1690541"/>
            <a:ext cx="642020" cy="950067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835E272C-764D-CC59-31D2-01301CB4985A}"/>
              </a:ext>
            </a:extLst>
          </p:cNvPr>
          <p:cNvSpPr txBox="1"/>
          <p:nvPr/>
        </p:nvSpPr>
        <p:spPr>
          <a:xfrm>
            <a:off x="2081155" y="2650416"/>
            <a:ext cx="2289910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latin typeface="+mj-lt"/>
              </a:rPr>
              <a:t>Record defects on paper red cards by </a:t>
            </a:r>
            <a:r>
              <a:rPr lang="en-US" sz="1000">
                <a:highlight>
                  <a:srgbClr val="FFFF00"/>
                </a:highlight>
                <a:latin typeface="+mj-lt"/>
              </a:rPr>
              <a:t>Operators</a:t>
            </a:r>
            <a:r>
              <a:rPr lang="en-US" sz="1000">
                <a:latin typeface="+mj-lt"/>
              </a:rPr>
              <a:t>.</a:t>
            </a:r>
          </a:p>
        </p:txBody>
      </p:sp>
      <p:grpSp>
        <p:nvGrpSpPr>
          <p:cNvPr id="1157" name="Group 1156">
            <a:extLst>
              <a:ext uri="{FF2B5EF4-FFF2-40B4-BE49-F238E27FC236}">
                <a16:creationId xmlns:a16="http://schemas.microsoft.com/office/drawing/2014/main" id="{D9095C4F-B0CE-8F8B-FA36-826774F89EF9}"/>
              </a:ext>
            </a:extLst>
          </p:cNvPr>
          <p:cNvGrpSpPr/>
          <p:nvPr/>
        </p:nvGrpSpPr>
        <p:grpSpPr>
          <a:xfrm>
            <a:off x="8659126" y="1680645"/>
            <a:ext cx="1630981" cy="1175905"/>
            <a:chOff x="8464856" y="2446680"/>
            <a:chExt cx="1630981" cy="1175905"/>
          </a:xfrm>
        </p:grpSpPr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C506A39A-F661-A8EF-1082-612E8BE903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15989" y="2446680"/>
              <a:ext cx="198677" cy="1986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0F9157C-E132-D017-7B16-3356E9D91D8F}"/>
                </a:ext>
              </a:extLst>
            </p:cNvPr>
            <p:cNvSpPr txBox="1"/>
            <p:nvPr/>
          </p:nvSpPr>
          <p:spPr>
            <a:xfrm>
              <a:off x="8750839" y="2656096"/>
              <a:ext cx="965198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>
                  <a:latin typeface="+mj-lt"/>
                </a:rPr>
                <a:t>Power BI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E1B3485-4EBD-8A4F-4C5E-74D53B9280E5}"/>
                </a:ext>
              </a:extLst>
            </p:cNvPr>
            <p:cNvSpPr txBox="1"/>
            <p:nvPr/>
          </p:nvSpPr>
          <p:spPr>
            <a:xfrm>
              <a:off x="8464856" y="3427660"/>
              <a:ext cx="1630981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/>
              <a:r>
                <a:rPr lang="en-US" sz="1000">
                  <a:latin typeface="+mj-lt"/>
                </a:rPr>
                <a:t>Visualize defect trends in Power BI.</a:t>
              </a:r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7C62458A-E233-0B80-5A2E-42018BEA5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840076" y="2961521"/>
              <a:ext cx="832466" cy="457844"/>
            </a:xfrm>
            <a:prstGeom prst="rect">
              <a:avLst/>
            </a:prstGeom>
          </p:spPr>
        </p:pic>
        <p:sp>
          <p:nvSpPr>
            <p:cNvPr id="102" name="Frame 101">
              <a:extLst>
                <a:ext uri="{FF2B5EF4-FFF2-40B4-BE49-F238E27FC236}">
                  <a16:creationId xmlns:a16="http://schemas.microsoft.com/office/drawing/2014/main" id="{0B580D1B-A9E9-8310-0008-3E1ECFD1ECF2}"/>
                </a:ext>
              </a:extLst>
            </p:cNvPr>
            <p:cNvSpPr/>
            <p:nvPr/>
          </p:nvSpPr>
          <p:spPr>
            <a:xfrm>
              <a:off x="8830744" y="2954539"/>
              <a:ext cx="841798" cy="470430"/>
            </a:xfrm>
            <a:prstGeom prst="frame">
              <a:avLst>
                <a:gd name="adj1" fmla="val 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155" name="Group 1154">
            <a:extLst>
              <a:ext uri="{FF2B5EF4-FFF2-40B4-BE49-F238E27FC236}">
                <a16:creationId xmlns:a16="http://schemas.microsoft.com/office/drawing/2014/main" id="{E639CE3E-B741-4EFC-3558-A376698488AA}"/>
              </a:ext>
            </a:extLst>
          </p:cNvPr>
          <p:cNvGrpSpPr/>
          <p:nvPr/>
        </p:nvGrpSpPr>
        <p:grpSpPr>
          <a:xfrm>
            <a:off x="4448382" y="1645976"/>
            <a:ext cx="1855461" cy="1211524"/>
            <a:chOff x="4683644" y="2350304"/>
            <a:chExt cx="1855461" cy="1211524"/>
          </a:xfrm>
        </p:grpSpPr>
        <p:pic>
          <p:nvPicPr>
            <p:cNvPr id="1026" name="Picture 2" descr="Power Apps - Google Play 應用程式">
              <a:extLst>
                <a:ext uri="{FF2B5EF4-FFF2-40B4-BE49-F238E27FC236}">
                  <a16:creationId xmlns:a16="http://schemas.microsoft.com/office/drawing/2014/main" id="{4ACDDCC7-CFAB-864E-1E33-74E6ED98CF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7514" y="2372284"/>
              <a:ext cx="278316" cy="2783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Microsoft SharePoint - Apps on Google Play">
              <a:extLst>
                <a:ext uri="{FF2B5EF4-FFF2-40B4-BE49-F238E27FC236}">
                  <a16:creationId xmlns:a16="http://schemas.microsoft.com/office/drawing/2014/main" id="{A451331E-3966-2711-61EA-14F1E0CD27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2160" y="2350304"/>
              <a:ext cx="278316" cy="27831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BB2073C-3619-9AEA-F13B-F4006DB74FCB}"/>
                </a:ext>
              </a:extLst>
            </p:cNvPr>
            <p:cNvSpPr txBox="1"/>
            <p:nvPr/>
          </p:nvSpPr>
          <p:spPr>
            <a:xfrm>
              <a:off x="4834785" y="2605864"/>
              <a:ext cx="784646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>
                  <a:latin typeface="+mj-lt"/>
                </a:rPr>
                <a:t>Power Apps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AE2CD79-B8D1-B84F-03B7-C4E34E5881B3}"/>
                </a:ext>
              </a:extLst>
            </p:cNvPr>
            <p:cNvSpPr txBox="1"/>
            <p:nvPr/>
          </p:nvSpPr>
          <p:spPr>
            <a:xfrm>
              <a:off x="5658714" y="2618181"/>
              <a:ext cx="784646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>
                  <a:latin typeface="+mj-lt"/>
                </a:rPr>
                <a:t>SharePoint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DA63D23-7372-BE06-B17F-E1A3277022B7}"/>
                </a:ext>
              </a:extLst>
            </p:cNvPr>
            <p:cNvSpPr txBox="1"/>
            <p:nvPr/>
          </p:nvSpPr>
          <p:spPr>
            <a:xfrm>
              <a:off x="4683644" y="3366903"/>
              <a:ext cx="1855461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>
                  <a:latin typeface="+mj-lt"/>
                </a:rPr>
                <a:t>Upload data to SharePoint via Power Apps.</a:t>
              </a:r>
            </a:p>
          </p:txBody>
        </p:sp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5BD8451F-608C-7DDF-36A0-ACB544F7A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614597" y="2945603"/>
              <a:ext cx="698422" cy="280964"/>
            </a:xfrm>
            <a:prstGeom prst="rect">
              <a:avLst/>
            </a:prstGeom>
          </p:spPr>
        </p:pic>
        <p:sp>
          <p:nvSpPr>
            <p:cNvPr id="107" name="Frame 106">
              <a:extLst>
                <a:ext uri="{FF2B5EF4-FFF2-40B4-BE49-F238E27FC236}">
                  <a16:creationId xmlns:a16="http://schemas.microsoft.com/office/drawing/2014/main" id="{8C3FAD93-2D5F-D1C4-ABB1-233015D96032}"/>
                </a:ext>
              </a:extLst>
            </p:cNvPr>
            <p:cNvSpPr/>
            <p:nvPr/>
          </p:nvSpPr>
          <p:spPr>
            <a:xfrm>
              <a:off x="5605945" y="2934864"/>
              <a:ext cx="707074" cy="312246"/>
            </a:xfrm>
            <a:prstGeom prst="frame">
              <a:avLst>
                <a:gd name="adj1" fmla="val 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2A7DF33F-156C-01C8-E4E7-78051203F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834785" y="2834032"/>
              <a:ext cx="680961" cy="486284"/>
            </a:xfrm>
            <a:prstGeom prst="rect">
              <a:avLst/>
            </a:prstGeom>
          </p:spPr>
        </p:pic>
        <p:sp>
          <p:nvSpPr>
            <p:cNvPr id="109" name="Frame 108">
              <a:extLst>
                <a:ext uri="{FF2B5EF4-FFF2-40B4-BE49-F238E27FC236}">
                  <a16:creationId xmlns:a16="http://schemas.microsoft.com/office/drawing/2014/main" id="{3200F3AD-F6ED-9ED7-DCB9-5F07BA894F79}"/>
                </a:ext>
              </a:extLst>
            </p:cNvPr>
            <p:cNvSpPr/>
            <p:nvPr/>
          </p:nvSpPr>
          <p:spPr>
            <a:xfrm>
              <a:off x="4829415" y="2846316"/>
              <a:ext cx="686468" cy="492361"/>
            </a:xfrm>
            <a:prstGeom prst="frame">
              <a:avLst>
                <a:gd name="adj1" fmla="val 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BBC1E513-EC1A-383E-C4C7-8B611921FD2D}"/>
              </a:ext>
            </a:extLst>
          </p:cNvPr>
          <p:cNvSpPr txBox="1"/>
          <p:nvPr/>
        </p:nvSpPr>
        <p:spPr>
          <a:xfrm>
            <a:off x="228413" y="2646572"/>
            <a:ext cx="1499244" cy="194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latin typeface="+mj-lt"/>
              </a:rPr>
              <a:t>Multiple defect incidents occurred.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4102A213-6280-8D67-39A3-A0A0005397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460" y="1837483"/>
            <a:ext cx="737317" cy="777180"/>
          </a:xfrm>
          <a:prstGeom prst="rect">
            <a:avLst/>
          </a:prstGeom>
        </p:spPr>
      </p:pic>
      <p:sp>
        <p:nvSpPr>
          <p:cNvPr id="1082" name="Arrow: Right 1081">
            <a:extLst>
              <a:ext uri="{FF2B5EF4-FFF2-40B4-BE49-F238E27FC236}">
                <a16:creationId xmlns:a16="http://schemas.microsoft.com/office/drawing/2014/main" id="{D95FF6AD-0386-4BF4-6BCC-2E7756D38666}"/>
              </a:ext>
            </a:extLst>
          </p:cNvPr>
          <p:cNvSpPr/>
          <p:nvPr/>
        </p:nvSpPr>
        <p:spPr>
          <a:xfrm>
            <a:off x="3999001" y="2196625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Arrow: Right 1090">
            <a:extLst>
              <a:ext uri="{FF2B5EF4-FFF2-40B4-BE49-F238E27FC236}">
                <a16:creationId xmlns:a16="http://schemas.microsoft.com/office/drawing/2014/main" id="{64B1CB75-4FA5-11FA-59F3-DBEB26672B16}"/>
              </a:ext>
            </a:extLst>
          </p:cNvPr>
          <p:cNvSpPr/>
          <p:nvPr/>
        </p:nvSpPr>
        <p:spPr>
          <a:xfrm>
            <a:off x="6285024" y="2222981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Arrow: Right 1137">
            <a:extLst>
              <a:ext uri="{FF2B5EF4-FFF2-40B4-BE49-F238E27FC236}">
                <a16:creationId xmlns:a16="http://schemas.microsoft.com/office/drawing/2014/main" id="{24D81343-261F-514F-0D3D-AFB886C63A62}"/>
              </a:ext>
            </a:extLst>
          </p:cNvPr>
          <p:cNvSpPr/>
          <p:nvPr/>
        </p:nvSpPr>
        <p:spPr>
          <a:xfrm>
            <a:off x="8406180" y="2222981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Arrow: Right 1138">
            <a:extLst>
              <a:ext uri="{FF2B5EF4-FFF2-40B4-BE49-F238E27FC236}">
                <a16:creationId xmlns:a16="http://schemas.microsoft.com/office/drawing/2014/main" id="{D9141A26-3CE2-0AC4-02EC-6114DD320107}"/>
              </a:ext>
            </a:extLst>
          </p:cNvPr>
          <p:cNvSpPr/>
          <p:nvPr/>
        </p:nvSpPr>
        <p:spPr>
          <a:xfrm rot="18439694">
            <a:off x="8197891" y="3204338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9" name="Group 1188">
            <a:extLst>
              <a:ext uri="{FF2B5EF4-FFF2-40B4-BE49-F238E27FC236}">
                <a16:creationId xmlns:a16="http://schemas.microsoft.com/office/drawing/2014/main" id="{41CB832F-A424-3E98-6E9C-13E9BA2FBADD}"/>
              </a:ext>
            </a:extLst>
          </p:cNvPr>
          <p:cNvGrpSpPr/>
          <p:nvPr/>
        </p:nvGrpSpPr>
        <p:grpSpPr>
          <a:xfrm>
            <a:off x="6642779" y="3371703"/>
            <a:ext cx="1899558" cy="1114351"/>
            <a:chOff x="6385326" y="4140652"/>
            <a:chExt cx="1899558" cy="1114351"/>
          </a:xfrm>
        </p:grpSpPr>
        <p:pic>
          <p:nvPicPr>
            <p:cNvPr id="1183" name="Picture 6" descr="Power Automate - Google Play 上的应用">
              <a:extLst>
                <a:ext uri="{FF2B5EF4-FFF2-40B4-BE49-F238E27FC236}">
                  <a16:creationId xmlns:a16="http://schemas.microsoft.com/office/drawing/2014/main" id="{BAA033D2-080F-C040-1DE1-45C8C387B5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7688" y="4140652"/>
              <a:ext cx="289211" cy="289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84" name="TextBox 1183">
              <a:extLst>
                <a:ext uri="{FF2B5EF4-FFF2-40B4-BE49-F238E27FC236}">
                  <a16:creationId xmlns:a16="http://schemas.microsoft.com/office/drawing/2014/main" id="{BBB98286-4FFF-5112-A45C-2FC85B4941B8}"/>
                </a:ext>
              </a:extLst>
            </p:cNvPr>
            <p:cNvSpPr txBox="1"/>
            <p:nvPr/>
          </p:nvSpPr>
          <p:spPr>
            <a:xfrm>
              <a:off x="6867992" y="4406661"/>
              <a:ext cx="832597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>
                  <a:latin typeface="+mj-lt"/>
                </a:rPr>
                <a:t>Power Automate</a:t>
              </a:r>
            </a:p>
          </p:txBody>
        </p:sp>
        <p:grpSp>
          <p:nvGrpSpPr>
            <p:cNvPr id="1185" name="Group 1184">
              <a:extLst>
                <a:ext uri="{FF2B5EF4-FFF2-40B4-BE49-F238E27FC236}">
                  <a16:creationId xmlns:a16="http://schemas.microsoft.com/office/drawing/2014/main" id="{1833599B-1CD1-7417-80F6-36E520DE08E0}"/>
                </a:ext>
              </a:extLst>
            </p:cNvPr>
            <p:cNvGrpSpPr/>
            <p:nvPr/>
          </p:nvGrpSpPr>
          <p:grpSpPr>
            <a:xfrm>
              <a:off x="6924701" y="4645616"/>
              <a:ext cx="817505" cy="414462"/>
              <a:chOff x="2607059" y="4417882"/>
              <a:chExt cx="1553004" cy="856648"/>
            </a:xfrm>
          </p:grpSpPr>
          <p:pic>
            <p:nvPicPr>
              <p:cNvPr id="1187" name="Picture 1186">
                <a:extLst>
                  <a:ext uri="{FF2B5EF4-FFF2-40B4-BE49-F238E27FC236}">
                    <a16:creationId xmlns:a16="http://schemas.microsoft.com/office/drawing/2014/main" id="{AACEF495-F355-6A13-4174-16CF837BEB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36624" y="4417882"/>
                <a:ext cx="1523439" cy="856648"/>
              </a:xfrm>
              <a:prstGeom prst="rect">
                <a:avLst/>
              </a:prstGeom>
            </p:spPr>
          </p:pic>
          <p:sp>
            <p:nvSpPr>
              <p:cNvPr id="1188" name="Frame 1187">
                <a:extLst>
                  <a:ext uri="{FF2B5EF4-FFF2-40B4-BE49-F238E27FC236}">
                    <a16:creationId xmlns:a16="http://schemas.microsoft.com/office/drawing/2014/main" id="{58BBB8F0-8434-5B37-3CAB-861F9B4719E3}"/>
                  </a:ext>
                </a:extLst>
              </p:cNvPr>
              <p:cNvSpPr/>
              <p:nvPr/>
            </p:nvSpPr>
            <p:spPr>
              <a:xfrm>
                <a:off x="2607059" y="4417882"/>
                <a:ext cx="1482503" cy="856648"/>
              </a:xfrm>
              <a:prstGeom prst="frame">
                <a:avLst>
                  <a:gd name="adj1" fmla="val 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86" name="TextBox 1185">
              <a:extLst>
                <a:ext uri="{FF2B5EF4-FFF2-40B4-BE49-F238E27FC236}">
                  <a16:creationId xmlns:a16="http://schemas.microsoft.com/office/drawing/2014/main" id="{E46C35A2-8D19-9135-6467-733514E5C7B2}"/>
                </a:ext>
              </a:extLst>
            </p:cNvPr>
            <p:cNvSpPr txBox="1"/>
            <p:nvPr/>
          </p:nvSpPr>
          <p:spPr>
            <a:xfrm>
              <a:off x="6385326" y="5060078"/>
              <a:ext cx="1899558" cy="1949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/>
              <a:r>
                <a:rPr lang="en-US" sz="1000">
                  <a:latin typeface="+mj-lt"/>
                </a:rPr>
                <a:t>Automate email alerts with Power Automate.</a:t>
              </a:r>
            </a:p>
          </p:txBody>
        </p:sp>
      </p:grpSp>
      <p:sp>
        <p:nvSpPr>
          <p:cNvPr id="1202" name="TextBox 1201">
            <a:extLst>
              <a:ext uri="{FF2B5EF4-FFF2-40B4-BE49-F238E27FC236}">
                <a16:creationId xmlns:a16="http://schemas.microsoft.com/office/drawing/2014/main" id="{491B6EA3-FD4A-243F-8D36-B795C6AFE3CB}"/>
              </a:ext>
            </a:extLst>
          </p:cNvPr>
          <p:cNvSpPr txBox="1"/>
          <p:nvPr/>
        </p:nvSpPr>
        <p:spPr>
          <a:xfrm>
            <a:off x="245941" y="1351732"/>
            <a:ext cx="18937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1️⃣ </a:t>
            </a:r>
            <a:r>
              <a:rPr lang="en-US">
                <a:latin typeface="Aptos Display" panose="020B0004020202020204" pitchFamily="34" charset="0"/>
              </a:rPr>
              <a:t>Daily operation :</a:t>
            </a:r>
          </a:p>
        </p:txBody>
      </p:sp>
      <p:sp>
        <p:nvSpPr>
          <p:cNvPr id="1203" name="TextBox 1202">
            <a:extLst>
              <a:ext uri="{FF2B5EF4-FFF2-40B4-BE49-F238E27FC236}">
                <a16:creationId xmlns:a16="http://schemas.microsoft.com/office/drawing/2014/main" id="{8D9EA507-A92B-22F2-C93C-FA1A6D19C51D}"/>
              </a:ext>
            </a:extLst>
          </p:cNvPr>
          <p:cNvSpPr txBox="1"/>
          <p:nvPr/>
        </p:nvSpPr>
        <p:spPr>
          <a:xfrm>
            <a:off x="257453" y="3033518"/>
            <a:ext cx="30241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2️⃣ </a:t>
            </a:r>
            <a:r>
              <a:rPr lang="en-US">
                <a:latin typeface="Aptos Display" panose="020B0004020202020204" pitchFamily="34" charset="0"/>
              </a:rPr>
              <a:t>Engineers double checking :</a:t>
            </a:r>
          </a:p>
        </p:txBody>
      </p:sp>
    </p:spTree>
    <p:extLst>
      <p:ext uri="{BB962C8B-B14F-4D97-AF65-F5344CB8AC3E}">
        <p14:creationId xmlns:p14="http://schemas.microsoft.com/office/powerpoint/2010/main" val="3555232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0DD5A-76F6-D13A-E4A8-E344FDECB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72717-31E1-A448-CC91-F543E4347E5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7" y="380401"/>
            <a:ext cx="7300570" cy="490331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User Experience - Before vs After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F43BA02-2294-9289-3C50-75A893462AFA}"/>
              </a:ext>
            </a:extLst>
          </p:cNvPr>
          <p:cNvSpPr/>
          <p:nvPr/>
        </p:nvSpPr>
        <p:spPr>
          <a:xfrm>
            <a:off x="4668215" y="4294499"/>
            <a:ext cx="855134" cy="365777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05361AC-8F92-A856-6B47-D2BE202193E7}"/>
              </a:ext>
            </a:extLst>
          </p:cNvPr>
          <p:cNvSpPr/>
          <p:nvPr/>
        </p:nvSpPr>
        <p:spPr>
          <a:xfrm>
            <a:off x="4668215" y="3025317"/>
            <a:ext cx="855134" cy="365777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9EC4BEB-0C39-9C3B-119A-93FF6A153956}"/>
              </a:ext>
            </a:extLst>
          </p:cNvPr>
          <p:cNvSpPr/>
          <p:nvPr/>
        </p:nvSpPr>
        <p:spPr>
          <a:xfrm>
            <a:off x="4668215" y="1802447"/>
            <a:ext cx="855134" cy="365777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3C3ECE-19D7-B51D-50FC-D0E34A6F3F46}"/>
              </a:ext>
            </a:extLst>
          </p:cNvPr>
          <p:cNvSpPr txBox="1"/>
          <p:nvPr/>
        </p:nvSpPr>
        <p:spPr>
          <a:xfrm>
            <a:off x="817463" y="971943"/>
            <a:ext cx="2767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Red Card System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45BB2A-7185-4AAD-3A6D-685BF79EBE96}"/>
              </a:ext>
            </a:extLst>
          </p:cNvPr>
          <p:cNvSpPr/>
          <p:nvPr/>
        </p:nvSpPr>
        <p:spPr>
          <a:xfrm>
            <a:off x="492383" y="2910318"/>
            <a:ext cx="3225800" cy="660400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A0E0205-FC61-6FC6-6ECC-7EC633E024F5}"/>
              </a:ext>
            </a:extLst>
          </p:cNvPr>
          <p:cNvSpPr/>
          <p:nvPr/>
        </p:nvSpPr>
        <p:spPr>
          <a:xfrm>
            <a:off x="495494" y="4165500"/>
            <a:ext cx="3225800" cy="660400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D4C472-F005-ED85-A696-D9F26121BCD1}"/>
              </a:ext>
            </a:extLst>
          </p:cNvPr>
          <p:cNvSpPr txBox="1"/>
          <p:nvPr/>
        </p:nvSpPr>
        <p:spPr>
          <a:xfrm>
            <a:off x="6671193" y="974648"/>
            <a:ext cx="2767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Red Card System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33CF447-2CD5-319E-54CD-922694DF0DA4}"/>
              </a:ext>
            </a:extLst>
          </p:cNvPr>
          <p:cNvGrpSpPr/>
          <p:nvPr/>
        </p:nvGrpSpPr>
        <p:grpSpPr>
          <a:xfrm>
            <a:off x="503613" y="1655137"/>
            <a:ext cx="3225800" cy="660400"/>
            <a:chOff x="588087" y="1560719"/>
            <a:chExt cx="3225800" cy="6604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BA56EB7-EB7F-9B9A-0D56-52A49C7E3FCA}"/>
                </a:ext>
              </a:extLst>
            </p:cNvPr>
            <p:cNvSpPr/>
            <p:nvPr/>
          </p:nvSpPr>
          <p:spPr>
            <a:xfrm>
              <a:off x="588087" y="1560719"/>
              <a:ext cx="3225800" cy="6604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EC5A2AA-CFD1-770A-254C-CC8EB5EB753A}"/>
                </a:ext>
              </a:extLst>
            </p:cNvPr>
            <p:cNvSpPr txBox="1"/>
            <p:nvPr/>
          </p:nvSpPr>
          <p:spPr>
            <a:xfrm>
              <a:off x="654923" y="1560719"/>
              <a:ext cx="309212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Manual data entry</a:t>
              </a:r>
            </a:p>
            <a:p>
              <a:pPr algn="ctr"/>
              <a:r>
                <a:rPr lang="en-US" sz="1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Staff must retype information into Excel, increasing risk of errors and omissions.</a:t>
              </a: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788BF2A-97F4-3C64-6457-BE29CCE7F39E}"/>
              </a:ext>
            </a:extLst>
          </p:cNvPr>
          <p:cNvSpPr txBox="1"/>
          <p:nvPr/>
        </p:nvSpPr>
        <p:spPr>
          <a:xfrm>
            <a:off x="849277" y="2852573"/>
            <a:ext cx="27034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Difficult to track</a:t>
            </a:r>
          </a:p>
          <a:p>
            <a:pPr algn="ctr"/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No easy way to know if a red card has been followed up or closed.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B7DA43-9666-584F-DF76-7A9AB55C4300}"/>
              </a:ext>
            </a:extLst>
          </p:cNvPr>
          <p:cNvSpPr txBox="1"/>
          <p:nvPr/>
        </p:nvSpPr>
        <p:spPr>
          <a:xfrm>
            <a:off x="817462" y="4126117"/>
            <a:ext cx="27352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No notifications</a:t>
            </a:r>
          </a:p>
          <a:p>
            <a:pPr algn="ctr"/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 Engineers must remember to check for new defects; follow-ups are often missed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FFBB1E6-27F2-19C4-41B7-0F61AD135B44}"/>
              </a:ext>
            </a:extLst>
          </p:cNvPr>
          <p:cNvGrpSpPr/>
          <p:nvPr/>
        </p:nvGrpSpPr>
        <p:grpSpPr>
          <a:xfrm>
            <a:off x="6462151" y="1655137"/>
            <a:ext cx="3225800" cy="660400"/>
            <a:chOff x="588087" y="1560719"/>
            <a:chExt cx="3225800" cy="660400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DD466B66-9064-1CD3-CD3E-DB1C36ED8A71}"/>
                </a:ext>
              </a:extLst>
            </p:cNvPr>
            <p:cNvSpPr/>
            <p:nvPr/>
          </p:nvSpPr>
          <p:spPr>
            <a:xfrm>
              <a:off x="588087" y="1560719"/>
              <a:ext cx="3225800" cy="6604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C140BD3-2D72-5E68-05B6-15B7BD0D63D1}"/>
                </a:ext>
              </a:extLst>
            </p:cNvPr>
            <p:cNvSpPr txBox="1"/>
            <p:nvPr/>
          </p:nvSpPr>
          <p:spPr>
            <a:xfrm>
              <a:off x="654923" y="1560719"/>
              <a:ext cx="309212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Automated data capture</a:t>
              </a:r>
            </a:p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All entries are instantly saved to SharePoint </a:t>
              </a:r>
            </a:p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(no manual re-entry needed.)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C4B80CC-F3AF-BFEE-4E87-B3B3EADF3919}"/>
              </a:ext>
            </a:extLst>
          </p:cNvPr>
          <p:cNvGrpSpPr/>
          <p:nvPr/>
        </p:nvGrpSpPr>
        <p:grpSpPr>
          <a:xfrm>
            <a:off x="6473381" y="2910318"/>
            <a:ext cx="3225800" cy="660400"/>
            <a:chOff x="588087" y="1560719"/>
            <a:chExt cx="3225800" cy="66040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7A9B942E-0279-047B-B89B-A3A6BF79CBB0}"/>
                </a:ext>
              </a:extLst>
            </p:cNvPr>
            <p:cNvSpPr/>
            <p:nvPr/>
          </p:nvSpPr>
          <p:spPr>
            <a:xfrm>
              <a:off x="588087" y="1560719"/>
              <a:ext cx="3225800" cy="6604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838D218-F2EC-F21C-D073-99B6E54F531E}"/>
                </a:ext>
              </a:extLst>
            </p:cNvPr>
            <p:cNvSpPr txBox="1"/>
            <p:nvPr/>
          </p:nvSpPr>
          <p:spPr>
            <a:xfrm>
              <a:off x="654923" y="1560719"/>
              <a:ext cx="309212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Real-time tracking</a:t>
              </a:r>
            </a:p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Status of every red card is visible to all stakeholders at any time.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34E9ED9-27EF-32F5-4131-B6F60AAC35DA}"/>
              </a:ext>
            </a:extLst>
          </p:cNvPr>
          <p:cNvGrpSpPr/>
          <p:nvPr/>
        </p:nvGrpSpPr>
        <p:grpSpPr>
          <a:xfrm>
            <a:off x="6462151" y="4161576"/>
            <a:ext cx="3225800" cy="660400"/>
            <a:chOff x="588087" y="1560719"/>
            <a:chExt cx="3225800" cy="66040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52C83248-30A6-AA44-2A35-BBE77D123496}"/>
                </a:ext>
              </a:extLst>
            </p:cNvPr>
            <p:cNvSpPr/>
            <p:nvPr/>
          </p:nvSpPr>
          <p:spPr>
            <a:xfrm>
              <a:off x="588087" y="1560719"/>
              <a:ext cx="3225800" cy="6604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20060A3-AA71-E1F8-58FA-4F61BCA9710A}"/>
                </a:ext>
              </a:extLst>
            </p:cNvPr>
            <p:cNvSpPr txBox="1"/>
            <p:nvPr/>
          </p:nvSpPr>
          <p:spPr>
            <a:xfrm>
              <a:off x="654923" y="1560719"/>
              <a:ext cx="309212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Automated alerts</a:t>
              </a:r>
            </a:p>
            <a:p>
              <a:pPr algn="ctr"/>
              <a:r>
                <a:rPr lang="en-US" sz="1600">
                  <a:latin typeface="Arial" panose="020B0604020202020204" pitchFamily="34" charset="0"/>
                  <a:cs typeface="Arial" panose="020B0604020202020204" pitchFamily="34" charset="0"/>
                </a:rPr>
                <a:t>Engineers and managers receive instant notifications for new or updated defects.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979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27"/>
            </p:par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01367-89FC-50C6-87E9-AD933F79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AF24D-E787-300F-EC92-4E1B947CD86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7590927" cy="490331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Remarks (Guiding: What to Pay Attention To)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778522-6200-4337-C7D8-9B6F42787B39}"/>
              </a:ext>
            </a:extLst>
          </p:cNvPr>
          <p:cNvSpPr txBox="1"/>
          <p:nvPr/>
        </p:nvSpPr>
        <p:spPr>
          <a:xfrm>
            <a:off x="327260" y="1304412"/>
            <a:ext cx="3561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1️⃣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5E763B-D908-6488-F428-6E304FEA2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323" y="1946614"/>
            <a:ext cx="1807724" cy="26750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76E39E-B1A6-AD52-83E7-F34DDFB0DDBA}"/>
              </a:ext>
            </a:extLst>
          </p:cNvPr>
          <p:cNvSpPr txBox="1"/>
          <p:nvPr/>
        </p:nvSpPr>
        <p:spPr>
          <a:xfrm>
            <a:off x="2787082" y="1921185"/>
            <a:ext cx="6256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>
                <a:solidFill>
                  <a:schemeClr val="tx2"/>
                </a:solidFill>
              </a:rPr>
              <a:t>1008</a:t>
            </a: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B728593D-B0F9-8CF6-9649-E0670DDBE7E8}"/>
              </a:ext>
            </a:extLst>
          </p:cNvPr>
          <p:cNvSpPr/>
          <p:nvPr/>
        </p:nvSpPr>
        <p:spPr>
          <a:xfrm>
            <a:off x="2859231" y="1956058"/>
            <a:ext cx="315816" cy="246221"/>
          </a:xfrm>
          <a:prstGeom prst="frame">
            <a:avLst>
              <a:gd name="adj1" fmla="val 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60CCAA-FE7A-D839-1317-279838C6B804}"/>
              </a:ext>
            </a:extLst>
          </p:cNvPr>
          <p:cNvSpPr txBox="1"/>
          <p:nvPr/>
        </p:nvSpPr>
        <p:spPr>
          <a:xfrm>
            <a:off x="5240959" y="1329835"/>
            <a:ext cx="389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2️⃣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4AD9FE-8D0A-C61E-A2FB-1CA9789BE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692" y="1921185"/>
            <a:ext cx="4183479" cy="271703"/>
          </a:xfrm>
          <a:prstGeom prst="rect">
            <a:avLst/>
          </a:prstGeom>
        </p:spPr>
      </p:pic>
      <p:sp>
        <p:nvSpPr>
          <p:cNvPr id="13" name="Frame 12">
            <a:extLst>
              <a:ext uri="{FF2B5EF4-FFF2-40B4-BE49-F238E27FC236}">
                <a16:creationId xmlns:a16="http://schemas.microsoft.com/office/drawing/2014/main" id="{FC689F34-E051-1547-B138-60D84A2A74CA}"/>
              </a:ext>
            </a:extLst>
          </p:cNvPr>
          <p:cNvSpPr/>
          <p:nvPr/>
        </p:nvSpPr>
        <p:spPr>
          <a:xfrm>
            <a:off x="9215133" y="1933925"/>
            <a:ext cx="404038" cy="258963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B7AD3E-B0AF-2D8B-4812-714BF9889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484" y="3243341"/>
            <a:ext cx="2367309" cy="1378361"/>
          </a:xfrm>
          <a:prstGeom prst="rect">
            <a:avLst/>
          </a:prstGeom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5C0E5D04-DC02-A659-C459-179475AFFEE9}"/>
              </a:ext>
            </a:extLst>
          </p:cNvPr>
          <p:cNvSpPr/>
          <p:nvPr/>
        </p:nvSpPr>
        <p:spPr>
          <a:xfrm rot="5400000">
            <a:off x="7478447" y="2568485"/>
            <a:ext cx="449381" cy="299258"/>
          </a:xfrm>
          <a:prstGeom prst="rightArrow">
            <a:avLst>
              <a:gd name="adj1" fmla="val 29526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ame 17">
            <a:extLst>
              <a:ext uri="{FF2B5EF4-FFF2-40B4-BE49-F238E27FC236}">
                <a16:creationId xmlns:a16="http://schemas.microsoft.com/office/drawing/2014/main" id="{C1551885-6EBB-28AC-CB85-158ABEEFDB15}"/>
              </a:ext>
            </a:extLst>
          </p:cNvPr>
          <p:cNvSpPr/>
          <p:nvPr/>
        </p:nvSpPr>
        <p:spPr>
          <a:xfrm>
            <a:off x="6519483" y="4411133"/>
            <a:ext cx="931183" cy="210569"/>
          </a:xfrm>
          <a:prstGeom prst="frame">
            <a:avLst>
              <a:gd name="adj1" fmla="val 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78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par>
              <p:cTn id="2"/>
            </p:par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74180-055D-D141-DF18-A3BBF8352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62625-4ECE-5F4C-937C-77647DB1451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445496" y="380401"/>
            <a:ext cx="7590927" cy="490331"/>
          </a:xfrm>
        </p:spPr>
        <p:txBody>
          <a:bodyPr/>
          <a:lstStyle/>
          <a:p>
            <a:r>
              <a:rPr lang="en-US" sz="2800">
                <a:latin typeface="Aptos Display" panose="020B0004020202020204" pitchFamily="34" charset="0"/>
              </a:rPr>
              <a:t>Conclusion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55E1FDC-D244-48B9-E494-AA40223C76FA}"/>
              </a:ext>
            </a:extLst>
          </p:cNvPr>
          <p:cNvGrpSpPr/>
          <p:nvPr/>
        </p:nvGrpSpPr>
        <p:grpSpPr>
          <a:xfrm>
            <a:off x="749201" y="2009393"/>
            <a:ext cx="8737798" cy="762524"/>
            <a:chOff x="749201" y="2009393"/>
            <a:chExt cx="8737798" cy="76252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B4F1D57-9121-7D02-55C9-60B20370F73E}"/>
                </a:ext>
              </a:extLst>
            </p:cNvPr>
            <p:cNvGrpSpPr/>
            <p:nvPr/>
          </p:nvGrpSpPr>
          <p:grpSpPr>
            <a:xfrm>
              <a:off x="749201" y="2009393"/>
              <a:ext cx="8737798" cy="762524"/>
              <a:chOff x="1021813" y="1528024"/>
              <a:chExt cx="9195196" cy="894858"/>
            </a:xfrm>
          </p:grpSpPr>
          <p:sp>
            <p:nvSpPr>
              <p:cNvPr id="17" name="Arrow: Pentagon 16">
                <a:extLst>
                  <a:ext uri="{FF2B5EF4-FFF2-40B4-BE49-F238E27FC236}">
                    <a16:creationId xmlns:a16="http://schemas.microsoft.com/office/drawing/2014/main" id="{BC8AEE78-9193-8846-B2B1-BD5024AD73A9}"/>
                  </a:ext>
                </a:extLst>
              </p:cNvPr>
              <p:cNvSpPr/>
              <p:nvPr/>
            </p:nvSpPr>
            <p:spPr>
              <a:xfrm>
                <a:off x="9872133" y="1603258"/>
                <a:ext cx="344876" cy="819624"/>
              </a:xfrm>
              <a:prstGeom prst="homePlate">
                <a:avLst>
                  <a:gd name="adj" fmla="val 20413"/>
                </a:avLst>
              </a:prstGeom>
              <a:solidFill>
                <a:srgbClr val="FF31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AE69434-9E2D-7E80-7520-8F2D7EF76636}"/>
                  </a:ext>
                </a:extLst>
              </p:cNvPr>
              <p:cNvSpPr/>
              <p:nvPr/>
            </p:nvSpPr>
            <p:spPr>
              <a:xfrm>
                <a:off x="2022981" y="1533288"/>
                <a:ext cx="7849152" cy="833882"/>
              </a:xfrm>
              <a:prstGeom prst="rect">
                <a:avLst/>
              </a:prstGeom>
              <a:solidFill>
                <a:srgbClr val="FC827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/>
                  <a:t>Operators and engineers benefit from easier data entry, real-time notifications, and full visibility of defect status.</a:t>
                </a:r>
              </a:p>
              <a:p>
                <a:pPr algn="ctr"/>
                <a:endParaRPr lang="en-US" sz="280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6A8FA8A-F2EF-BCB8-DBEE-5117F006278F}"/>
                  </a:ext>
                </a:extLst>
              </p:cNvPr>
              <p:cNvSpPr/>
              <p:nvPr/>
            </p:nvSpPr>
            <p:spPr>
              <a:xfrm>
                <a:off x="1021813" y="1528024"/>
                <a:ext cx="1001168" cy="833882"/>
              </a:xfrm>
              <a:prstGeom prst="rect">
                <a:avLst/>
              </a:prstGeom>
              <a:solidFill>
                <a:srgbClr val="FFC3B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Right Triangle 29">
              <a:extLst>
                <a:ext uri="{FF2B5EF4-FFF2-40B4-BE49-F238E27FC236}">
                  <a16:creationId xmlns:a16="http://schemas.microsoft.com/office/drawing/2014/main" id="{F126B956-C755-C54B-3168-B4D747F75D92}"/>
                </a:ext>
              </a:extLst>
            </p:cNvPr>
            <p:cNvSpPr/>
            <p:nvPr/>
          </p:nvSpPr>
          <p:spPr>
            <a:xfrm flipH="1" flipV="1">
              <a:off x="9113558" y="2720642"/>
              <a:ext cx="45719" cy="47473"/>
            </a:xfrm>
            <a:prstGeom prst="rtTriangle">
              <a:avLst/>
            </a:prstGeom>
            <a:solidFill>
              <a:srgbClr val="8E15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BBCCEC1-BDF3-D7C3-7F7B-8E66F7B4FD71}"/>
              </a:ext>
            </a:extLst>
          </p:cNvPr>
          <p:cNvGrpSpPr/>
          <p:nvPr/>
        </p:nvGrpSpPr>
        <p:grpSpPr>
          <a:xfrm>
            <a:off x="749201" y="870732"/>
            <a:ext cx="8737798" cy="762524"/>
            <a:chOff x="749201" y="870732"/>
            <a:chExt cx="8737798" cy="76252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DA361C8-AF7A-D189-7350-ADC95ECDCB4E}"/>
                </a:ext>
              </a:extLst>
            </p:cNvPr>
            <p:cNvGrpSpPr/>
            <p:nvPr/>
          </p:nvGrpSpPr>
          <p:grpSpPr>
            <a:xfrm>
              <a:off x="749201" y="870732"/>
              <a:ext cx="8737798" cy="762524"/>
              <a:chOff x="1021813" y="1528024"/>
              <a:chExt cx="9195196" cy="894858"/>
            </a:xfrm>
          </p:grpSpPr>
          <p:sp>
            <p:nvSpPr>
              <p:cNvPr id="7" name="Arrow: Pentagon 6">
                <a:extLst>
                  <a:ext uri="{FF2B5EF4-FFF2-40B4-BE49-F238E27FC236}">
                    <a16:creationId xmlns:a16="http://schemas.microsoft.com/office/drawing/2014/main" id="{2C70F6CA-D60D-B787-FA47-7089B8F224BC}"/>
                  </a:ext>
                </a:extLst>
              </p:cNvPr>
              <p:cNvSpPr/>
              <p:nvPr/>
            </p:nvSpPr>
            <p:spPr>
              <a:xfrm>
                <a:off x="9872133" y="1603258"/>
                <a:ext cx="344876" cy="819624"/>
              </a:xfrm>
              <a:prstGeom prst="homePlate">
                <a:avLst>
                  <a:gd name="adj" fmla="val 20413"/>
                </a:avLst>
              </a:prstGeom>
              <a:solidFill>
                <a:srgbClr val="2A9EE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C48681A-F7F1-FA2C-0C62-ABEBD7631793}"/>
                  </a:ext>
                </a:extLst>
              </p:cNvPr>
              <p:cNvSpPr/>
              <p:nvPr/>
            </p:nvSpPr>
            <p:spPr>
              <a:xfrm>
                <a:off x="2022981" y="1533287"/>
                <a:ext cx="7849152" cy="833882"/>
              </a:xfrm>
              <a:prstGeom prst="rect">
                <a:avLst/>
              </a:prstGeom>
              <a:solidFill>
                <a:srgbClr val="7CC3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/>
                  <a:t>The new Red Card System transforms defect tracking from a manual, error-prone process into a streamlined, digital workflow.</a:t>
                </a:r>
              </a:p>
              <a:p>
                <a:pPr algn="ctr"/>
                <a:endParaRPr lang="en-US" sz="280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F00CAF9A-E99A-DA48-0E5A-57E0D75C057A}"/>
                  </a:ext>
                </a:extLst>
              </p:cNvPr>
              <p:cNvSpPr/>
              <p:nvPr/>
            </p:nvSpPr>
            <p:spPr>
              <a:xfrm>
                <a:off x="1021813" y="1528024"/>
                <a:ext cx="1001168" cy="833882"/>
              </a:xfrm>
              <a:prstGeom prst="rect">
                <a:avLst/>
              </a:prstGeom>
              <a:solidFill>
                <a:srgbClr val="BEE1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271CB8A4-ED18-A8AB-2D06-BDF3AACE7024}"/>
                </a:ext>
              </a:extLst>
            </p:cNvPr>
            <p:cNvSpPr/>
            <p:nvPr/>
          </p:nvSpPr>
          <p:spPr>
            <a:xfrm flipH="1" flipV="1">
              <a:off x="9113558" y="1585781"/>
              <a:ext cx="45719" cy="47473"/>
            </a:xfrm>
            <a:prstGeom prst="rtTriangl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ight Triangle 31">
              <a:extLst>
                <a:ext uri="{FF2B5EF4-FFF2-40B4-BE49-F238E27FC236}">
                  <a16:creationId xmlns:a16="http://schemas.microsoft.com/office/drawing/2014/main" id="{32660A80-B476-DE66-4EC4-4DF8D48BB4F8}"/>
                </a:ext>
              </a:extLst>
            </p:cNvPr>
            <p:cNvSpPr/>
            <p:nvPr/>
          </p:nvSpPr>
          <p:spPr>
            <a:xfrm flipH="1" flipV="1">
              <a:off x="9113557" y="1585780"/>
              <a:ext cx="45719" cy="47473"/>
            </a:xfrm>
            <a:prstGeom prst="rtTriangle">
              <a:avLst/>
            </a:prstGeom>
            <a:solidFill>
              <a:srgbClr val="19679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9E7CC16-4E2B-24FB-7D30-AD01ED977590}"/>
              </a:ext>
            </a:extLst>
          </p:cNvPr>
          <p:cNvGrpSpPr/>
          <p:nvPr/>
        </p:nvGrpSpPr>
        <p:grpSpPr>
          <a:xfrm>
            <a:off x="749201" y="3148054"/>
            <a:ext cx="8737798" cy="762524"/>
            <a:chOff x="749201" y="3148054"/>
            <a:chExt cx="8737798" cy="76252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2EDAE79-37EE-2DA1-4DF6-9A2D6823DA8B}"/>
                </a:ext>
              </a:extLst>
            </p:cNvPr>
            <p:cNvGrpSpPr/>
            <p:nvPr/>
          </p:nvGrpSpPr>
          <p:grpSpPr>
            <a:xfrm>
              <a:off x="749201" y="3148054"/>
              <a:ext cx="8737798" cy="762524"/>
              <a:chOff x="1021813" y="1528024"/>
              <a:chExt cx="9195196" cy="894858"/>
            </a:xfrm>
          </p:grpSpPr>
          <p:sp>
            <p:nvSpPr>
              <p:cNvPr id="21" name="Arrow: Pentagon 20">
                <a:extLst>
                  <a:ext uri="{FF2B5EF4-FFF2-40B4-BE49-F238E27FC236}">
                    <a16:creationId xmlns:a16="http://schemas.microsoft.com/office/drawing/2014/main" id="{71D1E088-E572-8A7D-402A-6C5C6D12C988}"/>
                  </a:ext>
                </a:extLst>
              </p:cNvPr>
              <p:cNvSpPr/>
              <p:nvPr/>
            </p:nvSpPr>
            <p:spPr>
              <a:xfrm>
                <a:off x="9872133" y="1603258"/>
                <a:ext cx="344876" cy="819624"/>
              </a:xfrm>
              <a:prstGeom prst="homePlate">
                <a:avLst>
                  <a:gd name="adj" fmla="val 20413"/>
                </a:avLst>
              </a:prstGeom>
              <a:solidFill>
                <a:srgbClr val="1E26C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1E44038-DF30-61B9-96B0-1936C4E7D475}"/>
                  </a:ext>
                </a:extLst>
              </p:cNvPr>
              <p:cNvSpPr/>
              <p:nvPr/>
            </p:nvSpPr>
            <p:spPr>
              <a:xfrm>
                <a:off x="2022981" y="1533287"/>
                <a:ext cx="7849152" cy="833882"/>
              </a:xfrm>
              <a:prstGeom prst="rect">
                <a:avLst/>
              </a:prstGeom>
              <a:solidFill>
                <a:srgbClr val="5158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/>
                  <a:t>Automated processes and centralized records ensure nothing is missed and accountability is clear.</a:t>
                </a:r>
              </a:p>
              <a:p>
                <a:pPr algn="ctr"/>
                <a:endParaRPr lang="en-US" sz="280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57E2A0D-6818-4590-B0B5-F069909E3C18}"/>
                  </a:ext>
                </a:extLst>
              </p:cNvPr>
              <p:cNvSpPr/>
              <p:nvPr/>
            </p:nvSpPr>
            <p:spPr>
              <a:xfrm>
                <a:off x="1021813" y="1528024"/>
                <a:ext cx="1001168" cy="833882"/>
              </a:xfrm>
              <a:prstGeom prst="rect">
                <a:avLst/>
              </a:prstGeom>
              <a:solidFill>
                <a:srgbClr val="AAAD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Right Triangle 32">
              <a:extLst>
                <a:ext uri="{FF2B5EF4-FFF2-40B4-BE49-F238E27FC236}">
                  <a16:creationId xmlns:a16="http://schemas.microsoft.com/office/drawing/2014/main" id="{32644FC0-B980-58D7-DD18-BFFFBF5F76BF}"/>
                </a:ext>
              </a:extLst>
            </p:cNvPr>
            <p:cNvSpPr/>
            <p:nvPr/>
          </p:nvSpPr>
          <p:spPr>
            <a:xfrm flipH="1" flipV="1">
              <a:off x="9113556" y="3858618"/>
              <a:ext cx="45719" cy="47167"/>
            </a:xfrm>
            <a:prstGeom prst="rtTriangle">
              <a:avLst/>
            </a:prstGeom>
            <a:solidFill>
              <a:srgbClr val="1A19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A92FCF5-15B8-9193-F8AC-98F2B784C8EA}"/>
              </a:ext>
            </a:extLst>
          </p:cNvPr>
          <p:cNvGrpSpPr/>
          <p:nvPr/>
        </p:nvGrpSpPr>
        <p:grpSpPr>
          <a:xfrm>
            <a:off x="749201" y="4286716"/>
            <a:ext cx="8737798" cy="762524"/>
            <a:chOff x="749201" y="4286716"/>
            <a:chExt cx="8737798" cy="76252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E141689-472D-87D7-EE87-435510B7D6A2}"/>
                </a:ext>
              </a:extLst>
            </p:cNvPr>
            <p:cNvGrpSpPr/>
            <p:nvPr/>
          </p:nvGrpSpPr>
          <p:grpSpPr>
            <a:xfrm>
              <a:off x="749201" y="4286716"/>
              <a:ext cx="8737798" cy="762524"/>
              <a:chOff x="1021813" y="1528024"/>
              <a:chExt cx="9195196" cy="894858"/>
            </a:xfrm>
          </p:grpSpPr>
          <p:sp>
            <p:nvSpPr>
              <p:cNvPr id="25" name="Arrow: Pentagon 24">
                <a:extLst>
                  <a:ext uri="{FF2B5EF4-FFF2-40B4-BE49-F238E27FC236}">
                    <a16:creationId xmlns:a16="http://schemas.microsoft.com/office/drawing/2014/main" id="{8DA12B19-2573-34F1-08F9-4303D249ED7C}"/>
                  </a:ext>
                </a:extLst>
              </p:cNvPr>
              <p:cNvSpPr/>
              <p:nvPr/>
            </p:nvSpPr>
            <p:spPr>
              <a:xfrm>
                <a:off x="9872133" y="1603258"/>
                <a:ext cx="344876" cy="819624"/>
              </a:xfrm>
              <a:prstGeom prst="homePlate">
                <a:avLst>
                  <a:gd name="adj" fmla="val 20413"/>
                </a:avLst>
              </a:prstGeom>
              <a:solidFill>
                <a:srgbClr val="C5850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47A8644-9095-6B4A-000A-28B20612D990}"/>
                  </a:ext>
                </a:extLst>
              </p:cNvPr>
              <p:cNvSpPr/>
              <p:nvPr/>
            </p:nvSpPr>
            <p:spPr>
              <a:xfrm>
                <a:off x="2022981" y="1533287"/>
                <a:ext cx="7849152" cy="833882"/>
              </a:xfrm>
              <a:prstGeom prst="rect">
                <a:avLst/>
              </a:prstGeom>
              <a:solidFill>
                <a:srgbClr val="F7AD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/>
                  <a:t>By leveraging Microsoft Power Platform, we enable smarter, faster, and more reliable quality management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13718B-66F7-C201-FF53-1226450BC18D}"/>
                  </a:ext>
                </a:extLst>
              </p:cNvPr>
              <p:cNvSpPr/>
              <p:nvPr/>
            </p:nvSpPr>
            <p:spPr>
              <a:xfrm>
                <a:off x="1021813" y="1528024"/>
                <a:ext cx="1001168" cy="833882"/>
              </a:xfrm>
              <a:prstGeom prst="rect">
                <a:avLst/>
              </a:prstGeom>
              <a:solidFill>
                <a:srgbClr val="FBD78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Right Triangle 33">
              <a:extLst>
                <a:ext uri="{FF2B5EF4-FFF2-40B4-BE49-F238E27FC236}">
                  <a16:creationId xmlns:a16="http://schemas.microsoft.com/office/drawing/2014/main" id="{0BB13B60-5301-2F43-F2C8-17CAE2642ACB}"/>
                </a:ext>
              </a:extLst>
            </p:cNvPr>
            <p:cNvSpPr/>
            <p:nvPr/>
          </p:nvSpPr>
          <p:spPr>
            <a:xfrm flipH="1" flipV="1">
              <a:off x="9113556" y="5001767"/>
              <a:ext cx="45719" cy="47473"/>
            </a:xfrm>
            <a:prstGeom prst="rtTriangle">
              <a:avLst/>
            </a:prstGeom>
            <a:solidFill>
              <a:srgbClr val="76581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4802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34"/>
    </mc:Choice>
    <mc:Fallback xmlns="">
      <p:transition spd="slow" advTm="569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19"/>
            </p:par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Template_17May23_v1.potx" id="{B6150C5E-DD62-4DEA-8F7B-E39753B5E29B}" vid="{B37216A0-5024-42DB-9713-F0DAE41B20B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912</Words>
  <Application>Microsoft Office PowerPoint</Application>
  <PresentationFormat>Custom</PresentationFormat>
  <Paragraphs>151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Wingdings</vt:lpstr>
      <vt:lpstr>Arial</vt:lpstr>
      <vt:lpstr>Aptos Display</vt:lpstr>
      <vt:lpstr>Times</vt:lpstr>
      <vt:lpstr>Bahnschrift SemiLight Condensed</vt:lpstr>
      <vt:lpstr>Bahnschrift SemiBold Condensed</vt:lpstr>
      <vt:lpstr>Aptos</vt:lpstr>
      <vt:lpstr>Office 主题</vt:lpstr>
      <vt:lpstr>Red Card System:  Streamlining QA Defect Tracking (Aaron)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Wang Winson</dc:creator>
  <cp:lastModifiedBy>sze chun fung</cp:lastModifiedBy>
  <cp:revision>2</cp:revision>
  <cp:lastPrinted>2023-11-30T08:39:09Z</cp:lastPrinted>
  <dcterms:created xsi:type="dcterms:W3CDTF">2005-05-03T04:22:27Z</dcterms:created>
  <dcterms:modified xsi:type="dcterms:W3CDTF">2025-10-21T13:52:17Z</dcterms:modified>
</cp:coreProperties>
</file>