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4344" r:id="rId1"/>
  </p:sldMasterIdLst>
  <p:notesMasterIdLst>
    <p:notesMasterId r:id="rId14"/>
  </p:notesMasterIdLst>
  <p:handoutMasterIdLst>
    <p:handoutMasterId r:id="rId15"/>
  </p:handoutMasterIdLst>
  <p:sldIdLst>
    <p:sldId id="2146847006" r:id="rId2"/>
    <p:sldId id="2146847454" r:id="rId3"/>
    <p:sldId id="328" r:id="rId4"/>
    <p:sldId id="330" r:id="rId5"/>
    <p:sldId id="331" r:id="rId6"/>
    <p:sldId id="2146847056" r:id="rId7"/>
    <p:sldId id="2146847110" r:id="rId8"/>
    <p:sldId id="2146847004" r:id="rId9"/>
    <p:sldId id="2146847112" r:id="rId10"/>
    <p:sldId id="2146847113" r:id="rId11"/>
    <p:sldId id="2146847116" r:id="rId12"/>
    <p:sldId id="2146847088" r:id="rId13"/>
  </p:sldIdLst>
  <p:sldSz cx="10160000" cy="5715000"/>
  <p:notesSz cx="6735763" cy="9866313"/>
  <p:embeddedFontLst>
    <p:embeddedFont>
      <p:font typeface="Bahnschrift SemiLight" panose="020B0502040204020203" pitchFamily="34" charset="0"/>
      <p:regular r:id="rId16"/>
    </p:embeddedFont>
    <p:embeddedFont>
      <p:font typeface="Source Sans Pro" panose="020B0503030403020204" pitchFamily="34" charset="0"/>
      <p:regular r:id="rId17"/>
      <p:bold r:id="rId18"/>
    </p:embeddedFont>
    <p:embeddedFont>
      <p:font typeface="Times" panose="02020603050405020304" pitchFamily="18" charset="0"/>
      <p:regular r:id="rId19"/>
      <p:bold r:id="rId20"/>
      <p:italic r:id="rId21"/>
      <p:boldItalic r:id="rId22"/>
    </p:embeddedFont>
    <p:embeddedFont>
      <p:font typeface="Work Sans" pitchFamily="2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21FF5"/>
    <a:srgbClr val="ED1FF5"/>
    <a:srgbClr val="1F92F5"/>
    <a:srgbClr val="27F51F"/>
    <a:srgbClr val="F5821F"/>
    <a:srgbClr val="FF3399"/>
    <a:srgbClr val="C64CC3"/>
    <a:srgbClr val="FF6600"/>
    <a:srgbClr val="00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6780DB-47FE-4B01-A13D-21FEBFE98158}" v="29" dt="2025-08-04T09:36:45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89" autoAdjust="0"/>
    <p:restoredTop sz="92949" autoAdjust="0"/>
  </p:normalViewPr>
  <p:slideViewPr>
    <p:cSldViewPr snapToGrid="0">
      <p:cViewPr varScale="1">
        <p:scale>
          <a:sx n="91" d="100"/>
          <a:sy n="91" d="100"/>
        </p:scale>
        <p:origin x="1147" y="72"/>
      </p:cViewPr>
      <p:guideLst>
        <p:guide orient="horz" pos="1800"/>
        <p:guide pos="3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2880"/>
    </p:cViewPr>
  </p:sorterViewPr>
  <p:notesViewPr>
    <p:cSldViewPr snapToGrid="0">
      <p:cViewPr varScale="1">
        <p:scale>
          <a:sx n="61" d="100"/>
          <a:sy n="61" d="100"/>
        </p:scale>
        <p:origin x="3254" y="67"/>
      </p:cViewPr>
      <p:guideLst>
        <p:guide orient="horz" pos="3108"/>
        <p:guide pos="212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Fung" userId="09a62e1b-a908-44c2-a78c-4509d99436bb" providerId="ADAL" clId="{2D46C7D8-4D47-4B35-88BB-F62941BA9C1D}"/>
    <pc:docChg chg="undo custSel modSld">
      <pc:chgData name="Aaron Fung" userId="09a62e1b-a908-44c2-a78c-4509d99436bb" providerId="ADAL" clId="{2D46C7D8-4D47-4B35-88BB-F62941BA9C1D}" dt="2025-06-27T03:53:46.607" v="22"/>
      <pc:docMkLst>
        <pc:docMk/>
      </pc:docMkLst>
      <pc:sldChg chg="addSp delSp modSp mod addAnim delAnim modAnim">
        <pc:chgData name="Aaron Fung" userId="09a62e1b-a908-44c2-a78c-4509d99436bb" providerId="ADAL" clId="{2D46C7D8-4D47-4B35-88BB-F62941BA9C1D}" dt="2025-06-27T03:53:46.607" v="22"/>
        <pc:sldMkLst>
          <pc:docMk/>
          <pc:sldMk cId="3058607716" sldId="323"/>
        </pc:sldMkLst>
      </pc:sldChg>
      <pc:sldChg chg="addSp delSp modSp mod addAnim delAnim modAnim">
        <pc:chgData name="Aaron Fung" userId="09a62e1b-a908-44c2-a78c-4509d99436bb" providerId="ADAL" clId="{2D46C7D8-4D47-4B35-88BB-F62941BA9C1D}" dt="2025-06-27T03:53:45.583" v="20" actId="2711"/>
        <pc:sldMkLst>
          <pc:docMk/>
          <pc:sldMk cId="2979358412" sldId="2146846996"/>
        </pc:sldMkLst>
      </pc:sldChg>
    </pc:docChg>
  </pc:docChgLst>
  <pc:docChgLst>
    <pc:chgData name="Eric Chung" userId="632e8f53-3579-423d-aeb9-b533fd337ed9" providerId="ADAL" clId="{2FDE1115-C568-4428-912F-F86A337D9984}"/>
    <pc:docChg chg="undo custSel modSld">
      <pc:chgData name="Eric Chung" userId="632e8f53-3579-423d-aeb9-b533fd337ed9" providerId="ADAL" clId="{2FDE1115-C568-4428-912F-F86A337D9984}" dt="2025-06-16T07:53:21.689" v="28" actId="1076"/>
      <pc:docMkLst>
        <pc:docMk/>
      </pc:docMkLst>
      <pc:sldChg chg="addSp delSp modSp mod">
        <pc:chgData name="Eric Chung" userId="632e8f53-3579-423d-aeb9-b533fd337ed9" providerId="ADAL" clId="{2FDE1115-C568-4428-912F-F86A337D9984}" dt="2025-06-16T07:53:21.689" v="28" actId="1076"/>
        <pc:sldMkLst>
          <pc:docMk/>
          <pc:sldMk cId="2979358412" sldId="2146846996"/>
        </pc:sldMkLst>
      </pc:sldChg>
    </pc:docChg>
  </pc:docChgLst>
  <pc:docChgLst>
    <pc:chgData name="Aaron Fung" userId="09a62e1b-a908-44c2-a78c-4509d99436bb" providerId="ADAL" clId="{29272AF4-AE1B-4104-AEAE-3BABF48EEC8B}"/>
    <pc:docChg chg="undo redo custSel addSld delSld modSld sldOrd">
      <pc:chgData name="Aaron Fung" userId="09a62e1b-a908-44c2-a78c-4509d99436bb" providerId="ADAL" clId="{29272AF4-AE1B-4104-AEAE-3BABF48EEC8B}" dt="2025-07-11T04:15:12.957" v="437" actId="14100"/>
      <pc:docMkLst>
        <pc:docMk/>
      </pc:docMkLst>
      <pc:sldChg chg="modSp del mod">
        <pc:chgData name="Aaron Fung" userId="09a62e1b-a908-44c2-a78c-4509d99436bb" providerId="ADAL" clId="{29272AF4-AE1B-4104-AEAE-3BABF48EEC8B}" dt="2025-07-11T03:48:22.632" v="184" actId="47"/>
        <pc:sldMkLst>
          <pc:docMk/>
          <pc:sldMk cId="3058607716" sldId="323"/>
        </pc:sldMkLst>
      </pc:sldChg>
      <pc:sldChg chg="addSp delSp modSp del mod">
        <pc:chgData name="Aaron Fung" userId="09a62e1b-a908-44c2-a78c-4509d99436bb" providerId="ADAL" clId="{29272AF4-AE1B-4104-AEAE-3BABF48EEC8B}" dt="2025-07-03T03:09:08.783" v="71" actId="47"/>
        <pc:sldMkLst>
          <pc:docMk/>
          <pc:sldMk cId="2979358412" sldId="2146846996"/>
        </pc:sldMkLst>
      </pc:sldChg>
      <pc:sldChg chg="add del">
        <pc:chgData name="Aaron Fung" userId="09a62e1b-a908-44c2-a78c-4509d99436bb" providerId="ADAL" clId="{29272AF4-AE1B-4104-AEAE-3BABF48EEC8B}" dt="2025-07-03T03:09:09.131" v="72" actId="47"/>
        <pc:sldMkLst>
          <pc:docMk/>
          <pc:sldMk cId="2935298849" sldId="2146846997"/>
        </pc:sldMkLst>
      </pc:sldChg>
      <pc:sldChg chg="add del">
        <pc:chgData name="Aaron Fung" userId="09a62e1b-a908-44c2-a78c-4509d99436bb" providerId="ADAL" clId="{29272AF4-AE1B-4104-AEAE-3BABF48EEC8B}" dt="2025-06-27T03:56:29.582" v="36" actId="47"/>
        <pc:sldMkLst>
          <pc:docMk/>
          <pc:sldMk cId="3384440194" sldId="2146846997"/>
        </pc:sldMkLst>
      </pc:sldChg>
      <pc:sldChg chg="add del">
        <pc:chgData name="Aaron Fung" userId="09a62e1b-a908-44c2-a78c-4509d99436bb" providerId="ADAL" clId="{29272AF4-AE1B-4104-AEAE-3BABF48EEC8B}" dt="2025-07-03T03:09:09.284" v="73" actId="47"/>
        <pc:sldMkLst>
          <pc:docMk/>
          <pc:sldMk cId="2950767631" sldId="2146846998"/>
        </pc:sldMkLst>
      </pc:sldChg>
      <pc:sldChg chg="add del">
        <pc:chgData name="Aaron Fung" userId="09a62e1b-a908-44c2-a78c-4509d99436bb" providerId="ADAL" clId="{29272AF4-AE1B-4104-AEAE-3BABF48EEC8B}" dt="2025-06-27T03:56:30.215" v="37" actId="47"/>
        <pc:sldMkLst>
          <pc:docMk/>
          <pc:sldMk cId="3442469312" sldId="2146846998"/>
        </pc:sldMkLst>
      </pc:sldChg>
      <pc:sldChg chg="add del">
        <pc:chgData name="Aaron Fung" userId="09a62e1b-a908-44c2-a78c-4509d99436bb" providerId="ADAL" clId="{29272AF4-AE1B-4104-AEAE-3BABF48EEC8B}" dt="2025-07-03T03:09:09.447" v="74" actId="47"/>
        <pc:sldMkLst>
          <pc:docMk/>
          <pc:sldMk cId="1175755316" sldId="2146846999"/>
        </pc:sldMkLst>
      </pc:sldChg>
      <pc:sldChg chg="add del">
        <pc:chgData name="Aaron Fung" userId="09a62e1b-a908-44c2-a78c-4509d99436bb" providerId="ADAL" clId="{29272AF4-AE1B-4104-AEAE-3BABF48EEC8B}" dt="2025-07-03T03:09:10.436" v="75" actId="47"/>
        <pc:sldMkLst>
          <pc:docMk/>
          <pc:sldMk cId="1774640885" sldId="2146847000"/>
        </pc:sldMkLst>
      </pc:sldChg>
      <pc:sldChg chg="add del">
        <pc:chgData name="Aaron Fung" userId="09a62e1b-a908-44c2-a78c-4509d99436bb" providerId="ADAL" clId="{29272AF4-AE1B-4104-AEAE-3BABF48EEC8B}" dt="2025-07-03T03:09:10.805" v="76" actId="47"/>
        <pc:sldMkLst>
          <pc:docMk/>
          <pc:sldMk cId="1192626550" sldId="2146847001"/>
        </pc:sldMkLst>
      </pc:sldChg>
      <pc:sldChg chg="add del">
        <pc:chgData name="Aaron Fung" userId="09a62e1b-a908-44c2-a78c-4509d99436bb" providerId="ADAL" clId="{29272AF4-AE1B-4104-AEAE-3BABF48EEC8B}" dt="2025-07-03T03:09:11.591" v="77" actId="47"/>
        <pc:sldMkLst>
          <pc:docMk/>
          <pc:sldMk cId="3441510685" sldId="2146847002"/>
        </pc:sldMkLst>
      </pc:sldChg>
      <pc:sldChg chg="addSp delSp modSp add mod ord">
        <pc:chgData name="Aaron Fung" userId="09a62e1b-a908-44c2-a78c-4509d99436bb" providerId="ADAL" clId="{29272AF4-AE1B-4104-AEAE-3BABF48EEC8B}" dt="2025-07-11T04:15:12.957" v="437" actId="14100"/>
        <pc:sldMkLst>
          <pc:docMk/>
          <pc:sldMk cId="1291662857" sldId="2146847003"/>
        </pc:sldMkLst>
      </pc:sldChg>
      <pc:sldChg chg="addSp delSp modSp new mod">
        <pc:chgData name="Aaron Fung" userId="09a62e1b-a908-44c2-a78c-4509d99436bb" providerId="ADAL" clId="{29272AF4-AE1B-4104-AEAE-3BABF48EEC8B}" dt="2025-07-11T03:59:51.855" v="265" actId="20577"/>
        <pc:sldMkLst>
          <pc:docMk/>
          <pc:sldMk cId="2700664884" sldId="2146847004"/>
        </pc:sldMkLst>
      </pc:sldChg>
      <pc:sldChg chg="new del">
        <pc:chgData name="Aaron Fung" userId="09a62e1b-a908-44c2-a78c-4509d99436bb" providerId="ADAL" clId="{29272AF4-AE1B-4104-AEAE-3BABF48EEC8B}" dt="2025-07-11T03:32:50.216" v="80" actId="680"/>
        <pc:sldMkLst>
          <pc:docMk/>
          <pc:sldMk cId="3182709288" sldId="2146847004"/>
        </pc:sldMkLst>
      </pc:sldChg>
      <pc:sldChg chg="addSp delSp modSp add del mod">
        <pc:chgData name="Aaron Fung" userId="09a62e1b-a908-44c2-a78c-4509d99436bb" providerId="ADAL" clId="{29272AF4-AE1B-4104-AEAE-3BABF48EEC8B}" dt="2025-07-11T03:51:07.557" v="221" actId="47"/>
        <pc:sldMkLst>
          <pc:docMk/>
          <pc:sldMk cId="1978074076" sldId="2146847005"/>
        </pc:sldMkLst>
      </pc:sldChg>
      <pc:sldChg chg="add">
        <pc:chgData name="Aaron Fung" userId="09a62e1b-a908-44c2-a78c-4509d99436bb" providerId="ADAL" clId="{29272AF4-AE1B-4104-AEAE-3BABF48EEC8B}" dt="2025-07-11T03:48:21.326" v="183"/>
        <pc:sldMkLst>
          <pc:docMk/>
          <pc:sldMk cId="3298494690" sldId="2146847006"/>
        </pc:sldMkLst>
      </pc:sldChg>
      <pc:sldChg chg="modSp add mod ord">
        <pc:chgData name="Aaron Fung" userId="09a62e1b-a908-44c2-a78c-4509d99436bb" providerId="ADAL" clId="{29272AF4-AE1B-4104-AEAE-3BABF48EEC8B}" dt="2025-07-11T03:58:49.690" v="249"/>
        <pc:sldMkLst>
          <pc:docMk/>
          <pc:sldMk cId="1408111281" sldId="2146847007"/>
        </pc:sldMkLst>
      </pc:sldChg>
    </pc:docChg>
  </pc:docChgLst>
  <pc:docChgLst>
    <pc:chgData name="Aaron sc Fung" userId="09a62e1b-a908-44c2-a78c-4509d99436bb" providerId="ADAL" clId="{2D46C7D8-4D47-4B35-88BB-F62941BA9C1D}"/>
    <pc:docChg chg="custSel modSld">
      <pc:chgData name="Aaron sc Fung" userId="09a62e1b-a908-44c2-a78c-4509d99436bb" providerId="ADAL" clId="{2D46C7D8-4D47-4B35-88BB-F62941BA9C1D}" dt="2025-06-10T03:57:55.891" v="9" actId="1076"/>
      <pc:docMkLst>
        <pc:docMk/>
      </pc:docMkLst>
      <pc:sldChg chg="addSp delSp modSp mod modTransition delAnim modAnim">
        <pc:chgData name="Aaron sc Fung" userId="09a62e1b-a908-44c2-a78c-4509d99436bb" providerId="ADAL" clId="{2D46C7D8-4D47-4B35-88BB-F62941BA9C1D}" dt="2025-06-10T03:57:55.891" v="9" actId="1076"/>
        <pc:sldMkLst>
          <pc:docMk/>
          <pc:sldMk cId="2979358412" sldId="2146846996"/>
        </pc:sldMkLst>
      </pc:sldChg>
    </pc:docChg>
  </pc:docChgLst>
  <pc:docChgLst>
    <pc:chgData name="Aaron Fung" userId="09a62e1b-a908-44c2-a78c-4509d99436bb" providerId="ADAL" clId="{D16780DB-47FE-4B01-A13D-21FEBFE98158}"/>
    <pc:docChg chg="undo custSel addSld delSld modSld">
      <pc:chgData name="Aaron Fung" userId="09a62e1b-a908-44c2-a78c-4509d99436bb" providerId="ADAL" clId="{D16780DB-47FE-4B01-A13D-21FEBFE98158}" dt="2025-08-04T09:48:03.257" v="225" actId="20577"/>
      <pc:docMkLst>
        <pc:docMk/>
      </pc:docMkLst>
      <pc:sldChg chg="del">
        <pc:chgData name="Aaron Fung" userId="09a62e1b-a908-44c2-a78c-4509d99436bb" providerId="ADAL" clId="{D16780DB-47FE-4B01-A13D-21FEBFE98158}" dt="2025-07-31T02:00:21.395" v="2" actId="47"/>
        <pc:sldMkLst>
          <pc:docMk/>
          <pc:sldMk cId="1291662857" sldId="2146847003"/>
        </pc:sldMkLst>
      </pc:sldChg>
      <pc:sldChg chg="del">
        <pc:chgData name="Aaron Fung" userId="09a62e1b-a908-44c2-a78c-4509d99436bb" providerId="ADAL" clId="{D16780DB-47FE-4B01-A13D-21FEBFE98158}" dt="2025-07-31T02:00:20.107" v="1" actId="47"/>
        <pc:sldMkLst>
          <pc:docMk/>
          <pc:sldMk cId="2700664884" sldId="2146847004"/>
        </pc:sldMkLst>
      </pc:sldChg>
      <pc:sldChg chg="addSp delSp modSp add mod setBg">
        <pc:chgData name="Aaron Fung" userId="09a62e1b-a908-44c2-a78c-4509d99436bb" providerId="ADAL" clId="{D16780DB-47FE-4B01-A13D-21FEBFE98158}" dt="2025-08-04T09:40:58.395" v="189" actId="1076"/>
        <pc:sldMkLst>
          <pc:docMk/>
          <pc:sldMk cId="2918559079" sldId="2146847004"/>
        </pc:sldMkLst>
        <pc:spChg chg="mod">
          <ac:chgData name="Aaron Fung" userId="09a62e1b-a908-44c2-a78c-4509d99436bb" providerId="ADAL" clId="{D16780DB-47FE-4B01-A13D-21FEBFE98158}" dt="2025-08-04T09:34:14.550" v="28" actId="404"/>
          <ac:spMkLst>
            <pc:docMk/>
            <pc:sldMk cId="2918559079" sldId="2146847004"/>
            <ac:spMk id="3" creationId="{8F69DCBA-5581-AB6C-2B04-011E98DE1D7B}"/>
          </ac:spMkLst>
        </pc:spChg>
        <pc:spChg chg="mod">
          <ac:chgData name="Aaron Fung" userId="09a62e1b-a908-44c2-a78c-4509d99436bb" providerId="ADAL" clId="{D16780DB-47FE-4B01-A13D-21FEBFE98158}" dt="2025-08-04T09:34:34.636" v="33" actId="20577"/>
          <ac:spMkLst>
            <pc:docMk/>
            <pc:sldMk cId="2918559079" sldId="2146847004"/>
            <ac:spMk id="9" creationId="{F2E8F36C-FD72-E9B3-B2E2-EC8261731240}"/>
          </ac:spMkLst>
        </pc:spChg>
        <pc:spChg chg="mod">
          <ac:chgData name="Aaron Fung" userId="09a62e1b-a908-44c2-a78c-4509d99436bb" providerId="ADAL" clId="{D16780DB-47FE-4B01-A13D-21FEBFE98158}" dt="2025-08-04T09:38:48.061" v="171" actId="1076"/>
          <ac:spMkLst>
            <pc:docMk/>
            <pc:sldMk cId="2918559079" sldId="2146847004"/>
            <ac:spMk id="38" creationId="{7254F37B-B189-E6BD-6095-E64416C546E8}"/>
          </ac:spMkLst>
        </pc:spChg>
        <pc:spChg chg="mod">
          <ac:chgData name="Aaron Fung" userId="09a62e1b-a908-44c2-a78c-4509d99436bb" providerId="ADAL" clId="{D16780DB-47FE-4B01-A13D-21FEBFE98158}" dt="2025-08-04T09:38:43.181" v="170" actId="1076"/>
          <ac:spMkLst>
            <pc:docMk/>
            <pc:sldMk cId="2918559079" sldId="2146847004"/>
            <ac:spMk id="39" creationId="{D48F8A6A-45C4-02FA-7BA5-CDFCF3E8CC27}"/>
          </ac:spMkLst>
        </pc:spChg>
        <pc:spChg chg="mod">
          <ac:chgData name="Aaron Fung" userId="09a62e1b-a908-44c2-a78c-4509d99436bb" providerId="ADAL" clId="{D16780DB-47FE-4B01-A13D-21FEBFE98158}" dt="2025-08-04T09:38:34.064" v="168" actId="1076"/>
          <ac:spMkLst>
            <pc:docMk/>
            <pc:sldMk cId="2918559079" sldId="2146847004"/>
            <ac:spMk id="41" creationId="{4BFE13BB-2EC3-C8F9-7C6E-7CCD6F4564FA}"/>
          </ac:spMkLst>
        </pc:spChg>
        <pc:spChg chg="del">
          <ac:chgData name="Aaron Fung" userId="09a62e1b-a908-44c2-a78c-4509d99436bb" providerId="ADAL" clId="{D16780DB-47FE-4B01-A13D-21FEBFE98158}" dt="2025-08-04T09:38:05.491" v="139" actId="478"/>
          <ac:spMkLst>
            <pc:docMk/>
            <pc:sldMk cId="2918559079" sldId="2146847004"/>
            <ac:spMk id="42" creationId="{F1A68DE2-25D2-F0AD-FCE1-277B60DA5D30}"/>
          </ac:spMkLst>
        </pc:spChg>
        <pc:picChg chg="add mod">
          <ac:chgData name="Aaron Fung" userId="09a62e1b-a908-44c2-a78c-4509d99436bb" providerId="ADAL" clId="{D16780DB-47FE-4B01-A13D-21FEBFE98158}" dt="2025-08-04T09:39:55.917" v="179" actId="1076"/>
          <ac:picMkLst>
            <pc:docMk/>
            <pc:sldMk cId="2918559079" sldId="2146847004"/>
            <ac:picMk id="5" creationId="{E1BB74B5-73F2-D470-C5EB-3273439368B7}"/>
          </ac:picMkLst>
        </pc:picChg>
        <pc:picChg chg="add mod">
          <ac:chgData name="Aaron Fung" userId="09a62e1b-a908-44c2-a78c-4509d99436bb" providerId="ADAL" clId="{D16780DB-47FE-4B01-A13D-21FEBFE98158}" dt="2025-08-04T09:39:54.130" v="178" actId="1076"/>
          <ac:picMkLst>
            <pc:docMk/>
            <pc:sldMk cId="2918559079" sldId="2146847004"/>
            <ac:picMk id="7" creationId="{42564285-8EB1-908F-DB41-D1E734A72AC3}"/>
          </ac:picMkLst>
        </pc:picChg>
        <pc:picChg chg="add mod">
          <ac:chgData name="Aaron Fung" userId="09a62e1b-a908-44c2-a78c-4509d99436bb" providerId="ADAL" clId="{D16780DB-47FE-4B01-A13D-21FEBFE98158}" dt="2025-08-04T09:39:52.997" v="177" actId="1076"/>
          <ac:picMkLst>
            <pc:docMk/>
            <pc:sldMk cId="2918559079" sldId="2146847004"/>
            <ac:picMk id="10" creationId="{190D5C8D-28EB-CAD3-FB9F-C5F832ACE598}"/>
          </ac:picMkLst>
        </pc:picChg>
        <pc:picChg chg="add mod">
          <ac:chgData name="Aaron Fung" userId="09a62e1b-a908-44c2-a78c-4509d99436bb" providerId="ADAL" clId="{D16780DB-47FE-4B01-A13D-21FEBFE98158}" dt="2025-08-04T09:40:25.295" v="184" actId="1076"/>
          <ac:picMkLst>
            <pc:docMk/>
            <pc:sldMk cId="2918559079" sldId="2146847004"/>
            <ac:picMk id="12" creationId="{79E9D720-FFBF-DFB0-E871-363A7C8FF625}"/>
          </ac:picMkLst>
        </pc:picChg>
        <pc:picChg chg="add mod">
          <ac:chgData name="Aaron Fung" userId="09a62e1b-a908-44c2-a78c-4509d99436bb" providerId="ADAL" clId="{D16780DB-47FE-4B01-A13D-21FEBFE98158}" dt="2025-08-04T09:40:58.395" v="189" actId="1076"/>
          <ac:picMkLst>
            <pc:docMk/>
            <pc:sldMk cId="2918559079" sldId="2146847004"/>
            <ac:picMk id="14" creationId="{F1E25E62-EB90-E2F4-ED3E-755AF8E4C30F}"/>
          </ac:picMkLst>
        </pc:picChg>
        <pc:picChg chg="del">
          <ac:chgData name="Aaron Fung" userId="09a62e1b-a908-44c2-a78c-4509d99436bb" providerId="ADAL" clId="{D16780DB-47FE-4B01-A13D-21FEBFE98158}" dt="2025-08-04T09:36:44.572" v="36" actId="478"/>
          <ac:picMkLst>
            <pc:docMk/>
            <pc:sldMk cId="2918559079" sldId="2146847004"/>
            <ac:picMk id="30" creationId="{60AA7BE2-5C36-BFC7-2B8D-650041FDD5AC}"/>
          </ac:picMkLst>
        </pc:picChg>
        <pc:picChg chg="del">
          <ac:chgData name="Aaron Fung" userId="09a62e1b-a908-44c2-a78c-4509d99436bb" providerId="ADAL" clId="{D16780DB-47FE-4B01-A13D-21FEBFE98158}" dt="2025-08-04T09:36:43.754" v="35" actId="478"/>
          <ac:picMkLst>
            <pc:docMk/>
            <pc:sldMk cId="2918559079" sldId="2146847004"/>
            <ac:picMk id="34" creationId="{DEEB2F32-3DB4-0FEC-BDD9-E45E415D8064}"/>
          </ac:picMkLst>
        </pc:picChg>
        <pc:picChg chg="del">
          <ac:chgData name="Aaron Fung" userId="09a62e1b-a908-44c2-a78c-4509d99436bb" providerId="ADAL" clId="{D16780DB-47FE-4B01-A13D-21FEBFE98158}" dt="2025-08-04T09:36:45.054" v="37" actId="478"/>
          <ac:picMkLst>
            <pc:docMk/>
            <pc:sldMk cId="2918559079" sldId="2146847004"/>
            <ac:picMk id="35" creationId="{CD62B289-07D5-CCB6-97B4-F22EFCEB2705}"/>
          </ac:picMkLst>
        </pc:picChg>
        <pc:picChg chg="del mod">
          <ac:chgData name="Aaron Fung" userId="09a62e1b-a908-44c2-a78c-4509d99436bb" providerId="ADAL" clId="{D16780DB-47FE-4B01-A13D-21FEBFE98158}" dt="2025-08-04T09:36:45.655" v="39" actId="478"/>
          <ac:picMkLst>
            <pc:docMk/>
            <pc:sldMk cId="2918559079" sldId="2146847004"/>
            <ac:picMk id="36" creationId="{C6E89481-9368-79D2-7234-F801AC95B970}"/>
          </ac:picMkLst>
        </pc:picChg>
      </pc:sldChg>
      <pc:sldChg chg="setBg">
        <pc:chgData name="Aaron Fung" userId="09a62e1b-a908-44c2-a78c-4509d99436bb" providerId="ADAL" clId="{D16780DB-47FE-4B01-A13D-21FEBFE98158}" dt="2025-08-04T09:15:12.734" v="8"/>
        <pc:sldMkLst>
          <pc:docMk/>
          <pc:sldMk cId="3298494690" sldId="2146847006"/>
        </pc:sldMkLst>
      </pc:sldChg>
      <pc:sldChg chg="del">
        <pc:chgData name="Aaron Fung" userId="09a62e1b-a908-44c2-a78c-4509d99436bb" providerId="ADAL" clId="{D16780DB-47FE-4B01-A13D-21FEBFE98158}" dt="2025-07-31T02:00:19.280" v="0" actId="47"/>
        <pc:sldMkLst>
          <pc:docMk/>
          <pc:sldMk cId="1408111281" sldId="2146847007"/>
        </pc:sldMkLst>
      </pc:sldChg>
      <pc:sldChg chg="addSp modSp add del setBg">
        <pc:chgData name="Aaron Fung" userId="09a62e1b-a908-44c2-a78c-4509d99436bb" providerId="ADAL" clId="{D16780DB-47FE-4B01-A13D-21FEBFE98158}" dt="2025-08-04T09:20:59.307" v="20" actId="47"/>
        <pc:sldMkLst>
          <pc:docMk/>
          <pc:sldMk cId="2219797258" sldId="2146847011"/>
        </pc:sldMkLst>
      </pc:sldChg>
      <pc:sldChg chg="modSp add mod setBg">
        <pc:chgData name="Aaron Fung" userId="09a62e1b-a908-44c2-a78c-4509d99436bb" providerId="ADAL" clId="{D16780DB-47FE-4B01-A13D-21FEBFE98158}" dt="2025-08-04T09:47:40.160" v="197" actId="20577"/>
        <pc:sldMkLst>
          <pc:docMk/>
          <pc:sldMk cId="147950995" sldId="2146847056"/>
        </pc:sldMkLst>
        <pc:graphicFrameChg chg="modGraphic">
          <ac:chgData name="Aaron Fung" userId="09a62e1b-a908-44c2-a78c-4509d99436bb" providerId="ADAL" clId="{D16780DB-47FE-4B01-A13D-21FEBFE98158}" dt="2025-08-04T09:47:40.160" v="197" actId="20577"/>
          <ac:graphicFrameMkLst>
            <pc:docMk/>
            <pc:sldMk cId="147950995" sldId="2146847056"/>
            <ac:graphicFrameMk id="47" creationId="{2903321D-52A7-37E5-D329-383688359837}"/>
          </ac:graphicFrameMkLst>
        </pc:graphicFrameChg>
      </pc:sldChg>
      <pc:sldChg chg="add setBg">
        <pc:chgData name="Aaron Fung" userId="09a62e1b-a908-44c2-a78c-4509d99436bb" providerId="ADAL" clId="{D16780DB-47FE-4B01-A13D-21FEBFE98158}" dt="2025-08-04T09:21:13.393" v="24"/>
        <pc:sldMkLst>
          <pc:docMk/>
          <pc:sldMk cId="2957856975" sldId="2146847088"/>
        </pc:sldMkLst>
      </pc:sldChg>
      <pc:sldChg chg="delSp add mod setBg delAnim">
        <pc:chgData name="Aaron Fung" userId="09a62e1b-a908-44c2-a78c-4509d99436bb" providerId="ADAL" clId="{D16780DB-47FE-4B01-A13D-21FEBFE98158}" dt="2025-08-04T09:20:06.769" v="11"/>
        <pc:sldMkLst>
          <pc:docMk/>
          <pc:sldMk cId="4275664960" sldId="2146847110"/>
        </pc:sldMkLst>
        <pc:spChg chg="del">
          <ac:chgData name="Aaron Fung" userId="09a62e1b-a908-44c2-a78c-4509d99436bb" providerId="ADAL" clId="{D16780DB-47FE-4B01-A13D-21FEBFE98158}" dt="2025-08-04T09:20:01.512" v="10" actId="478"/>
          <ac:spMkLst>
            <pc:docMk/>
            <pc:sldMk cId="4275664960" sldId="2146847110"/>
            <ac:spMk id="1074" creationId="{CD39F126-5809-EDB7-C51B-34CE7C3A5146}"/>
          </ac:spMkLst>
        </pc:spChg>
      </pc:sldChg>
      <pc:sldChg chg="add setBg">
        <pc:chgData name="Aaron Fung" userId="09a62e1b-a908-44c2-a78c-4509d99436bb" providerId="ADAL" clId="{D16780DB-47FE-4B01-A13D-21FEBFE98158}" dt="2025-08-04T09:20:21.208" v="15"/>
        <pc:sldMkLst>
          <pc:docMk/>
          <pc:sldMk cId="3090151912" sldId="2146847112"/>
        </pc:sldMkLst>
      </pc:sldChg>
      <pc:sldChg chg="modSp add mod setBg">
        <pc:chgData name="Aaron Fung" userId="09a62e1b-a908-44c2-a78c-4509d99436bb" providerId="ADAL" clId="{D16780DB-47FE-4B01-A13D-21FEBFE98158}" dt="2025-08-04T09:48:03.257" v="225" actId="20577"/>
        <pc:sldMkLst>
          <pc:docMk/>
          <pc:sldMk cId="1650278709" sldId="2146847113"/>
        </pc:sldMkLst>
        <pc:spChg chg="mod">
          <ac:chgData name="Aaron Fung" userId="09a62e1b-a908-44c2-a78c-4509d99436bb" providerId="ADAL" clId="{D16780DB-47FE-4B01-A13D-21FEBFE98158}" dt="2025-08-04T09:48:03.257" v="225" actId="20577"/>
          <ac:spMkLst>
            <pc:docMk/>
            <pc:sldMk cId="1650278709" sldId="2146847113"/>
            <ac:spMk id="30" creationId="{4CD0BEA7-6381-981D-DA64-379A7371A8EC}"/>
          </ac:spMkLst>
        </pc:spChg>
      </pc:sldChg>
      <pc:sldChg chg="add setBg">
        <pc:chgData name="Aaron Fung" userId="09a62e1b-a908-44c2-a78c-4509d99436bb" providerId="ADAL" clId="{D16780DB-47FE-4B01-A13D-21FEBFE98158}" dt="2025-08-04T09:21:09.822" v="23"/>
        <pc:sldMkLst>
          <pc:docMk/>
          <pc:sldMk cId="175187873" sldId="214684711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63D315-076B-4472-B8C6-FF2E14E63F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456371-5505-483E-9029-F438B26EBB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fld id="{1DB7488D-F069-4FB3-9B54-C4864CDE8A4E}" type="datetimeFigureOut">
              <a:rPr lang="en-US" altLang="en-US"/>
              <a:pPr>
                <a:defRPr/>
              </a:pPr>
              <a:t>10/21/2025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62012-5E1B-40C0-85F4-1D7041BAE3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0F6CE-EC74-4D7D-8B55-3D8CC0C83A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F9EA97-885E-4E63-83DC-0B470CB470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A1182A3-EE1B-49C1-9482-5B8D40FE88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B42D8B6-FBF5-454F-9A3F-19E2A369E62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C741888-9B4D-4205-8ED0-A9A90845691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3" y="739775"/>
            <a:ext cx="6573837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B8EE8030-E4BD-458D-874A-AD0FE0DFAF3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96979D41-1220-407D-89C0-42B8F0F157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D501D379-05B1-4D2C-A6D3-818F65A7E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3A382A-C681-4CA5-97EB-4E9B3DFCCF8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3A382A-C681-4CA5-97EB-4E9B3DFCCF85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16388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24EE6-7BEF-294C-8FC0-87FDF4287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BAEFD-471C-DDBA-72C9-96869A329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385F0-FFFE-3886-651D-BF49631AB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E51E1-D040-D999-EBE5-9DB398D32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3A382A-C681-4CA5-97EB-4E9B3DFCCF85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98610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3A382A-C681-4CA5-97EB-4E9B3DFCCF85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2816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C725-D275-5DD3-8A92-16F386EE2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D4E0D-8787-9DE1-8263-B01D1323E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FE930-4BE0-B626-3F41-CFDE2A02F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DBCE2-B429-503B-B127-3A2823874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3A382A-C681-4CA5-97EB-4E9B3DFCCF85}" type="slidenum">
              <a:rPr lang="zh-TW" altLang="en-US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4783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9EDF-C1DA-5887-C568-28333F7B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5BE911-2A82-C23D-670F-076594522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EF41A-673F-4FB8-2D66-EC5288C37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E5AF6-381F-BDE5-448F-6A6CE8943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3A382A-C681-4CA5-97EB-4E9B3DFCCF85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5989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79467" y="377225"/>
            <a:ext cx="6640738" cy="860929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79467" y="1238153"/>
            <a:ext cx="6640738" cy="14605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</a:t>
            </a:r>
            <a:endParaRPr lang="zh-CN" altLang="en-US" dirty="0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900617" y="-14569"/>
            <a:ext cx="3259383" cy="572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278696" y="3657589"/>
            <a:ext cx="3201459" cy="80080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080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99458" y="1097306"/>
            <a:ext cx="9761084" cy="3680713"/>
          </a:xfrm>
        </p:spPr>
        <p:txBody>
          <a:bodyPr/>
          <a:lstStyle>
            <a:lvl1pPr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180000">
              <a:buFont typeface="Wingdings" pitchFamily="2" charset="2"/>
              <a:buChar char="l"/>
              <a:defRPr sz="1200" b="0">
                <a:latin typeface="+mn-lt"/>
              </a:defRPr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0"/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04E8CC1C-F222-4604-8363-B8371FFE0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91709" y="407295"/>
            <a:ext cx="2079624" cy="36577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4704"/>
            <a:ext cx="1280271" cy="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30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FDAFB4BE-E188-4E54-BF33-AA6E4929555A}"/>
              </a:ext>
            </a:extLst>
          </p:cNvPr>
          <p:cNvSpPr txBox="1">
            <a:spLocks/>
          </p:cNvSpPr>
          <p:nvPr userDrawn="1"/>
        </p:nvSpPr>
        <p:spPr>
          <a:xfrm>
            <a:off x="119449" y="5337776"/>
            <a:ext cx="880098" cy="3051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8000" y="228866"/>
            <a:ext cx="9144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333501"/>
            <a:ext cx="91440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zh-CN" altLang="en-US" dirty="0"/>
          </a:p>
          <a:p>
            <a:pPr lvl="2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2"/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225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5" r:id="rId1"/>
    <p:sldLayoutId id="2147484354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rgbClr val="F58220"/>
          </a:solidFill>
          <a:latin typeface="+mj-lt"/>
          <a:ea typeface="+mj-ea"/>
          <a:cs typeface="+mj-cs"/>
        </a:defRPr>
      </a:lvl1pPr>
    </p:titleStyle>
    <p:bodyStyle>
      <a:lvl1pPr marL="34290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lang="zh-CN" alt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microsoft.com/office/2007/relationships/hdphoto" Target="../media/hdphoto2.wdp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7.jpeg"/><Relationship Id="rId5" Type="http://schemas.openxmlformats.org/officeDocument/2006/relationships/image" Target="../media/image22.png"/><Relationship Id="rId15" Type="http://schemas.openxmlformats.org/officeDocument/2006/relationships/image" Target="../media/image30.svg"/><Relationship Id="rId10" Type="http://schemas.microsoft.com/office/2007/relationships/hdphoto" Target="../media/hdphoto1.wdp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microsoft.com/office/2007/relationships/hdphoto" Target="../media/hdphoto2.wdp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7.jpeg"/><Relationship Id="rId5" Type="http://schemas.openxmlformats.org/officeDocument/2006/relationships/image" Target="../media/image22.png"/><Relationship Id="rId15" Type="http://schemas.openxmlformats.org/officeDocument/2006/relationships/image" Target="../media/image30.svg"/><Relationship Id="rId10" Type="http://schemas.microsoft.com/office/2007/relationships/hdphoto" Target="../media/hdphoto1.wdp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jpe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307E-D3B1-E9A7-9FD5-8A4B3BD23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10" y="1302117"/>
            <a:ext cx="7233964" cy="1964057"/>
          </a:xfrm>
        </p:spPr>
        <p:txBody>
          <a:bodyPr/>
          <a:lstStyle/>
          <a:p>
            <a:r>
              <a:rPr lang="en-US" altLang="zh-HK" sz="3600" dirty="0">
                <a:latin typeface="Aptos Display" panose="020B0004020202020204" pitchFamily="34" charset="0"/>
              </a:rPr>
              <a:t>IMDS System </a:t>
            </a:r>
            <a:r>
              <a:rPr lang="en-US" sz="3600" dirty="0">
                <a:latin typeface="Aptos Display" panose="020B0004020202020204" pitchFamily="34" charset="0"/>
              </a:rPr>
              <a:t>(Aaron)</a:t>
            </a:r>
          </a:p>
        </p:txBody>
      </p:sp>
    </p:spTree>
    <p:extLst>
      <p:ext uri="{BB962C8B-B14F-4D97-AF65-F5344CB8AC3E}">
        <p14:creationId xmlns:p14="http://schemas.microsoft.com/office/powerpoint/2010/main" val="3298494690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A6521-9405-922E-2747-CAD1372D3B7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29766" y="1350915"/>
            <a:ext cx="5054988" cy="365777"/>
          </a:xfrm>
        </p:spPr>
        <p:txBody>
          <a:bodyPr anchor="ctr"/>
          <a:lstStyle/>
          <a:p>
            <a:r>
              <a:rPr lang="en-US" sz="1800" dirty="0">
                <a:cs typeface="Arial" pitchFamily="34"/>
              </a:rPr>
              <a:t>How the automatic logic? </a:t>
            </a:r>
            <a:endParaRPr lang="en-US" sz="1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092647E-ED97-0FE9-D5AD-00E0345E857D}"/>
              </a:ext>
            </a:extLst>
          </p:cNvPr>
          <p:cNvSpPr/>
          <p:nvPr/>
        </p:nvSpPr>
        <p:spPr>
          <a:xfrm>
            <a:off x="3667102" y="3054587"/>
            <a:ext cx="1625885" cy="992024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C527F-2E14-05F5-A80D-EE361D235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034" y="3199492"/>
            <a:ext cx="1181210" cy="677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C68C5C-0824-73A1-2BF9-400B93B9C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227" y="2130983"/>
            <a:ext cx="1180467" cy="179881"/>
          </a:xfrm>
          <a:prstGeom prst="rect">
            <a:avLst/>
          </a:prstGeom>
        </p:spPr>
      </p:pic>
      <p:sp>
        <p:nvSpPr>
          <p:cNvPr id="9" name="AutoShape 6" descr="Website Icon | Custom-Designed Icons ~ Creative Market">
            <a:extLst>
              <a:ext uri="{FF2B5EF4-FFF2-40B4-BE49-F238E27FC236}">
                <a16:creationId xmlns:a16="http://schemas.microsoft.com/office/drawing/2014/main" id="{FF357481-5436-D644-DD21-3BF282A2C4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45444" y="37250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2C76AE-EED1-5BCD-0FEF-397B2DCA3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957" y="1550472"/>
            <a:ext cx="851689" cy="496919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103D5B-4945-160D-5366-476B9D1F4939}"/>
              </a:ext>
            </a:extLst>
          </p:cNvPr>
          <p:cNvSpPr/>
          <p:nvPr/>
        </p:nvSpPr>
        <p:spPr>
          <a:xfrm>
            <a:off x="3613127" y="1540164"/>
            <a:ext cx="1625885" cy="991299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EE76E7AE-9F52-F4AA-B44A-9B492A683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74" y="3725040"/>
            <a:ext cx="459392" cy="42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E0880DB2-BEC8-37E0-3D39-753A05EEE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368" y="3725041"/>
            <a:ext cx="459392" cy="42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C0B6022-192F-305A-E4CE-688798F6D039}"/>
              </a:ext>
            </a:extLst>
          </p:cNvPr>
          <p:cNvSpPr txBox="1"/>
          <p:nvPr/>
        </p:nvSpPr>
        <p:spPr>
          <a:xfrm>
            <a:off x="695804" y="3156818"/>
            <a:ext cx="20341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latin typeface="+mn-lt"/>
              </a:rPr>
              <a:t>Excels with IMDS ID no. to be downloaded with 40000+ row of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aseline="0" dirty="0">
              <a:latin typeface="+mn-lt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FAD1E57-E622-974C-0BFE-64F9DD74256B}"/>
              </a:ext>
            </a:extLst>
          </p:cNvPr>
          <p:cNvSpPr/>
          <p:nvPr/>
        </p:nvSpPr>
        <p:spPr>
          <a:xfrm>
            <a:off x="3028448" y="3443942"/>
            <a:ext cx="307975" cy="20974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816F5A2-436E-60B1-AF4A-B526C13EBA18}"/>
              </a:ext>
            </a:extLst>
          </p:cNvPr>
          <p:cNvSpPr/>
          <p:nvPr/>
        </p:nvSpPr>
        <p:spPr>
          <a:xfrm rot="16200000">
            <a:off x="4102290" y="2689024"/>
            <a:ext cx="307975" cy="18904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60F6190-28B7-BBA4-4262-483C8A258F85}"/>
              </a:ext>
            </a:extLst>
          </p:cNvPr>
          <p:cNvSpPr/>
          <p:nvPr/>
        </p:nvSpPr>
        <p:spPr>
          <a:xfrm rot="5400000">
            <a:off x="4542785" y="2699651"/>
            <a:ext cx="307975" cy="18904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2BB30123-C202-67AC-E838-C8BE450EC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059" y="2197503"/>
            <a:ext cx="253513" cy="31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>
            <a:extLst>
              <a:ext uri="{FF2B5EF4-FFF2-40B4-BE49-F238E27FC236}">
                <a16:creationId xmlns:a16="http://schemas.microsoft.com/office/drawing/2014/main" id="{2BB39B4A-21B7-CC1D-DE2B-44C598D16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159" y="2198794"/>
            <a:ext cx="253513" cy="31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6C945D7-3F71-4F81-74FB-78018AF37949}"/>
              </a:ext>
            </a:extLst>
          </p:cNvPr>
          <p:cNvSpPr txBox="1"/>
          <p:nvPr/>
        </p:nvSpPr>
        <p:spPr>
          <a:xfrm>
            <a:off x="5413447" y="1636706"/>
            <a:ext cx="21770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latin typeface="+mn-lt"/>
              </a:rPr>
              <a:t>Login the IMDS Web Site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latin typeface="+mn-lt"/>
              </a:rPr>
              <a:t>Downloaded the IMDS Reports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aseline="0" dirty="0">
              <a:latin typeface="+mn-lt"/>
            </a:endParaRPr>
          </a:p>
        </p:txBody>
      </p:sp>
      <p:pic>
        <p:nvPicPr>
          <p:cNvPr id="25" name="Picture 10">
            <a:extLst>
              <a:ext uri="{FF2B5EF4-FFF2-40B4-BE49-F238E27FC236}">
                <a16:creationId xmlns:a16="http://schemas.microsoft.com/office/drawing/2014/main" id="{273FE685-4ECC-119C-9A96-4CACA5569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714" y="2187559"/>
            <a:ext cx="253513" cy="31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87D850-2141-3F40-15E8-A89568C83629}"/>
              </a:ext>
            </a:extLst>
          </p:cNvPr>
          <p:cNvSpPr txBox="1"/>
          <p:nvPr/>
        </p:nvSpPr>
        <p:spPr>
          <a:xfrm>
            <a:off x="5162392" y="4170671"/>
            <a:ext cx="23323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000" baseline="0">
                <a:latin typeface="+mn-lt"/>
              </a:defRPr>
            </a:lvl1pPr>
          </a:lstStyle>
          <a:p>
            <a:r>
              <a:rPr lang="en-US" dirty="0"/>
              <a:t>Compare Standards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AF042E2-9F17-B405-CA0A-E62E5D4E02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1872" y="4369934"/>
            <a:ext cx="2505697" cy="752991"/>
          </a:xfrm>
          <a:prstGeom prst="rect">
            <a:avLst/>
          </a:prstGeom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9C3B22A8-328A-5F8E-A298-BC20936CE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276" y="3224699"/>
            <a:ext cx="615210" cy="572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7141805-9194-A806-DE00-8DB039AD54E7}"/>
              </a:ext>
            </a:extLst>
          </p:cNvPr>
          <p:cNvSpPr txBox="1"/>
          <p:nvPr/>
        </p:nvSpPr>
        <p:spPr>
          <a:xfrm>
            <a:off x="6217511" y="3310706"/>
            <a:ext cx="17011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000" baseline="0">
                <a:latin typeface="+mn-lt"/>
              </a:defRPr>
            </a:lvl1pPr>
          </a:lstStyle>
          <a:p>
            <a:r>
              <a:rPr lang="en-US" dirty="0"/>
              <a:t>Generation of Summary Report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29140871-475F-A99A-C575-85F86FBC9C89}"/>
              </a:ext>
            </a:extLst>
          </p:cNvPr>
          <p:cNvSpPr/>
          <p:nvPr/>
        </p:nvSpPr>
        <p:spPr>
          <a:xfrm>
            <a:off x="5599597" y="3443942"/>
            <a:ext cx="307975" cy="20974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962F742-2B6F-AA27-9964-E19838CDD601}"/>
              </a:ext>
            </a:extLst>
          </p:cNvPr>
          <p:cNvSpPr txBox="1">
            <a:spLocks/>
          </p:cNvSpPr>
          <p:nvPr/>
        </p:nvSpPr>
        <p:spPr>
          <a:xfrm>
            <a:off x="1251413" y="369273"/>
            <a:ext cx="9004341" cy="720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2900" fontAlgn="auto">
              <a:spcAft>
                <a:spcPts val="0"/>
              </a:spcAft>
            </a:pPr>
            <a:r>
              <a:rPr lang="en-US" sz="1800" baseline="0" dirty="0"/>
              <a:t>Automatic checking of product of harmful substances again Standards (IMDS)</a:t>
            </a:r>
          </a:p>
          <a:p>
            <a:pPr fontAlgn="auto">
              <a:spcAft>
                <a:spcPts val="0"/>
              </a:spcAft>
            </a:pPr>
            <a:endParaRPr lang="en-US" sz="1400" baseline="0" dirty="0"/>
          </a:p>
        </p:txBody>
      </p:sp>
    </p:spTree>
    <p:extLst>
      <p:ext uri="{BB962C8B-B14F-4D97-AF65-F5344CB8AC3E}">
        <p14:creationId xmlns:p14="http://schemas.microsoft.com/office/powerpoint/2010/main" val="2264512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A6521-9405-922E-2747-CAD1372D3B7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1488" y="769268"/>
            <a:ext cx="6336560" cy="365777"/>
          </a:xfrm>
        </p:spPr>
        <p:txBody>
          <a:bodyPr anchor="ctr"/>
          <a:lstStyle/>
          <a:p>
            <a:r>
              <a:rPr lang="en-US" sz="1800" dirty="0">
                <a:cs typeface="Arial" pitchFamily="34"/>
              </a:rPr>
              <a:t>What is the process step before?</a:t>
            </a:r>
            <a:endParaRPr lang="en-US" sz="1800" dirty="0"/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EACF4E71-A68E-CBE1-D726-8D557C81B341}"/>
              </a:ext>
            </a:extLst>
          </p:cNvPr>
          <p:cNvSpPr/>
          <p:nvPr/>
        </p:nvSpPr>
        <p:spPr>
          <a:xfrm>
            <a:off x="446348" y="1201317"/>
            <a:ext cx="1822894" cy="984693"/>
          </a:xfrm>
          <a:prstGeom prst="flowChartAlternate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i="0" dirty="0">
                <a:solidFill>
                  <a:srgbClr val="31333F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Retrieve IMDS Report IDs from JE Database</a:t>
            </a:r>
            <a:br>
              <a:rPr lang="en-US" sz="1600" b="1" i="0" dirty="0">
                <a:solidFill>
                  <a:srgbClr val="31333F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</a:br>
            <a:endParaRPr lang="en-US" sz="1600" b="1" i="0" dirty="0">
              <a:solidFill>
                <a:srgbClr val="31333F"/>
              </a:solidFill>
              <a:effectLst/>
              <a:highlight>
                <a:srgbClr val="FFFFFF"/>
              </a:highlight>
              <a:latin typeface="Source Sans Pro" panose="020B0503030403020204" pitchFamily="34" charset="0"/>
            </a:endParaRPr>
          </a:p>
          <a:p>
            <a:r>
              <a:rPr lang="en-US" sz="1100" b="0" i="0" dirty="0">
                <a:solidFill>
                  <a:srgbClr val="31333F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Manually search and extract required IMDS IDs.</a:t>
            </a:r>
            <a:endParaRPr lang="en-US" sz="1100" dirty="0"/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12C3925A-251D-E081-467F-51ACD6E0FC2B}"/>
              </a:ext>
            </a:extLst>
          </p:cNvPr>
          <p:cNvSpPr/>
          <p:nvPr/>
        </p:nvSpPr>
        <p:spPr>
          <a:xfrm>
            <a:off x="2919760" y="1201316"/>
            <a:ext cx="1822894" cy="984693"/>
          </a:xfrm>
          <a:prstGeom prst="flowChartAlternate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i="0" dirty="0">
                <a:solidFill>
                  <a:srgbClr val="31333F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Search IDs and Download Reports in IMDS System</a:t>
            </a:r>
          </a:p>
          <a:p>
            <a:pPr algn="ctr"/>
            <a:endParaRPr lang="en-US" sz="1600" b="1" i="0" dirty="0">
              <a:solidFill>
                <a:srgbClr val="31333F"/>
              </a:solidFill>
              <a:effectLst/>
              <a:highlight>
                <a:srgbClr val="FFFFFF"/>
              </a:highlight>
              <a:latin typeface="Source Sans Pro" panose="020B0503030403020204" pitchFamily="34" charset="0"/>
            </a:endParaRPr>
          </a:p>
          <a:p>
            <a:r>
              <a:rPr lang="en-US" sz="1100" b="0" i="0" dirty="0">
                <a:solidFill>
                  <a:srgbClr val="31333F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Enter each ID into the IMDS System and download the files one by one</a:t>
            </a:r>
            <a:endParaRPr lang="en-US" sz="1100" dirty="0"/>
          </a:p>
        </p:txBody>
      </p:sp>
      <p:sp>
        <p:nvSpPr>
          <p:cNvPr id="40" name="Flowchart: Alternate Process 39">
            <a:extLst>
              <a:ext uri="{FF2B5EF4-FFF2-40B4-BE49-F238E27FC236}">
                <a16:creationId xmlns:a16="http://schemas.microsoft.com/office/drawing/2014/main" id="{961D9741-A053-24A9-FA36-84392AB839DE}"/>
              </a:ext>
            </a:extLst>
          </p:cNvPr>
          <p:cNvSpPr/>
          <p:nvPr/>
        </p:nvSpPr>
        <p:spPr>
          <a:xfrm>
            <a:off x="5393172" y="1204628"/>
            <a:ext cx="1822894" cy="984693"/>
          </a:xfrm>
          <a:prstGeom prst="flowChartAlternate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i="0" dirty="0">
                <a:solidFill>
                  <a:srgbClr val="31333F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Compare Reports with Standard</a:t>
            </a:r>
          </a:p>
          <a:p>
            <a:pPr algn="ctr"/>
            <a:endParaRPr lang="en-US" sz="1600" b="1" i="0" dirty="0">
              <a:solidFill>
                <a:srgbClr val="31333F"/>
              </a:solidFill>
              <a:effectLst/>
              <a:highlight>
                <a:srgbClr val="FFFFFF"/>
              </a:highlight>
              <a:latin typeface="Source Sans Pro" panose="020B0503030403020204" pitchFamily="34" charset="0"/>
            </a:endParaRPr>
          </a:p>
          <a:p>
            <a:r>
              <a:rPr lang="en-US" sz="1100" b="0" i="0" dirty="0">
                <a:solidFill>
                  <a:srgbClr val="31333F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Manually compare each report with relevant standards</a:t>
            </a:r>
            <a:endParaRPr lang="en-US" sz="1100" dirty="0"/>
          </a:p>
        </p:txBody>
      </p:sp>
      <p:sp>
        <p:nvSpPr>
          <p:cNvPr id="41" name="Flowchart: Alternate Process 40">
            <a:extLst>
              <a:ext uri="{FF2B5EF4-FFF2-40B4-BE49-F238E27FC236}">
                <a16:creationId xmlns:a16="http://schemas.microsoft.com/office/drawing/2014/main" id="{7BFACFEA-C4BC-83D9-582E-88B7ED1D6D4B}"/>
              </a:ext>
            </a:extLst>
          </p:cNvPr>
          <p:cNvSpPr/>
          <p:nvPr/>
        </p:nvSpPr>
        <p:spPr>
          <a:xfrm>
            <a:off x="7866038" y="1201317"/>
            <a:ext cx="1822894" cy="984693"/>
          </a:xfrm>
          <a:prstGeom prst="flowChartAlternate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i="0" dirty="0">
                <a:solidFill>
                  <a:srgbClr val="31333F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Identify Matching CAS Numbers</a:t>
            </a:r>
          </a:p>
          <a:p>
            <a:pPr algn="ctr"/>
            <a:endParaRPr lang="en-US" sz="1600" b="1" i="0" dirty="0">
              <a:solidFill>
                <a:srgbClr val="31333F"/>
              </a:solidFill>
              <a:effectLst/>
              <a:highlight>
                <a:srgbClr val="FFFFFF"/>
              </a:highlight>
              <a:latin typeface="Source Sans Pro" panose="020B0503030403020204" pitchFamily="34" charset="0"/>
            </a:endParaRPr>
          </a:p>
          <a:p>
            <a:r>
              <a:rPr lang="en-US" sz="1100" b="0" i="0" dirty="0">
                <a:solidFill>
                  <a:srgbClr val="31333F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Generate report </a:t>
            </a:r>
            <a:r>
              <a:rPr lang="en-US" sz="1100" dirty="0">
                <a:solidFill>
                  <a:srgbClr val="31333F"/>
                </a:solidFill>
                <a:highlight>
                  <a:srgbClr val="FFFFFF"/>
                </a:highlight>
                <a:latin typeface="Source Sans Pro" panose="020B0503030403020204" pitchFamily="34" charset="0"/>
              </a:rPr>
              <a:t>of matched CAS </a:t>
            </a:r>
            <a:r>
              <a:rPr lang="en-US" sz="1100" b="0" i="0" dirty="0">
                <a:solidFill>
                  <a:srgbClr val="31333F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numbers</a:t>
            </a:r>
            <a:endParaRPr lang="en-US" sz="1100" dirty="0"/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48788E26-E1BF-9624-9BD1-54DAD9A8E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560" y="2322030"/>
            <a:ext cx="459392" cy="42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>
            <a:extLst>
              <a:ext uri="{FF2B5EF4-FFF2-40B4-BE49-F238E27FC236}">
                <a16:creationId xmlns:a16="http://schemas.microsoft.com/office/drawing/2014/main" id="{EBF35FC6-BDF3-094F-7D33-A3850BAF0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54" y="2322031"/>
            <a:ext cx="459392" cy="42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8">
            <a:extLst>
              <a:ext uri="{FF2B5EF4-FFF2-40B4-BE49-F238E27FC236}">
                <a16:creationId xmlns:a16="http://schemas.microsoft.com/office/drawing/2014/main" id="{215670E8-FCC0-A247-38B5-42229CD0E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33" y="3528494"/>
            <a:ext cx="2034123" cy="146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CAF9D5D6-C0DB-B1E4-3060-007E674D9126}"/>
              </a:ext>
            </a:extLst>
          </p:cNvPr>
          <p:cNvSpPr txBox="1"/>
          <p:nvPr/>
        </p:nvSpPr>
        <p:spPr>
          <a:xfrm>
            <a:off x="302909" y="2820608"/>
            <a:ext cx="20341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latin typeface="+mn-lt"/>
              </a:rPr>
              <a:t>Excels with IMDS ID no. to be downloaded with 40000+ row of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aseline="0" dirty="0">
              <a:latin typeface="+mn-lt"/>
            </a:endParaRPr>
          </a:p>
        </p:txBody>
      </p:sp>
      <p:pic>
        <p:nvPicPr>
          <p:cNvPr id="1026" name="Picture 10">
            <a:extLst>
              <a:ext uri="{FF2B5EF4-FFF2-40B4-BE49-F238E27FC236}">
                <a16:creationId xmlns:a16="http://schemas.microsoft.com/office/drawing/2014/main" id="{5D5D3942-B538-48CC-C4BC-847511C2D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878" y="2297816"/>
            <a:ext cx="1791385" cy="97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1">
            <a:extLst>
              <a:ext uri="{FF2B5EF4-FFF2-40B4-BE49-F238E27FC236}">
                <a16:creationId xmlns:a16="http://schemas.microsoft.com/office/drawing/2014/main" id="{5DF16F93-B082-A73E-4730-B17053756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878" y="3483415"/>
            <a:ext cx="1735864" cy="99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12">
            <a:extLst>
              <a:ext uri="{FF2B5EF4-FFF2-40B4-BE49-F238E27FC236}">
                <a16:creationId xmlns:a16="http://schemas.microsoft.com/office/drawing/2014/main" id="{20DD2953-567A-8D97-27FF-9077C0D8B1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29"/>
          <a:stretch/>
        </p:blipFill>
        <p:spPr bwMode="auto">
          <a:xfrm>
            <a:off x="3048758" y="4659523"/>
            <a:ext cx="1855624" cy="85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14">
            <a:extLst>
              <a:ext uri="{FF2B5EF4-FFF2-40B4-BE49-F238E27FC236}">
                <a16:creationId xmlns:a16="http://schemas.microsoft.com/office/drawing/2014/main" id="{E937193F-ABE2-F9CE-D4BD-A6E207681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545" y="2322030"/>
            <a:ext cx="2112925" cy="1143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16">
            <a:extLst>
              <a:ext uri="{FF2B5EF4-FFF2-40B4-BE49-F238E27FC236}">
                <a16:creationId xmlns:a16="http://schemas.microsoft.com/office/drawing/2014/main" id="{B943D335-25D7-6814-981E-80E21A8FA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172" y="3598690"/>
            <a:ext cx="2002858" cy="171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Oval 1032">
            <a:extLst>
              <a:ext uri="{FF2B5EF4-FFF2-40B4-BE49-F238E27FC236}">
                <a16:creationId xmlns:a16="http://schemas.microsoft.com/office/drawing/2014/main" id="{5403BAC0-1965-0CF1-5780-CCED4D04D529}"/>
              </a:ext>
            </a:extLst>
          </p:cNvPr>
          <p:cNvSpPr/>
          <p:nvPr/>
        </p:nvSpPr>
        <p:spPr>
          <a:xfrm>
            <a:off x="5785005" y="2676892"/>
            <a:ext cx="280565" cy="83829"/>
          </a:xfrm>
          <a:prstGeom prst="ellipse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4E6676BF-9901-6E04-467B-06E5AC44AE68}"/>
              </a:ext>
            </a:extLst>
          </p:cNvPr>
          <p:cNvSpPr/>
          <p:nvPr/>
        </p:nvSpPr>
        <p:spPr>
          <a:xfrm flipV="1">
            <a:off x="5530064" y="4457671"/>
            <a:ext cx="413595" cy="110239"/>
          </a:xfrm>
          <a:prstGeom prst="ellipse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F8A45324-E66E-2FD2-3093-B8C066880735}"/>
              </a:ext>
            </a:extLst>
          </p:cNvPr>
          <p:cNvCxnSpPr>
            <a:cxnSpLocks/>
            <a:stCxn id="1033" idx="4"/>
          </p:cNvCxnSpPr>
          <p:nvPr/>
        </p:nvCxnSpPr>
        <p:spPr>
          <a:xfrm flipH="1">
            <a:off x="5739603" y="2760721"/>
            <a:ext cx="185685" cy="1643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39" name="Picture 18">
            <a:extLst>
              <a:ext uri="{FF2B5EF4-FFF2-40B4-BE49-F238E27FC236}">
                <a16:creationId xmlns:a16="http://schemas.microsoft.com/office/drawing/2014/main" id="{428B7A47-A168-BBB4-8186-125330A15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337" y="2297816"/>
            <a:ext cx="2343271" cy="230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Arrow: Right 1042">
            <a:extLst>
              <a:ext uri="{FF2B5EF4-FFF2-40B4-BE49-F238E27FC236}">
                <a16:creationId xmlns:a16="http://schemas.microsoft.com/office/drawing/2014/main" id="{F6D3A9EB-1AF5-09C0-8EAE-FE0484BFD94C}"/>
              </a:ext>
            </a:extLst>
          </p:cNvPr>
          <p:cNvSpPr/>
          <p:nvPr/>
        </p:nvSpPr>
        <p:spPr>
          <a:xfrm>
            <a:off x="2440240" y="1588790"/>
            <a:ext cx="307975" cy="20974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Arrow: Right 1043">
            <a:extLst>
              <a:ext uri="{FF2B5EF4-FFF2-40B4-BE49-F238E27FC236}">
                <a16:creationId xmlns:a16="http://schemas.microsoft.com/office/drawing/2014/main" id="{910151B4-0A60-21BD-BC13-FBE39C111343}"/>
              </a:ext>
            </a:extLst>
          </p:cNvPr>
          <p:cNvSpPr/>
          <p:nvPr/>
        </p:nvSpPr>
        <p:spPr>
          <a:xfrm>
            <a:off x="4923889" y="1588790"/>
            <a:ext cx="307975" cy="20974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Arrow: Right 1044">
            <a:extLst>
              <a:ext uri="{FF2B5EF4-FFF2-40B4-BE49-F238E27FC236}">
                <a16:creationId xmlns:a16="http://schemas.microsoft.com/office/drawing/2014/main" id="{69669258-9286-2EF7-A5CA-A3F16D1688A0}"/>
              </a:ext>
            </a:extLst>
          </p:cNvPr>
          <p:cNvSpPr/>
          <p:nvPr/>
        </p:nvSpPr>
        <p:spPr>
          <a:xfrm>
            <a:off x="7424470" y="1588790"/>
            <a:ext cx="307975" cy="20974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FB7D714-3C99-58AB-B335-B92578F244CE}"/>
              </a:ext>
            </a:extLst>
          </p:cNvPr>
          <p:cNvSpPr txBox="1">
            <a:spLocks/>
          </p:cNvSpPr>
          <p:nvPr/>
        </p:nvSpPr>
        <p:spPr>
          <a:xfrm>
            <a:off x="1227572" y="445232"/>
            <a:ext cx="8860420" cy="720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2900" fontAlgn="auto">
              <a:spcAft>
                <a:spcPts val="0"/>
              </a:spcAft>
            </a:pPr>
            <a:r>
              <a:rPr lang="en-US" sz="1800" baseline="0" dirty="0"/>
              <a:t>Automatic checking of product of harmful substances again Standards (IMDS)</a:t>
            </a:r>
          </a:p>
          <a:p>
            <a:pPr fontAlgn="auto">
              <a:spcAft>
                <a:spcPts val="0"/>
              </a:spcAft>
            </a:pPr>
            <a:endParaRPr lang="en-US" sz="1800" baseline="0" dirty="0"/>
          </a:p>
        </p:txBody>
      </p:sp>
    </p:spTree>
    <p:extLst>
      <p:ext uri="{BB962C8B-B14F-4D97-AF65-F5344CB8AC3E}">
        <p14:creationId xmlns:p14="http://schemas.microsoft.com/office/powerpoint/2010/main" val="306802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A6521-9405-922E-2747-CAD1372D3B7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99480" y="769268"/>
            <a:ext cx="5054988" cy="365777"/>
          </a:xfrm>
        </p:spPr>
        <p:txBody>
          <a:bodyPr anchor="ctr"/>
          <a:lstStyle/>
          <a:p>
            <a:r>
              <a:rPr lang="en-US" sz="1800" dirty="0">
                <a:cs typeface="Arial" pitchFamily="34"/>
              </a:rPr>
              <a:t>What is the process step before?</a:t>
            </a:r>
            <a:endParaRPr lang="en-US" sz="1800" dirty="0"/>
          </a:p>
        </p:txBody>
      </p:sp>
      <p:pic>
        <p:nvPicPr>
          <p:cNvPr id="2057" name="Picture 9">
            <a:extLst>
              <a:ext uri="{FF2B5EF4-FFF2-40B4-BE49-F238E27FC236}">
                <a16:creationId xmlns:a16="http://schemas.microsoft.com/office/drawing/2014/main" id="{DA3DFD4A-EA4C-A6FE-2E51-1BE15ABDD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62" y="1424449"/>
            <a:ext cx="2208530" cy="158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F21B230F-C37F-B20E-F748-092A80C73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981" y="1598733"/>
            <a:ext cx="2592373" cy="141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>
            <a:extLst>
              <a:ext uri="{FF2B5EF4-FFF2-40B4-BE49-F238E27FC236}">
                <a16:creationId xmlns:a16="http://schemas.microsoft.com/office/drawing/2014/main" id="{64CD4F47-954D-2318-234B-6CD5113ED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140" y="1417340"/>
            <a:ext cx="2786563" cy="158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5B675B06-12F0-01E0-255D-AF5ED1647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29"/>
          <a:stretch/>
        </p:blipFill>
        <p:spPr bwMode="auto">
          <a:xfrm>
            <a:off x="121495" y="3653417"/>
            <a:ext cx="2529426" cy="116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EFBFF17F-A474-C9B7-9CAB-EA5A9E8329AA}"/>
              </a:ext>
            </a:extLst>
          </p:cNvPr>
          <p:cNvSpPr txBox="1"/>
          <p:nvPr/>
        </p:nvSpPr>
        <p:spPr>
          <a:xfrm>
            <a:off x="180761" y="1065747"/>
            <a:ext cx="3168530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1. Open excel file and retrieve the IMDS ID.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DC52D0F-655E-17D4-7685-22B10DEB881D}"/>
              </a:ext>
            </a:extLst>
          </p:cNvPr>
          <p:cNvSpPr txBox="1"/>
          <p:nvPr/>
        </p:nvSpPr>
        <p:spPr>
          <a:xfrm>
            <a:off x="3141131" y="1044426"/>
            <a:ext cx="2662223" cy="37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2. Login the IMDS system and navigate to report download page.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354ED8-A8E3-28A9-1265-189FE28D524B}"/>
              </a:ext>
            </a:extLst>
          </p:cNvPr>
          <p:cNvSpPr txBox="1"/>
          <p:nvPr/>
        </p:nvSpPr>
        <p:spPr>
          <a:xfrm>
            <a:off x="6340140" y="1043030"/>
            <a:ext cx="3168530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3. Search the IMDS ID. 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6D012C3A-0EB1-0985-4411-077357C85D00}"/>
              </a:ext>
            </a:extLst>
          </p:cNvPr>
          <p:cNvSpPr txBox="1"/>
          <p:nvPr/>
        </p:nvSpPr>
        <p:spPr>
          <a:xfrm>
            <a:off x="121495" y="3279834"/>
            <a:ext cx="2795269" cy="37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4. Click multiple times to download the report.</a:t>
            </a:r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EC4077AE-62CC-9FE6-31E0-7BE5A0F68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996" y="3684815"/>
            <a:ext cx="2890002" cy="156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6B23268D-667A-7644-1D46-AD55B78DB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354" y="3689040"/>
            <a:ext cx="1848448" cy="158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B90DF7-DEB4-424D-6C98-9783D8DA201A}"/>
              </a:ext>
            </a:extLst>
          </p:cNvPr>
          <p:cNvSpPr txBox="1"/>
          <p:nvPr/>
        </p:nvSpPr>
        <p:spPr>
          <a:xfrm>
            <a:off x="3239180" y="3270403"/>
            <a:ext cx="3715502" cy="37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5. Compare the CAS number (&gt;350 rows of data) with the Standards (&gt;5000 rows of Data)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912F30-93C2-1A8E-9FA5-32257FF95677}"/>
              </a:ext>
            </a:extLst>
          </p:cNvPr>
          <p:cNvSpPr/>
          <p:nvPr/>
        </p:nvSpPr>
        <p:spPr>
          <a:xfrm>
            <a:off x="3535783" y="4182160"/>
            <a:ext cx="316228" cy="139700"/>
          </a:xfrm>
          <a:prstGeom prst="ellipse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E882957-6C75-3D7C-97C9-E3EE8BCA4656}"/>
              </a:ext>
            </a:extLst>
          </p:cNvPr>
          <p:cNvSpPr/>
          <p:nvPr/>
        </p:nvSpPr>
        <p:spPr>
          <a:xfrm>
            <a:off x="5889073" y="4581959"/>
            <a:ext cx="413595" cy="115144"/>
          </a:xfrm>
          <a:prstGeom prst="ellipse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CBD065-F815-AE74-3332-50A7CDE9681F}"/>
              </a:ext>
            </a:extLst>
          </p:cNvPr>
          <p:cNvCxnSpPr>
            <a:cxnSpLocks/>
          </p:cNvCxnSpPr>
          <p:nvPr/>
        </p:nvCxnSpPr>
        <p:spPr>
          <a:xfrm>
            <a:off x="3883329" y="4252010"/>
            <a:ext cx="2005744" cy="348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924D781-6D92-2121-11BF-A347B58698B4}"/>
              </a:ext>
            </a:extLst>
          </p:cNvPr>
          <p:cNvSpPr/>
          <p:nvPr/>
        </p:nvSpPr>
        <p:spPr>
          <a:xfrm>
            <a:off x="8608392" y="769268"/>
            <a:ext cx="1418771" cy="73179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baseline="0" dirty="0"/>
              <a:t>Fully Automa</a:t>
            </a:r>
            <a:r>
              <a:rPr lang="en-US" sz="1100" baseline="0" dirty="0"/>
              <a:t>te</a:t>
            </a:r>
            <a:r>
              <a:rPr lang="en-US" sz="1100" b="1" baseline="0" dirty="0"/>
              <a:t>d</a:t>
            </a:r>
          </a:p>
        </p:txBody>
      </p:sp>
      <p:pic>
        <p:nvPicPr>
          <p:cNvPr id="2066" name="Picture 18">
            <a:extLst>
              <a:ext uri="{FF2B5EF4-FFF2-40B4-BE49-F238E27FC236}">
                <a16:creationId xmlns:a16="http://schemas.microsoft.com/office/drawing/2014/main" id="{7A98D31C-1100-72D7-61C7-94481B2ED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736" y="3533253"/>
            <a:ext cx="1894791" cy="186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285952-30FE-448E-0391-A27DA28927D7}"/>
              </a:ext>
            </a:extLst>
          </p:cNvPr>
          <p:cNvSpPr txBox="1"/>
          <p:nvPr/>
        </p:nvSpPr>
        <p:spPr>
          <a:xfrm>
            <a:off x="7846621" y="3145370"/>
            <a:ext cx="2108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6. Generation of report of matched CAS numbers</a:t>
            </a:r>
          </a:p>
          <a:p>
            <a:endParaRPr lang="en-US" sz="1400" b="1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4DF0E0D-3E11-EF7A-8DBC-963A68773498}"/>
              </a:ext>
            </a:extLst>
          </p:cNvPr>
          <p:cNvSpPr txBox="1">
            <a:spLocks/>
          </p:cNvSpPr>
          <p:nvPr/>
        </p:nvSpPr>
        <p:spPr>
          <a:xfrm>
            <a:off x="1263576" y="337220"/>
            <a:ext cx="9289032" cy="720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2900" fontAlgn="auto">
              <a:spcAft>
                <a:spcPts val="0"/>
              </a:spcAft>
            </a:pPr>
            <a:r>
              <a:rPr lang="en-US" sz="1800" baseline="0" dirty="0"/>
              <a:t>Automatic checking of product of harmful substances again Standards (IMDS)</a:t>
            </a:r>
          </a:p>
          <a:p>
            <a:pPr fontAlgn="auto">
              <a:spcAft>
                <a:spcPts val="0"/>
              </a:spcAft>
            </a:pPr>
            <a:endParaRPr lang="en-US" sz="1800" baseline="0" dirty="0"/>
          </a:p>
        </p:txBody>
      </p:sp>
    </p:spTree>
    <p:extLst>
      <p:ext uri="{BB962C8B-B14F-4D97-AF65-F5344CB8AC3E}">
        <p14:creationId xmlns:p14="http://schemas.microsoft.com/office/powerpoint/2010/main" val="436502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714974-6048-56A0-1258-8106A9883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48" y="1296359"/>
            <a:ext cx="2719699" cy="320481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B239499-8248-55D8-3113-11BE8CF76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280" y="1328134"/>
            <a:ext cx="2753849" cy="320833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E11C695-0310-61C4-86C5-095E3CF0816C}"/>
              </a:ext>
            </a:extLst>
          </p:cNvPr>
          <p:cNvSpPr txBox="1">
            <a:spLocks/>
          </p:cNvSpPr>
          <p:nvPr/>
        </p:nvSpPr>
        <p:spPr>
          <a:xfrm>
            <a:off x="615504" y="877280"/>
            <a:ext cx="5054988" cy="36577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800" baseline="0" dirty="0">
                <a:cs typeface="Arial" pitchFamily="34"/>
              </a:rPr>
              <a:t>What is the process step after?</a:t>
            </a:r>
            <a:endParaRPr lang="en-US" sz="1800" baseline="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366F3F5-FDEC-6AC4-E55C-261D510DBF7F}"/>
              </a:ext>
            </a:extLst>
          </p:cNvPr>
          <p:cNvSpPr/>
          <p:nvPr/>
        </p:nvSpPr>
        <p:spPr>
          <a:xfrm>
            <a:off x="3439218" y="2722555"/>
            <a:ext cx="307975" cy="20974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C7677393-A998-DDA3-630D-2DFF6C817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260" y="2425452"/>
            <a:ext cx="1894791" cy="186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A062B4-12A8-19CB-0B24-8BEC8BF1E574}"/>
              </a:ext>
            </a:extLst>
          </p:cNvPr>
          <p:cNvSpPr txBox="1"/>
          <p:nvPr/>
        </p:nvSpPr>
        <p:spPr>
          <a:xfrm>
            <a:off x="7313318" y="1959898"/>
            <a:ext cx="2108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Generation of report of matched CAS numbers</a:t>
            </a:r>
          </a:p>
          <a:p>
            <a:endParaRPr lang="en-US" sz="1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77ADBB-04F0-27F5-9F12-166BB340C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7216" y="1268117"/>
            <a:ext cx="2657402" cy="596084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E639371-B84B-3D2E-5C7A-3FDB1B1B6BE3}"/>
              </a:ext>
            </a:extLst>
          </p:cNvPr>
          <p:cNvSpPr/>
          <p:nvPr/>
        </p:nvSpPr>
        <p:spPr>
          <a:xfrm>
            <a:off x="7037216" y="1638296"/>
            <a:ext cx="614539" cy="145274"/>
          </a:xfrm>
          <a:prstGeom prst="ellipse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3AD1D7-176F-6AE9-DEAD-473931E73F3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2738" r="45159" b="3031"/>
          <a:stretch/>
        </p:blipFill>
        <p:spPr>
          <a:xfrm>
            <a:off x="5308177" y="4369129"/>
            <a:ext cx="4195359" cy="492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Left Brace 15">
            <a:extLst>
              <a:ext uri="{FF2B5EF4-FFF2-40B4-BE49-F238E27FC236}">
                <a16:creationId xmlns:a16="http://schemas.microsoft.com/office/drawing/2014/main" id="{D60D35A7-1A41-AA45-576E-7414DFDE2FE3}"/>
              </a:ext>
            </a:extLst>
          </p:cNvPr>
          <p:cNvSpPr/>
          <p:nvPr/>
        </p:nvSpPr>
        <p:spPr>
          <a:xfrm rot="16200000">
            <a:off x="5877686" y="4346877"/>
            <a:ext cx="290286" cy="132397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755F9-C95E-9D2C-7AD9-1E8C0301DEC2}"/>
              </a:ext>
            </a:extLst>
          </p:cNvPr>
          <p:cNvSpPr txBox="1"/>
          <p:nvPr/>
        </p:nvSpPr>
        <p:spPr>
          <a:xfrm>
            <a:off x="5388829" y="5130501"/>
            <a:ext cx="1098378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+mn-lt"/>
              </a:rPr>
              <a:t>Compared Standard Name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1D4701ED-E238-E0D7-7BC3-B2C709B61CD2}"/>
              </a:ext>
            </a:extLst>
          </p:cNvPr>
          <p:cNvSpPr/>
          <p:nvPr/>
        </p:nvSpPr>
        <p:spPr>
          <a:xfrm rot="16200000">
            <a:off x="6561835" y="5045161"/>
            <a:ext cx="546891" cy="22222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8FD367-8DE6-800E-8961-09C4CAFC22F2}"/>
              </a:ext>
            </a:extLst>
          </p:cNvPr>
          <p:cNvSpPr txBox="1"/>
          <p:nvPr/>
        </p:nvSpPr>
        <p:spPr>
          <a:xfrm>
            <a:off x="6221199" y="5384273"/>
            <a:ext cx="121860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+mn-lt"/>
              </a:rPr>
              <a:t>The number of matched CAS 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D09314FA-968E-BFD2-64B9-D2EC5F61091E}"/>
              </a:ext>
            </a:extLst>
          </p:cNvPr>
          <p:cNvSpPr/>
          <p:nvPr/>
        </p:nvSpPr>
        <p:spPr>
          <a:xfrm rot="16200000">
            <a:off x="7997346" y="3881368"/>
            <a:ext cx="290286" cy="231348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201757-5458-0823-4582-8A4A8D64D638}"/>
              </a:ext>
            </a:extLst>
          </p:cNvPr>
          <p:cNvSpPr txBox="1"/>
          <p:nvPr/>
        </p:nvSpPr>
        <p:spPr>
          <a:xfrm>
            <a:off x="7512755" y="5139434"/>
            <a:ext cx="1285805" cy="194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+mn-lt"/>
              </a:rPr>
              <a:t>Input Report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63A95-17F3-D310-F889-B31268B75C2C}"/>
              </a:ext>
            </a:extLst>
          </p:cNvPr>
          <p:cNvSpPr txBox="1"/>
          <p:nvPr/>
        </p:nvSpPr>
        <p:spPr>
          <a:xfrm>
            <a:off x="143124" y="5320789"/>
            <a:ext cx="38961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BA58B-7BC4-09C8-D212-CC4DF3277D7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61784" y="445232"/>
            <a:ext cx="8788412" cy="720080"/>
          </a:xfrm>
        </p:spPr>
        <p:txBody>
          <a:bodyPr/>
          <a:lstStyle/>
          <a:p>
            <a:pPr marL="162900" indent="0">
              <a:buNone/>
            </a:pPr>
            <a:r>
              <a:rPr lang="en-US" sz="1800" dirty="0"/>
              <a:t>Automatic checking of product of harmful substances again Standards (IMDS)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15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615AA-2B60-3AC9-4DA9-2B2B2148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D6C4C-0717-6710-3DC6-BDE7DB5EABB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69297" y="380402"/>
            <a:ext cx="8858437" cy="490331"/>
          </a:xfrm>
        </p:spPr>
        <p:txBody>
          <a:bodyPr/>
          <a:lstStyle/>
          <a:p>
            <a:r>
              <a:rPr lang="en-US" sz="2800" dirty="0">
                <a:latin typeface="Aptos Display" panose="020B0004020202020204" pitchFamily="34" charset="0"/>
              </a:rPr>
              <a:t>What is IMDS System Enhancement 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1555B0F-C4B2-5E8B-EFE6-D24BB6B39DDF}"/>
              </a:ext>
            </a:extLst>
          </p:cNvPr>
          <p:cNvGrpSpPr/>
          <p:nvPr/>
        </p:nvGrpSpPr>
        <p:grpSpPr>
          <a:xfrm>
            <a:off x="1761704" y="3586062"/>
            <a:ext cx="1993381" cy="848240"/>
            <a:chOff x="1589839" y="3603138"/>
            <a:chExt cx="1993381" cy="848240"/>
          </a:xfrm>
        </p:grpSpPr>
        <p:pic>
          <p:nvPicPr>
            <p:cNvPr id="4" name="Graphic 3" descr="Open folder with solid fill">
              <a:extLst>
                <a:ext uri="{FF2B5EF4-FFF2-40B4-BE49-F238E27FC236}">
                  <a16:creationId xmlns:a16="http://schemas.microsoft.com/office/drawing/2014/main" id="{EB08294F-E4F2-36B1-983F-82AA27D5C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26529" y="3603138"/>
              <a:ext cx="720000" cy="720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DD082E-E2BC-1FF5-FED6-8CDA02551359}"/>
                </a:ext>
              </a:extLst>
            </p:cNvPr>
            <p:cNvSpPr txBox="1"/>
            <p:nvPr/>
          </p:nvSpPr>
          <p:spPr>
            <a:xfrm>
              <a:off x="1589839" y="4194898"/>
              <a:ext cx="1993381" cy="256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altLang="zh-HK" sz="1600" b="1" dirty="0">
                  <a:solidFill>
                    <a:srgbClr val="2A2A2A"/>
                  </a:solidFill>
                  <a:latin typeface="Work Sans" pitchFamily="2" charset="0"/>
                </a:rPr>
                <a:t>File System Setup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2F0A98F-C0E8-65F1-7931-7ECD97C026DF}"/>
              </a:ext>
            </a:extLst>
          </p:cNvPr>
          <p:cNvGrpSpPr/>
          <p:nvPr/>
        </p:nvGrpSpPr>
        <p:grpSpPr>
          <a:xfrm>
            <a:off x="6058405" y="4499051"/>
            <a:ext cx="1993381" cy="848240"/>
            <a:chOff x="3723309" y="3603138"/>
            <a:chExt cx="1993381" cy="848240"/>
          </a:xfrm>
        </p:grpSpPr>
        <p:pic>
          <p:nvPicPr>
            <p:cNvPr id="6" name="Graphic 5" descr="Download with solid fill">
              <a:extLst>
                <a:ext uri="{FF2B5EF4-FFF2-40B4-BE49-F238E27FC236}">
                  <a16:creationId xmlns:a16="http://schemas.microsoft.com/office/drawing/2014/main" id="{EDFB47CA-36AD-CA2A-603E-80908CFD1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60000" y="3603138"/>
              <a:ext cx="720000" cy="720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C5EC91-F50B-3977-24FF-A1FED7BAEC68}"/>
                </a:ext>
              </a:extLst>
            </p:cNvPr>
            <p:cNvSpPr txBox="1"/>
            <p:nvPr/>
          </p:nvSpPr>
          <p:spPr>
            <a:xfrm>
              <a:off x="3723309" y="4194898"/>
              <a:ext cx="1993381" cy="256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altLang="zh-HK" sz="1600" b="1" dirty="0">
                  <a:solidFill>
                    <a:srgbClr val="2A2A2A"/>
                  </a:solidFill>
                  <a:latin typeface="Work Sans" pitchFamily="2" charset="0"/>
                </a:rPr>
                <a:t>Auto Download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ACFF30-F9B8-6D08-89C0-0D75A3458E2D}"/>
              </a:ext>
            </a:extLst>
          </p:cNvPr>
          <p:cNvGrpSpPr/>
          <p:nvPr/>
        </p:nvGrpSpPr>
        <p:grpSpPr>
          <a:xfrm>
            <a:off x="8166620" y="3704953"/>
            <a:ext cx="1993381" cy="976480"/>
            <a:chOff x="6493470" y="3474898"/>
            <a:chExt cx="1993381" cy="976480"/>
          </a:xfrm>
        </p:grpSpPr>
        <p:pic>
          <p:nvPicPr>
            <p:cNvPr id="8" name="Graphic 7" descr="Research with solid fill">
              <a:extLst>
                <a:ext uri="{FF2B5EF4-FFF2-40B4-BE49-F238E27FC236}">
                  <a16:creationId xmlns:a16="http://schemas.microsoft.com/office/drawing/2014/main" id="{5E646E64-75D7-0F8C-CB66-A4BDFF26D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30160" y="3474898"/>
              <a:ext cx="720000" cy="7200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A9C0C9E-FC5C-3A73-24AE-02D766BA7D48}"/>
                </a:ext>
              </a:extLst>
            </p:cNvPr>
            <p:cNvSpPr txBox="1"/>
            <p:nvPr/>
          </p:nvSpPr>
          <p:spPr>
            <a:xfrm>
              <a:off x="6493470" y="4194898"/>
              <a:ext cx="1993381" cy="256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altLang="zh-HK" sz="1600" b="1" dirty="0">
                  <a:solidFill>
                    <a:srgbClr val="2A2A2A"/>
                  </a:solidFill>
                  <a:latin typeface="Work Sans" pitchFamily="2" charset="0"/>
                </a:rPr>
                <a:t> Data Processing</a:t>
              </a:r>
            </a:p>
          </p:txBody>
        </p:sp>
      </p:grp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E65935C-F4F4-047B-2649-7C3C63F3FBAF}"/>
              </a:ext>
            </a:extLst>
          </p:cNvPr>
          <p:cNvSpPr/>
          <p:nvPr/>
        </p:nvSpPr>
        <p:spPr>
          <a:xfrm rot="3347407">
            <a:off x="5717453" y="4342454"/>
            <a:ext cx="584200" cy="440267"/>
          </a:xfrm>
          <a:prstGeom prst="rightArrow">
            <a:avLst>
              <a:gd name="adj1" fmla="val 30952"/>
              <a:gd name="adj2" fmla="val 4714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71C305A-7A31-0FEC-F2C9-26D8F30F137F}"/>
              </a:ext>
            </a:extLst>
          </p:cNvPr>
          <p:cNvSpPr/>
          <p:nvPr/>
        </p:nvSpPr>
        <p:spPr>
          <a:xfrm rot="19516000">
            <a:off x="7755456" y="4324750"/>
            <a:ext cx="584200" cy="440267"/>
          </a:xfrm>
          <a:prstGeom prst="rightArrow">
            <a:avLst>
              <a:gd name="adj1" fmla="val 30952"/>
              <a:gd name="adj2" fmla="val 4714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01D69211-A02F-7A5E-D2D6-AA5FD578614C}"/>
              </a:ext>
            </a:extLst>
          </p:cNvPr>
          <p:cNvSpPr/>
          <p:nvPr/>
        </p:nvSpPr>
        <p:spPr>
          <a:xfrm>
            <a:off x="5769463" y="3087067"/>
            <a:ext cx="2813190" cy="694671"/>
          </a:xfrm>
          <a:prstGeom prst="curved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800"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6E940F-D7F6-CE57-61DD-BBDDC2601B14}"/>
              </a:ext>
            </a:extLst>
          </p:cNvPr>
          <p:cNvGrpSpPr/>
          <p:nvPr/>
        </p:nvGrpSpPr>
        <p:grpSpPr>
          <a:xfrm>
            <a:off x="-31160" y="3238726"/>
            <a:ext cx="1517144" cy="1395009"/>
            <a:chOff x="-150289" y="2676532"/>
            <a:chExt cx="1665667" cy="1665667"/>
          </a:xfrm>
        </p:grpSpPr>
        <p:pic>
          <p:nvPicPr>
            <p:cNvPr id="27" name="Picture 8" descr="Premium Vector | Cute engineer architect holding paper sketch cartoon icon  illustration. Design isolated flat cartoon style">
              <a:extLst>
                <a:ext uri="{FF2B5EF4-FFF2-40B4-BE49-F238E27FC236}">
                  <a16:creationId xmlns:a16="http://schemas.microsoft.com/office/drawing/2014/main" id="{8280CF17-CD46-350A-0B5D-6E72C3056A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8444" y1="68000" x2="48444" y2="68000"/>
                          <a14:foregroundMark x1="56000" y1="68889" x2="57333" y2="68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50289" y="2676532"/>
              <a:ext cx="1665667" cy="1665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Johnson Electric - YouTube">
              <a:extLst>
                <a:ext uri="{FF2B5EF4-FFF2-40B4-BE49-F238E27FC236}">
                  <a16:creationId xmlns:a16="http://schemas.microsoft.com/office/drawing/2014/main" id="{4F5BB83B-5837-E368-7A97-FB7A17E948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139" y="3686979"/>
              <a:ext cx="186655" cy="1866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1A1AA16-B362-25F5-DDCE-CF5DE11968D0}"/>
              </a:ext>
            </a:extLst>
          </p:cNvPr>
          <p:cNvSpPr/>
          <p:nvPr/>
        </p:nvSpPr>
        <p:spPr>
          <a:xfrm>
            <a:off x="1441867" y="3781737"/>
            <a:ext cx="584200" cy="440267"/>
          </a:xfrm>
          <a:prstGeom prst="rightArrow">
            <a:avLst>
              <a:gd name="adj1" fmla="val 30952"/>
              <a:gd name="adj2" fmla="val 4714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050" name="Picture 2" descr="What is Python Coding? | Juni Learning">
            <a:extLst>
              <a:ext uri="{FF2B5EF4-FFF2-40B4-BE49-F238E27FC236}">
                <a16:creationId xmlns:a16="http://schemas.microsoft.com/office/drawing/2014/main" id="{00FA82C7-81BF-9EA1-8337-0F008FBB3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46875" y1="29948" x2="46875" y2="29948"/>
                        <a14:foregroundMark x1="62292" y1="48542" x2="62292" y2="48542"/>
                        <a14:foregroundMark x1="57917" y1="33490" x2="57917" y2="334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476" y="305348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5AD5B55-F0B7-703A-F90C-4DDD55AF852D}"/>
              </a:ext>
            </a:extLst>
          </p:cNvPr>
          <p:cNvSpPr txBox="1"/>
          <p:nvPr/>
        </p:nvSpPr>
        <p:spPr>
          <a:xfrm>
            <a:off x="684787" y="3517003"/>
            <a:ext cx="1993381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HK" sz="1600" b="1" dirty="0">
                <a:solidFill>
                  <a:srgbClr val="2A2A2A"/>
                </a:solidFill>
                <a:latin typeface="Work Sans" pitchFamily="2" charset="0"/>
              </a:rPr>
              <a:t>Python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071D9A5-5540-6670-4368-FAD46AFEA018}"/>
              </a:ext>
            </a:extLst>
          </p:cNvPr>
          <p:cNvSpPr/>
          <p:nvPr/>
        </p:nvSpPr>
        <p:spPr>
          <a:xfrm>
            <a:off x="3389188" y="3787707"/>
            <a:ext cx="584200" cy="440267"/>
          </a:xfrm>
          <a:prstGeom prst="rightArrow">
            <a:avLst>
              <a:gd name="adj1" fmla="val 30952"/>
              <a:gd name="adj2" fmla="val 4714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559259-44B6-61DB-8981-DA8703CE9913}"/>
              </a:ext>
            </a:extLst>
          </p:cNvPr>
          <p:cNvGrpSpPr/>
          <p:nvPr/>
        </p:nvGrpSpPr>
        <p:grpSpPr>
          <a:xfrm>
            <a:off x="3851014" y="3588034"/>
            <a:ext cx="1993381" cy="848240"/>
            <a:chOff x="3904137" y="3586061"/>
            <a:chExt cx="1993381" cy="84824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1AF64CB-2023-B09E-C425-CA6179B18A2D}"/>
                </a:ext>
              </a:extLst>
            </p:cNvPr>
            <p:cNvSpPr txBox="1"/>
            <p:nvPr/>
          </p:nvSpPr>
          <p:spPr>
            <a:xfrm>
              <a:off x="3904137" y="4177821"/>
              <a:ext cx="1993381" cy="256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altLang="zh-HK" sz="1600" b="1" dirty="0">
                  <a:solidFill>
                    <a:srgbClr val="2A2A2A"/>
                  </a:solidFill>
                  <a:latin typeface="Work Sans" pitchFamily="2" charset="0"/>
                </a:rPr>
                <a:t>Standard Sync</a:t>
              </a:r>
            </a:p>
          </p:txBody>
        </p:sp>
        <p:pic>
          <p:nvPicPr>
            <p:cNvPr id="43" name="Graphic 42" descr="Syncing cloud with solid fill">
              <a:extLst>
                <a:ext uri="{FF2B5EF4-FFF2-40B4-BE49-F238E27FC236}">
                  <a16:creationId xmlns:a16="http://schemas.microsoft.com/office/drawing/2014/main" id="{280192D2-AF39-432C-0B7B-C0D69E2F6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523934" y="3586061"/>
              <a:ext cx="720000" cy="720000"/>
            </a:xfrm>
            <a:prstGeom prst="rect">
              <a:avLst/>
            </a:prstGeom>
          </p:spPr>
        </p:pic>
      </p:grp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2903321D-52A7-37E5-D329-383688359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443804"/>
              </p:ext>
            </p:extLst>
          </p:nvPr>
        </p:nvGraphicFramePr>
        <p:xfrm>
          <a:off x="130001" y="1012114"/>
          <a:ext cx="9899999" cy="15540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6705">
                  <a:extLst>
                    <a:ext uri="{9D8B030D-6E8A-4147-A177-3AD203B41FA5}">
                      <a16:colId xmlns:a16="http://schemas.microsoft.com/office/drawing/2014/main" val="654290062"/>
                    </a:ext>
                  </a:extLst>
                </a:gridCol>
                <a:gridCol w="1578495">
                  <a:extLst>
                    <a:ext uri="{9D8B030D-6E8A-4147-A177-3AD203B41FA5}">
                      <a16:colId xmlns:a16="http://schemas.microsoft.com/office/drawing/2014/main" val="1450010825"/>
                    </a:ext>
                  </a:extLst>
                </a:gridCol>
                <a:gridCol w="2878068">
                  <a:extLst>
                    <a:ext uri="{9D8B030D-6E8A-4147-A177-3AD203B41FA5}">
                      <a16:colId xmlns:a16="http://schemas.microsoft.com/office/drawing/2014/main" val="492767656"/>
                    </a:ext>
                  </a:extLst>
                </a:gridCol>
                <a:gridCol w="2419817">
                  <a:extLst>
                    <a:ext uri="{9D8B030D-6E8A-4147-A177-3AD203B41FA5}">
                      <a16:colId xmlns:a16="http://schemas.microsoft.com/office/drawing/2014/main" val="3196151450"/>
                    </a:ext>
                  </a:extLst>
                </a:gridCol>
                <a:gridCol w="2496914">
                  <a:extLst>
                    <a:ext uri="{9D8B030D-6E8A-4147-A177-3AD203B41FA5}">
                      <a16:colId xmlns:a16="http://schemas.microsoft.com/office/drawing/2014/main" val="1860891915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No.</a:t>
                      </a:r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1600" dirty="0"/>
                        <a:t>Title</a:t>
                      </a:r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Objective</a:t>
                      </a:r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Result</a:t>
                      </a:r>
                      <a:endParaRPr lang="en-US" sz="1600" dirty="0"/>
                    </a:p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Methodology</a:t>
                      </a:r>
                      <a:endParaRPr lang="en-US" sz="1600" dirty="0"/>
                    </a:p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193618"/>
                  </a:ext>
                </a:extLst>
              </a:tr>
              <a:tr h="97497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</a:t>
                      </a:r>
                    </a:p>
                  </a:txBody>
                  <a:tcPr>
                    <a:solidFill>
                      <a:srgbClr val="FCDD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900" dirty="0">
                          <a:solidFill>
                            <a:srgbClr val="000000"/>
                          </a:solidFill>
                        </a:rPr>
                        <a:t>IMDS System Enhancement</a:t>
                      </a:r>
                    </a:p>
                    <a:p>
                      <a:pPr algn="l"/>
                      <a:endParaRPr lang="en-US" sz="900" dirty="0"/>
                    </a:p>
                  </a:txBody>
                  <a:tcPr>
                    <a:solidFill>
                      <a:srgbClr val="FCDDCF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900" dirty="0"/>
                        <a:t>- Auto sync </a:t>
                      </a:r>
                      <a:r>
                        <a:rPr lang="en-US" sz="900" dirty="0" err="1"/>
                        <a:t>latest_standard</a:t>
                      </a:r>
                      <a:r>
                        <a:rPr lang="en-US" sz="900" dirty="0"/>
                        <a:t> → 1_Standard folders</a:t>
                      </a:r>
                    </a:p>
                    <a:p>
                      <a:pPr rtl="0"/>
                      <a:endParaRPr lang="en-US" sz="900" dirty="0"/>
                    </a:p>
                    <a:p>
                      <a:pPr rtl="0"/>
                      <a:r>
                        <a:rPr lang="en-US" sz="900" dirty="0"/>
                        <a:t>- Remove manual file copying</a:t>
                      </a:r>
                    </a:p>
                    <a:p>
                      <a:pPr rtl="0"/>
                      <a:endParaRPr lang="en-US" sz="900" dirty="0"/>
                    </a:p>
                    <a:p>
                      <a:pPr rtl="0"/>
                      <a:r>
                        <a:rPr lang="en-US" sz="900" dirty="0"/>
                        <a:t>- Use current standards for compliance</a:t>
                      </a:r>
                    </a:p>
                  </a:txBody>
                  <a:tcPr>
                    <a:solidFill>
                      <a:srgbClr val="FCDDCF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900" b="0" dirty="0"/>
                        <a:t>- 100% accurate file transfer</a:t>
                      </a:r>
                    </a:p>
                    <a:p>
                      <a:pPr rtl="0"/>
                      <a:endParaRPr lang="en-US" sz="900" b="0" dirty="0"/>
                    </a:p>
                    <a:p>
                      <a:pPr rtl="0"/>
                      <a:r>
                        <a:rPr lang="en-US" sz="900" b="0" dirty="0"/>
                        <a:t>- Update time: 3 min → 10 sec</a:t>
                      </a:r>
                    </a:p>
                    <a:p>
                      <a:pPr rtl="0"/>
                      <a:endParaRPr lang="en-US" sz="900" b="0" dirty="0"/>
                    </a:p>
                    <a:p>
                      <a:pPr rtl="0"/>
                      <a:r>
                        <a:rPr lang="en-US" sz="900" b="0" dirty="0"/>
                        <a:t>- Better error handling with user feedback</a:t>
                      </a:r>
                    </a:p>
                  </a:txBody>
                  <a:tcPr>
                    <a:solidFill>
                      <a:srgbClr val="FCDD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- Configurable paths via config.ini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- Auto filter temp files (~$, .</a:t>
                      </a:r>
                      <a:r>
                        <a:rPr lang="en-US" sz="900" dirty="0" err="1"/>
                        <a:t>tmp</a:t>
                      </a:r>
                      <a:r>
                        <a:rPr lang="en-US" sz="900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- Robust error recovery with validation</a:t>
                      </a:r>
                    </a:p>
                  </a:txBody>
                  <a:tcPr>
                    <a:solidFill>
                      <a:srgbClr val="FCDD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332861"/>
                  </a:ext>
                </a:extLst>
              </a:tr>
            </a:tbl>
          </a:graphicData>
        </a:graphic>
      </p:graphicFrame>
      <p:sp>
        <p:nvSpPr>
          <p:cNvPr id="2" name="Frame 1">
            <a:extLst>
              <a:ext uri="{FF2B5EF4-FFF2-40B4-BE49-F238E27FC236}">
                <a16:creationId xmlns:a16="http://schemas.microsoft.com/office/drawing/2014/main" id="{35803D73-376B-48EB-7B60-7C9725682EF9}"/>
              </a:ext>
            </a:extLst>
          </p:cNvPr>
          <p:cNvSpPr/>
          <p:nvPr/>
        </p:nvSpPr>
        <p:spPr>
          <a:xfrm>
            <a:off x="4191692" y="3517003"/>
            <a:ext cx="1291732" cy="1227791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  <a:latin typeface="Aptos Display" panose="020B0004020202020204" pitchFamily="34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5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11"/>
            </p:par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CE2FA-AB72-FBC2-E0DF-22F74F074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C2552-C61B-5282-FB85-13BBD31B0D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 dirty="0">
                <a:latin typeface="Aptos Display" panose="020B0004020202020204" pitchFamily="34" charset="0"/>
              </a:rPr>
              <a:t>Problem - Challenges with </a:t>
            </a:r>
            <a:r>
              <a:rPr lang="en-US" sz="2800" dirty="0" err="1">
                <a:latin typeface="Aptos Display" panose="020B0004020202020204" pitchFamily="34" charset="0"/>
              </a:rPr>
              <a:t>CASMatcher</a:t>
            </a:r>
            <a:r>
              <a:rPr lang="en-US" sz="2800" dirty="0">
                <a:latin typeface="Aptos Display" panose="020B0004020202020204" pitchFamily="34" charset="0"/>
              </a:rPr>
              <a:t> v3.1.3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E57B8B46-8AAA-66A4-2D24-45365092A8DE}"/>
              </a:ext>
            </a:extLst>
          </p:cNvPr>
          <p:cNvGraphicFramePr>
            <a:graphicFrameLocks noGrp="1"/>
          </p:cNvGraphicFramePr>
          <p:nvPr/>
        </p:nvGraphicFramePr>
        <p:xfrm>
          <a:off x="803155" y="2163322"/>
          <a:ext cx="8553689" cy="28978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78560">
                  <a:extLst>
                    <a:ext uri="{9D8B030D-6E8A-4147-A177-3AD203B41FA5}">
                      <a16:colId xmlns:a16="http://schemas.microsoft.com/office/drawing/2014/main" val="1416200516"/>
                    </a:ext>
                  </a:extLst>
                </a:gridCol>
                <a:gridCol w="5875129">
                  <a:extLst>
                    <a:ext uri="{9D8B030D-6E8A-4147-A177-3AD203B41FA5}">
                      <a16:colId xmlns:a16="http://schemas.microsoft.com/office/drawing/2014/main" val="3682030339"/>
                    </a:ext>
                  </a:extLst>
                </a:gridCol>
              </a:tblGrid>
              <a:tr h="2730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 Key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874944"/>
                  </a:ext>
                </a:extLst>
              </a:tr>
              <a:tr h="23872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Spaghetti Code &amp; Maintenance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❌Spaghetti code structure makes UI and function modifications difficult and time-consuming.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❌Lack of modular design causes changes in one area to affect the entire system.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❌Difficult to locate and debug errors due to intertwined code structure.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874517"/>
                  </a:ext>
                </a:extLst>
              </a:tr>
              <a:tr h="23872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Data Integrity &amp; Compliance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❌Manual file download and placement process is error-prone, leading to outdated standards usage.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❌Risk of using obsolete standard files resulting in non-compliant material declarations.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752044"/>
                  </a:ext>
                </a:extLst>
              </a:tr>
              <a:tr h="47589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Process Inefficiencies &amp; Configuration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❌Manual file synchronization requires 5+ minutes of preparation work before each processing session.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❌Hard-coded file paths limit system flexibility across different environments.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683298"/>
                  </a:ext>
                </a:extLst>
              </a:tr>
              <a:tr h="42769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File Management &amp; System Stability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❌No systematic approach to handle temporary files (~$, .</a:t>
                      </a:r>
                      <a:r>
                        <a:rPr lang="en-US" sz="9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tmp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that can corrupt standard data.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❌Lack of file type validation mechanism may process incorrect file types.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359001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User Experience &amp; Error Handling 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❌No user feedback system to confirm successful updates or notify of sync failures.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❌Lack of error recovery mechanisms when standard files are missing or corrupted.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141121"/>
                  </a:ext>
                </a:extLst>
              </a:tr>
            </a:tbl>
          </a:graphicData>
        </a:graphic>
      </p:graphicFrame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67D95A03-13B8-6DA2-6629-BC512C48E368}"/>
              </a:ext>
            </a:extLst>
          </p:cNvPr>
          <p:cNvGrpSpPr/>
          <p:nvPr/>
        </p:nvGrpSpPr>
        <p:grpSpPr>
          <a:xfrm>
            <a:off x="1123577" y="719666"/>
            <a:ext cx="7590927" cy="1528999"/>
            <a:chOff x="1047403" y="690755"/>
            <a:chExt cx="8065193" cy="1557775"/>
          </a:xfrm>
        </p:grpSpPr>
        <p:grpSp>
          <p:nvGrpSpPr>
            <p:cNvPr id="1043" name="Group 1042">
              <a:extLst>
                <a:ext uri="{FF2B5EF4-FFF2-40B4-BE49-F238E27FC236}">
                  <a16:creationId xmlns:a16="http://schemas.microsoft.com/office/drawing/2014/main" id="{666224FF-D435-7068-FEBF-56C7DEDE8F06}"/>
                </a:ext>
              </a:extLst>
            </p:cNvPr>
            <p:cNvGrpSpPr/>
            <p:nvPr/>
          </p:nvGrpSpPr>
          <p:grpSpPr>
            <a:xfrm>
              <a:off x="1047403" y="761101"/>
              <a:ext cx="8065193" cy="1224167"/>
              <a:chOff x="-31161" y="2657130"/>
              <a:chExt cx="10191161" cy="1820164"/>
            </a:xfrm>
          </p:grpSpPr>
          <p:grpSp>
            <p:nvGrpSpPr>
              <p:cNvPr id="1044" name="Group 1043">
                <a:extLst>
                  <a:ext uri="{FF2B5EF4-FFF2-40B4-BE49-F238E27FC236}">
                    <a16:creationId xmlns:a16="http://schemas.microsoft.com/office/drawing/2014/main" id="{69753E9D-2A63-23CB-FC43-E7E5F7B11EE6}"/>
                  </a:ext>
                </a:extLst>
              </p:cNvPr>
              <p:cNvGrpSpPr/>
              <p:nvPr/>
            </p:nvGrpSpPr>
            <p:grpSpPr>
              <a:xfrm>
                <a:off x="1681476" y="3191680"/>
                <a:ext cx="1993381" cy="848240"/>
                <a:chOff x="1589839" y="3603138"/>
                <a:chExt cx="1993381" cy="848240"/>
              </a:xfrm>
            </p:grpSpPr>
            <p:pic>
              <p:nvPicPr>
                <p:cNvPr id="1062" name="Graphic 1061" descr="Open folder with solid fill">
                  <a:extLst>
                    <a:ext uri="{FF2B5EF4-FFF2-40B4-BE49-F238E27FC236}">
                      <a16:creationId xmlns:a16="http://schemas.microsoft.com/office/drawing/2014/main" id="{547F53EB-5257-7638-EBF9-6AEADDDBDD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26529" y="3603138"/>
                  <a:ext cx="720000" cy="720000"/>
                </a:xfrm>
                <a:prstGeom prst="rect">
                  <a:avLst/>
                </a:prstGeom>
              </p:spPr>
            </p:pic>
            <p:sp>
              <p:nvSpPr>
                <p:cNvPr id="1063" name="TextBox 1062">
                  <a:extLst>
                    <a:ext uri="{FF2B5EF4-FFF2-40B4-BE49-F238E27FC236}">
                      <a16:creationId xmlns:a16="http://schemas.microsoft.com/office/drawing/2014/main" id="{25FEC16D-7374-C3ED-CD42-35A86F0FD71F}"/>
                    </a:ext>
                  </a:extLst>
                </p:cNvPr>
                <p:cNvSpPr txBox="1"/>
                <p:nvPr/>
              </p:nvSpPr>
              <p:spPr>
                <a:xfrm>
                  <a:off x="1589839" y="4194898"/>
                  <a:ext cx="1993381" cy="2564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buNone/>
                  </a:pPr>
                  <a:r>
                    <a:rPr lang="en-US" altLang="zh-HK" sz="1600" b="1" dirty="0">
                      <a:solidFill>
                        <a:srgbClr val="2A2A2A"/>
                      </a:solidFill>
                      <a:latin typeface="Work Sans" pitchFamily="2" charset="0"/>
                    </a:rPr>
                    <a:t>File System Setup</a:t>
                  </a:r>
                  <a:endParaRPr lang="en-US" altLang="zh-HK" sz="1600" b="1" i="0" dirty="0">
                    <a:solidFill>
                      <a:srgbClr val="2A2A2A"/>
                    </a:solidFill>
                    <a:effectLst/>
                    <a:latin typeface="Work Sans" pitchFamily="2" charset="0"/>
                  </a:endParaRPr>
                </a:p>
              </p:txBody>
            </p:sp>
          </p:grpSp>
          <p:grpSp>
            <p:nvGrpSpPr>
              <p:cNvPr id="1045" name="Group 1044">
                <a:extLst>
                  <a:ext uri="{FF2B5EF4-FFF2-40B4-BE49-F238E27FC236}">
                    <a16:creationId xmlns:a16="http://schemas.microsoft.com/office/drawing/2014/main" id="{679F554F-8F49-57CD-F0E1-2D80A279D446}"/>
                  </a:ext>
                </a:extLst>
              </p:cNvPr>
              <p:cNvGrpSpPr/>
              <p:nvPr/>
            </p:nvGrpSpPr>
            <p:grpSpPr>
              <a:xfrm>
                <a:off x="6158236" y="3640892"/>
                <a:ext cx="1993381" cy="836402"/>
                <a:chOff x="3823141" y="3141333"/>
                <a:chExt cx="1993381" cy="836402"/>
              </a:xfrm>
            </p:grpSpPr>
            <p:pic>
              <p:nvPicPr>
                <p:cNvPr id="1060" name="Graphic 1059" descr="Download with solid fill">
                  <a:extLst>
                    <a:ext uri="{FF2B5EF4-FFF2-40B4-BE49-F238E27FC236}">
                      <a16:creationId xmlns:a16="http://schemas.microsoft.com/office/drawing/2014/main" id="{8CDC7107-EA87-9DCC-6067-74658692DC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26200" y="3141333"/>
                  <a:ext cx="720000" cy="719999"/>
                </a:xfrm>
                <a:prstGeom prst="rect">
                  <a:avLst/>
                </a:prstGeom>
              </p:spPr>
            </p:pic>
            <p:sp>
              <p:nvSpPr>
                <p:cNvPr id="1061" name="TextBox 1060">
                  <a:extLst>
                    <a:ext uri="{FF2B5EF4-FFF2-40B4-BE49-F238E27FC236}">
                      <a16:creationId xmlns:a16="http://schemas.microsoft.com/office/drawing/2014/main" id="{620A988D-FC0B-13D3-2BD8-89166D2359B2}"/>
                    </a:ext>
                  </a:extLst>
                </p:cNvPr>
                <p:cNvSpPr txBox="1"/>
                <p:nvPr/>
              </p:nvSpPr>
              <p:spPr>
                <a:xfrm>
                  <a:off x="3823141" y="3721255"/>
                  <a:ext cx="1993381" cy="2564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buNone/>
                  </a:pPr>
                  <a:r>
                    <a:rPr lang="en-US" altLang="zh-HK" sz="1600" b="1" dirty="0">
                      <a:solidFill>
                        <a:srgbClr val="2A2A2A"/>
                      </a:solidFill>
                      <a:latin typeface="Work Sans" pitchFamily="2" charset="0"/>
                    </a:rPr>
                    <a:t>Auto Download</a:t>
                  </a:r>
                  <a:endParaRPr lang="en-US" altLang="zh-HK" sz="1600" b="1" i="0" dirty="0">
                    <a:solidFill>
                      <a:srgbClr val="2A2A2A"/>
                    </a:solidFill>
                    <a:effectLst/>
                    <a:latin typeface="Work Sans" pitchFamily="2" charset="0"/>
                  </a:endParaRPr>
                </a:p>
              </p:txBody>
            </p:sp>
          </p:grpSp>
          <p:grpSp>
            <p:nvGrpSpPr>
              <p:cNvPr id="1046" name="Group 1045">
                <a:extLst>
                  <a:ext uri="{FF2B5EF4-FFF2-40B4-BE49-F238E27FC236}">
                    <a16:creationId xmlns:a16="http://schemas.microsoft.com/office/drawing/2014/main" id="{B0588C2D-92B9-2C51-A73F-F6D65C21AA2E}"/>
                  </a:ext>
                </a:extLst>
              </p:cNvPr>
              <p:cNvGrpSpPr/>
              <p:nvPr/>
            </p:nvGrpSpPr>
            <p:grpSpPr>
              <a:xfrm>
                <a:off x="8166619" y="3308599"/>
                <a:ext cx="1993381" cy="976480"/>
                <a:chOff x="6493470" y="3474898"/>
                <a:chExt cx="1993381" cy="976480"/>
              </a:xfrm>
            </p:grpSpPr>
            <p:pic>
              <p:nvPicPr>
                <p:cNvPr id="1058" name="Graphic 1057" descr="Research with solid fill">
                  <a:extLst>
                    <a:ext uri="{FF2B5EF4-FFF2-40B4-BE49-F238E27FC236}">
                      <a16:creationId xmlns:a16="http://schemas.microsoft.com/office/drawing/2014/main" id="{2DC148AE-CAA2-2C1F-1CCC-0C896ADBEB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30160" y="3474898"/>
                  <a:ext cx="720000" cy="720000"/>
                </a:xfrm>
                <a:prstGeom prst="rect">
                  <a:avLst/>
                </a:prstGeom>
              </p:spPr>
            </p:pic>
            <p:sp>
              <p:nvSpPr>
                <p:cNvPr id="1059" name="TextBox 1058">
                  <a:extLst>
                    <a:ext uri="{FF2B5EF4-FFF2-40B4-BE49-F238E27FC236}">
                      <a16:creationId xmlns:a16="http://schemas.microsoft.com/office/drawing/2014/main" id="{D18741A6-912F-BC8B-B1B0-08D0ADDF6F82}"/>
                    </a:ext>
                  </a:extLst>
                </p:cNvPr>
                <p:cNvSpPr txBox="1"/>
                <p:nvPr/>
              </p:nvSpPr>
              <p:spPr>
                <a:xfrm>
                  <a:off x="6493470" y="4194898"/>
                  <a:ext cx="1993381" cy="2564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buNone/>
                  </a:pPr>
                  <a:r>
                    <a:rPr lang="en-US" altLang="zh-HK" sz="1600" b="1" dirty="0">
                      <a:solidFill>
                        <a:srgbClr val="2A2A2A"/>
                      </a:solidFill>
                      <a:latin typeface="Work Sans" pitchFamily="2" charset="0"/>
                    </a:rPr>
                    <a:t> Data Processing</a:t>
                  </a:r>
                  <a:endParaRPr lang="en-US" altLang="zh-HK" sz="1600" b="1" i="0" dirty="0">
                    <a:solidFill>
                      <a:srgbClr val="2A2A2A"/>
                    </a:solidFill>
                    <a:effectLst/>
                    <a:latin typeface="Work Sans" pitchFamily="2" charset="0"/>
                  </a:endParaRPr>
                </a:p>
              </p:txBody>
            </p:sp>
          </p:grpSp>
          <p:sp>
            <p:nvSpPr>
              <p:cNvPr id="1047" name="Arrow: Right 1046">
                <a:extLst>
                  <a:ext uri="{FF2B5EF4-FFF2-40B4-BE49-F238E27FC236}">
                    <a16:creationId xmlns:a16="http://schemas.microsoft.com/office/drawing/2014/main" id="{785449FF-2178-A54E-558A-C7E0BC88D9C9}"/>
                  </a:ext>
                </a:extLst>
              </p:cNvPr>
              <p:cNvSpPr/>
              <p:nvPr/>
            </p:nvSpPr>
            <p:spPr>
              <a:xfrm rot="2427970">
                <a:off x="5822460" y="3740727"/>
                <a:ext cx="517754" cy="496770"/>
              </a:xfrm>
              <a:prstGeom prst="rightArrow">
                <a:avLst>
                  <a:gd name="adj1" fmla="val 30952"/>
                  <a:gd name="adj2" fmla="val 4714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8" name="Arrow: Right 1047">
                <a:extLst>
                  <a:ext uri="{FF2B5EF4-FFF2-40B4-BE49-F238E27FC236}">
                    <a16:creationId xmlns:a16="http://schemas.microsoft.com/office/drawing/2014/main" id="{CC3D0284-1A67-BC70-9A9F-FB147B5F7F7A}"/>
                  </a:ext>
                </a:extLst>
              </p:cNvPr>
              <p:cNvSpPr/>
              <p:nvPr/>
            </p:nvSpPr>
            <p:spPr>
              <a:xfrm rot="19516000">
                <a:off x="7812787" y="3798605"/>
                <a:ext cx="584200" cy="440266"/>
              </a:xfrm>
              <a:prstGeom prst="rightArrow">
                <a:avLst>
                  <a:gd name="adj1" fmla="val 30952"/>
                  <a:gd name="adj2" fmla="val 4714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9" name="Arrow: Curved Down 1048">
                <a:extLst>
                  <a:ext uri="{FF2B5EF4-FFF2-40B4-BE49-F238E27FC236}">
                    <a16:creationId xmlns:a16="http://schemas.microsoft.com/office/drawing/2014/main" id="{2691EB22-F691-938D-6D06-39265A19303D}"/>
                  </a:ext>
                </a:extLst>
              </p:cNvPr>
              <p:cNvSpPr/>
              <p:nvPr/>
            </p:nvSpPr>
            <p:spPr>
              <a:xfrm>
                <a:off x="5769463" y="2690713"/>
                <a:ext cx="2813190" cy="694671"/>
              </a:xfrm>
              <a:prstGeom prst="curvedDownArrow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0" name="Group 1049">
                <a:extLst>
                  <a:ext uri="{FF2B5EF4-FFF2-40B4-BE49-F238E27FC236}">
                    <a16:creationId xmlns:a16="http://schemas.microsoft.com/office/drawing/2014/main" id="{CF2F27DE-A0C0-34D8-3D2D-9EAF5A684DD2}"/>
                  </a:ext>
                </a:extLst>
              </p:cNvPr>
              <p:cNvGrpSpPr/>
              <p:nvPr/>
            </p:nvGrpSpPr>
            <p:grpSpPr>
              <a:xfrm>
                <a:off x="-31161" y="2842372"/>
                <a:ext cx="1517144" cy="1395009"/>
                <a:chOff x="-150289" y="2676532"/>
                <a:chExt cx="1665667" cy="1665667"/>
              </a:xfrm>
            </p:grpSpPr>
            <p:pic>
              <p:nvPicPr>
                <p:cNvPr id="1056" name="Picture 8" descr="Premium Vector | Cute engineer architect holding paper sketch cartoon icon  illustration. Design isolated flat cartoon style">
                  <a:extLst>
                    <a:ext uri="{FF2B5EF4-FFF2-40B4-BE49-F238E27FC236}">
                      <a16:creationId xmlns:a16="http://schemas.microsoft.com/office/drawing/2014/main" id="{1DEBABFB-351F-AC80-12CC-271AC5C12E3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>
                              <a14:foregroundMark x1="48444" y1="68000" x2="48444" y2="68000"/>
                              <a14:foregroundMark x1="56000" y1="68889" x2="57333" y2="68444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150289" y="2676532"/>
                  <a:ext cx="1665667" cy="166566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57" name="Picture 2" descr="Johnson Electric - YouTube">
                  <a:extLst>
                    <a:ext uri="{FF2B5EF4-FFF2-40B4-BE49-F238E27FC236}">
                      <a16:creationId xmlns:a16="http://schemas.microsoft.com/office/drawing/2014/main" id="{139A0950-3602-2A29-47F5-5BB1EE501AD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2139" y="3686979"/>
                  <a:ext cx="186655" cy="18665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051" name="Arrow: Right 1050">
                <a:extLst>
                  <a:ext uri="{FF2B5EF4-FFF2-40B4-BE49-F238E27FC236}">
                    <a16:creationId xmlns:a16="http://schemas.microsoft.com/office/drawing/2014/main" id="{575EC586-A5F8-1ACD-D166-D24E12800E96}"/>
                  </a:ext>
                </a:extLst>
              </p:cNvPr>
              <p:cNvSpPr/>
              <p:nvPr/>
            </p:nvSpPr>
            <p:spPr>
              <a:xfrm>
                <a:off x="1412186" y="3490502"/>
                <a:ext cx="584200" cy="440267"/>
              </a:xfrm>
              <a:prstGeom prst="rightArrow">
                <a:avLst>
                  <a:gd name="adj1" fmla="val 30952"/>
                  <a:gd name="adj2" fmla="val 4714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52" name="Picture 2" descr="What is Python Coding? | Juni Learning">
                <a:extLst>
                  <a:ext uri="{FF2B5EF4-FFF2-40B4-BE49-F238E27FC236}">
                    <a16:creationId xmlns:a16="http://schemas.microsoft.com/office/drawing/2014/main" id="{7181B815-F41F-AF17-83E9-D835994332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10000" b="90000" l="10000" r="90000">
                            <a14:foregroundMark x1="46875" y1="29948" x2="46875" y2="29948"/>
                            <a14:foregroundMark x1="62292" y1="48542" x2="62292" y2="48542"/>
                            <a14:foregroundMark x1="57917" y1="33490" x2="57917" y2="3349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21476" y="2657130"/>
                <a:ext cx="720000" cy="72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53" name="TextBox 1052">
                <a:extLst>
                  <a:ext uri="{FF2B5EF4-FFF2-40B4-BE49-F238E27FC236}">
                    <a16:creationId xmlns:a16="http://schemas.microsoft.com/office/drawing/2014/main" id="{6582CC0B-751A-6E28-D36A-35113EC6CC8C}"/>
                  </a:ext>
                </a:extLst>
              </p:cNvPr>
              <p:cNvSpPr txBox="1"/>
              <p:nvPr/>
            </p:nvSpPr>
            <p:spPr>
              <a:xfrm>
                <a:off x="684786" y="3120650"/>
                <a:ext cx="1993381" cy="256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US" altLang="zh-HK" sz="1600" b="1" dirty="0">
                    <a:solidFill>
                      <a:srgbClr val="2A2A2A"/>
                    </a:solidFill>
                    <a:latin typeface="Work Sans" pitchFamily="2" charset="0"/>
                  </a:rPr>
                  <a:t>Python</a:t>
                </a:r>
                <a:endParaRPr lang="en-US" altLang="zh-HK" sz="1600" b="1" i="0" dirty="0">
                  <a:solidFill>
                    <a:srgbClr val="2A2A2A"/>
                  </a:solidFill>
                  <a:effectLst/>
                  <a:latin typeface="Work Sans" pitchFamily="2" charset="0"/>
                </a:endParaRPr>
              </a:p>
            </p:txBody>
          </p:sp>
          <p:sp>
            <p:nvSpPr>
              <p:cNvPr id="1054" name="Arrow: Right 1053">
                <a:extLst>
                  <a:ext uri="{FF2B5EF4-FFF2-40B4-BE49-F238E27FC236}">
                    <a16:creationId xmlns:a16="http://schemas.microsoft.com/office/drawing/2014/main" id="{9681F2D1-7564-5197-B52F-E1D61352BFB6}"/>
                  </a:ext>
                </a:extLst>
              </p:cNvPr>
              <p:cNvSpPr/>
              <p:nvPr/>
            </p:nvSpPr>
            <p:spPr>
              <a:xfrm>
                <a:off x="3389188" y="3391353"/>
                <a:ext cx="584200" cy="440267"/>
              </a:xfrm>
              <a:prstGeom prst="rightArrow">
                <a:avLst>
                  <a:gd name="adj1" fmla="val 30952"/>
                  <a:gd name="adj2" fmla="val 4714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4" name="Group 1063">
              <a:extLst>
                <a:ext uri="{FF2B5EF4-FFF2-40B4-BE49-F238E27FC236}">
                  <a16:creationId xmlns:a16="http://schemas.microsoft.com/office/drawing/2014/main" id="{CD3F6ED9-DC37-DE42-93F7-0CE658D12525}"/>
                </a:ext>
              </a:extLst>
            </p:cNvPr>
            <p:cNvGrpSpPr/>
            <p:nvPr/>
          </p:nvGrpSpPr>
          <p:grpSpPr>
            <a:xfrm>
              <a:off x="4182902" y="1079851"/>
              <a:ext cx="1455063" cy="689891"/>
              <a:chOff x="3904137" y="3586061"/>
              <a:chExt cx="1993381" cy="848240"/>
            </a:xfrm>
          </p:grpSpPr>
          <p:sp>
            <p:nvSpPr>
              <p:cNvPr id="1065" name="TextBox 1064">
                <a:extLst>
                  <a:ext uri="{FF2B5EF4-FFF2-40B4-BE49-F238E27FC236}">
                    <a16:creationId xmlns:a16="http://schemas.microsoft.com/office/drawing/2014/main" id="{87A9A349-A8D3-E0EE-98AD-D1F7A276DE01}"/>
                  </a:ext>
                </a:extLst>
              </p:cNvPr>
              <p:cNvSpPr txBox="1"/>
              <p:nvPr/>
            </p:nvSpPr>
            <p:spPr>
              <a:xfrm>
                <a:off x="3904137" y="4177821"/>
                <a:ext cx="1993381" cy="256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US" altLang="zh-HK" sz="1600" b="1" dirty="0">
                    <a:solidFill>
                      <a:srgbClr val="2A2A2A"/>
                    </a:solidFill>
                    <a:latin typeface="Work Sans" pitchFamily="2" charset="0"/>
                  </a:rPr>
                  <a:t>Standard Sync</a:t>
                </a:r>
                <a:endParaRPr lang="en-US" altLang="zh-HK" sz="1600" b="1" i="0" dirty="0">
                  <a:solidFill>
                    <a:srgbClr val="2A2A2A"/>
                  </a:solidFill>
                  <a:effectLst/>
                  <a:latin typeface="Work Sans" pitchFamily="2" charset="0"/>
                </a:endParaRPr>
              </a:p>
            </p:txBody>
          </p:sp>
          <p:pic>
            <p:nvPicPr>
              <p:cNvPr id="1066" name="Graphic 1065" descr="Syncing cloud with solid fill">
                <a:extLst>
                  <a:ext uri="{FF2B5EF4-FFF2-40B4-BE49-F238E27FC236}">
                    <a16:creationId xmlns:a16="http://schemas.microsoft.com/office/drawing/2014/main" id="{2A2DD50B-8730-3CF8-ED33-79B1DDFA2E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523934" y="3586061"/>
                <a:ext cx="720000" cy="720000"/>
              </a:xfrm>
              <a:prstGeom prst="rect">
                <a:avLst/>
              </a:prstGeom>
            </p:spPr>
          </p:pic>
        </p:grpSp>
        <p:sp>
          <p:nvSpPr>
            <p:cNvPr id="1068" name="Multiplication Sign 1067">
              <a:extLst>
                <a:ext uri="{FF2B5EF4-FFF2-40B4-BE49-F238E27FC236}">
                  <a16:creationId xmlns:a16="http://schemas.microsoft.com/office/drawing/2014/main" id="{E4261CA0-D75F-8E8F-A4BF-8B23BC33ED94}"/>
                </a:ext>
              </a:extLst>
            </p:cNvPr>
            <p:cNvSpPr/>
            <p:nvPr/>
          </p:nvSpPr>
          <p:spPr>
            <a:xfrm>
              <a:off x="4045561" y="690755"/>
              <a:ext cx="1653304" cy="1557775"/>
            </a:xfrm>
            <a:prstGeom prst="mathMultiply">
              <a:avLst>
                <a:gd name="adj1" fmla="val 587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7566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F216F-646E-5DAE-8A5E-5C0D0A68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CBEF6E0-C618-3355-003A-FBE9715BBAE7}"/>
              </a:ext>
            </a:extLst>
          </p:cNvPr>
          <p:cNvSpPr/>
          <p:nvPr/>
        </p:nvSpPr>
        <p:spPr>
          <a:xfrm>
            <a:off x="2216150" y="1054100"/>
            <a:ext cx="7848600" cy="7381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9DCBA-5581-AB6C-2B04-011E98DE1D7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9249398" cy="490331"/>
          </a:xfrm>
        </p:spPr>
        <p:txBody>
          <a:bodyPr/>
          <a:lstStyle/>
          <a:p>
            <a:r>
              <a:rPr lang="en-US" sz="2400" dirty="0">
                <a:latin typeface="Aptos Display" panose="020B0004020202020204" pitchFamily="34" charset="0"/>
              </a:rPr>
              <a:t>Solution - Automated Standard File Synchronization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8F36C-FD72-E9B3-B2E2-EC8261731240}"/>
              </a:ext>
            </a:extLst>
          </p:cNvPr>
          <p:cNvSpPr txBox="1"/>
          <p:nvPr/>
        </p:nvSpPr>
        <p:spPr>
          <a:xfrm>
            <a:off x="2348377" y="1084209"/>
            <a:ext cx="81646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Aptos Display" panose="020B0004020202020204" pitchFamily="34" charset="0"/>
              </a:rPr>
              <a:t>Implement automatic standard file sync from </a:t>
            </a:r>
            <a:r>
              <a:rPr lang="en-US" i="1" dirty="0" err="1">
                <a:latin typeface="Aptos Display" panose="020B0004020202020204" pitchFamily="34" charset="0"/>
              </a:rPr>
              <a:t>latest_standard</a:t>
            </a:r>
            <a:r>
              <a:rPr lang="en-US" i="1" dirty="0">
                <a:latin typeface="Aptos Display" panose="020B0004020202020204" pitchFamily="34" charset="0"/>
              </a:rPr>
              <a:t> to 1_Standard folder, eliminating manual updates and ensuring current compliance standards.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536D89-011E-C67B-F600-03B20D86EF51}"/>
              </a:ext>
            </a:extLst>
          </p:cNvPr>
          <p:cNvSpPr txBox="1"/>
          <p:nvPr/>
        </p:nvSpPr>
        <p:spPr>
          <a:xfrm>
            <a:off x="150906" y="1965100"/>
            <a:ext cx="1893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ptos Display" panose="020B0004020202020204" pitchFamily="34" charset="0"/>
              </a:rPr>
              <a:t>Key Components 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A70E5A-29C8-9B29-6DDE-FFB4A36F0116}"/>
              </a:ext>
            </a:extLst>
          </p:cNvPr>
          <p:cNvSpPr/>
          <p:nvPr/>
        </p:nvSpPr>
        <p:spPr>
          <a:xfrm>
            <a:off x="2127622" y="971550"/>
            <a:ext cx="22075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14D8C88-5B95-15DD-4E70-83C829F177ED}"/>
              </a:ext>
            </a:extLst>
          </p:cNvPr>
          <p:cNvSpPr/>
          <p:nvPr/>
        </p:nvSpPr>
        <p:spPr>
          <a:xfrm>
            <a:off x="150906" y="1048839"/>
            <a:ext cx="1844488" cy="7381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Overview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54F37B-B189-E6BD-6095-E64416C546E8}"/>
              </a:ext>
            </a:extLst>
          </p:cNvPr>
          <p:cNvSpPr txBox="1"/>
          <p:nvPr/>
        </p:nvSpPr>
        <p:spPr>
          <a:xfrm>
            <a:off x="4314687" y="4387846"/>
            <a:ext cx="269324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File Sync Function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8F8A6A-45C4-02FA-7BA5-CDFCF3E8CC27}"/>
              </a:ext>
            </a:extLst>
          </p:cNvPr>
          <p:cNvSpPr txBox="1"/>
          <p:nvPr/>
        </p:nvSpPr>
        <p:spPr>
          <a:xfrm>
            <a:off x="547954" y="4363382"/>
            <a:ext cx="315933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Smart </a:t>
            </a:r>
            <a:r>
              <a:rPr lang="en-US" sz="2000" dirty="0" err="1">
                <a:latin typeface="+mj-lt"/>
              </a:rPr>
              <a:t>Confuguration</a:t>
            </a:r>
            <a:r>
              <a:rPr lang="en-US" sz="2000" dirty="0">
                <a:latin typeface="+mj-lt"/>
              </a:rPr>
              <a:t> Management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FE13BB-2EC3-C8F9-7C6E-7CCD6F4564FA}"/>
              </a:ext>
            </a:extLst>
          </p:cNvPr>
          <p:cNvSpPr txBox="1"/>
          <p:nvPr/>
        </p:nvSpPr>
        <p:spPr>
          <a:xfrm>
            <a:off x="7379262" y="4363383"/>
            <a:ext cx="257031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User Experience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AA0B68-9086-5AB3-4AA3-222E43B3ECD8}"/>
              </a:ext>
            </a:extLst>
          </p:cNvPr>
          <p:cNvSpPr/>
          <p:nvPr/>
        </p:nvSpPr>
        <p:spPr>
          <a:xfrm>
            <a:off x="9779935" y="971550"/>
            <a:ext cx="339288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B74B5-73F2-D470-C5EB-327343936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99" y="2753749"/>
            <a:ext cx="1829055" cy="32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564285-8EB1-908F-DB41-D1E734A72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23" y="3303221"/>
            <a:ext cx="2257740" cy="342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0D5C8D-28EB-CAD3-FB9F-C5F832ACE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39" y="3922747"/>
            <a:ext cx="2572109" cy="247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E9D720-FFBF-DFB0-E871-363A7C8FF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289" y="3303221"/>
            <a:ext cx="2767212" cy="5934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E25E62-EB90-E2F4-ED3E-755AF8E4C3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8931" y="2753749"/>
            <a:ext cx="2301730" cy="117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5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CBFDD-FC77-5325-A661-CEA72ABD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DC06E-B73C-7875-3621-7F483E725A1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91709" y="407295"/>
            <a:ext cx="2079624" cy="36577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>
                <a:latin typeface="Aptos" panose="020B0004020202020204" pitchFamily="34" charset="0"/>
              </a:rPr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D4C4E7-538C-CFBB-1B1E-B54B6621896F}"/>
              </a:ext>
            </a:extLst>
          </p:cNvPr>
          <p:cNvSpPr txBox="1"/>
          <p:nvPr/>
        </p:nvSpPr>
        <p:spPr>
          <a:xfrm>
            <a:off x="41557" y="897778"/>
            <a:ext cx="5309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Situation 1️⃣ : Missing Latest Standard Folder</a:t>
            </a:r>
            <a:r>
              <a:rPr lang="en-US" baseline="0" dirty="0"/>
              <a:t> </a:t>
            </a: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0DD13-6588-AF33-1D44-E2744E65D06B}"/>
              </a:ext>
            </a:extLst>
          </p:cNvPr>
          <p:cNvSpPr txBox="1"/>
          <p:nvPr/>
        </p:nvSpPr>
        <p:spPr>
          <a:xfrm>
            <a:off x="5100481" y="954454"/>
            <a:ext cx="4805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Situation 2️⃣: No Standard Files Found</a:t>
            </a: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D12D2AA-8D4A-ED3D-83C8-9F86B7830C1F}"/>
              </a:ext>
            </a:extLst>
          </p:cNvPr>
          <p:cNvSpPr/>
          <p:nvPr/>
        </p:nvSpPr>
        <p:spPr>
          <a:xfrm>
            <a:off x="2538748" y="4534169"/>
            <a:ext cx="437972" cy="267155"/>
          </a:xfrm>
          <a:prstGeom prst="rightArrow">
            <a:avLst>
              <a:gd name="adj1" fmla="val 31354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99BF11-FF06-E5DB-6EDB-1D2307049978}"/>
              </a:ext>
            </a:extLst>
          </p:cNvPr>
          <p:cNvSpPr txBox="1"/>
          <p:nvPr/>
        </p:nvSpPr>
        <p:spPr>
          <a:xfrm>
            <a:off x="6234" y="3149911"/>
            <a:ext cx="50280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Situation</a:t>
            </a:r>
            <a:r>
              <a:rPr lang="en-US" baseline="0" dirty="0"/>
              <a:t> </a:t>
            </a:r>
            <a:r>
              <a:rPr lang="en-US" dirty="0"/>
              <a:t>3️⃣: Standards Updated Successfully</a:t>
            </a: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7A6C1C-793D-61A4-C117-C2944CED99C4}"/>
              </a:ext>
            </a:extLst>
          </p:cNvPr>
          <p:cNvSpPr txBox="1"/>
          <p:nvPr/>
        </p:nvSpPr>
        <p:spPr>
          <a:xfrm>
            <a:off x="5080000" y="3273022"/>
            <a:ext cx="2717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Other Situations: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804B29C-0F3C-3339-A6CB-6338EC089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8" y="4407671"/>
            <a:ext cx="2209800" cy="52015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BB3CBE5-1340-48DF-B7CC-CE4D00839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225" y="3842859"/>
            <a:ext cx="1636916" cy="162830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86FFB71-A9E3-D3CA-A174-F3FC28686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3933" y="1631232"/>
            <a:ext cx="2350347" cy="118290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215E4EF-3CC7-7336-AA1A-B81BC1AFD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98" y="2035443"/>
            <a:ext cx="2421235" cy="25122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8C1971F-0C1C-F4B4-989C-AFBE613C04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028" y="1446577"/>
            <a:ext cx="2756009" cy="139619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248E2D-5F66-4DC9-97C5-DF791F1990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916" y="3897616"/>
            <a:ext cx="2122274" cy="148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5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945C2-AC24-8003-767B-0A47FD327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AD025-24DA-6E30-19F5-2238C8673F6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7" y="380401"/>
            <a:ext cx="7300570" cy="490331"/>
          </a:xfrm>
        </p:spPr>
        <p:txBody>
          <a:bodyPr/>
          <a:lstStyle/>
          <a:p>
            <a:r>
              <a:rPr lang="en-US" sz="2800" dirty="0">
                <a:latin typeface="Aptos Display" panose="020B0004020202020204" pitchFamily="34" charset="0"/>
              </a:rPr>
              <a:t>User Experience - Before vs After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0E96183-3E84-7475-2A91-EA8CA856E412}"/>
              </a:ext>
            </a:extLst>
          </p:cNvPr>
          <p:cNvSpPr/>
          <p:nvPr/>
        </p:nvSpPr>
        <p:spPr>
          <a:xfrm>
            <a:off x="4668215" y="4294499"/>
            <a:ext cx="855134" cy="365777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0A232D2-985E-E84D-5747-2DD67FF3D229}"/>
              </a:ext>
            </a:extLst>
          </p:cNvPr>
          <p:cNvSpPr/>
          <p:nvPr/>
        </p:nvSpPr>
        <p:spPr>
          <a:xfrm>
            <a:off x="4668215" y="3025317"/>
            <a:ext cx="855134" cy="365777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964F032-B26B-E0E7-73BD-B081D7488D67}"/>
              </a:ext>
            </a:extLst>
          </p:cNvPr>
          <p:cNvSpPr/>
          <p:nvPr/>
        </p:nvSpPr>
        <p:spPr>
          <a:xfrm>
            <a:off x="4668215" y="1802447"/>
            <a:ext cx="855134" cy="365777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9748D1-0B53-78A7-1470-D858832D390E}"/>
              </a:ext>
            </a:extLst>
          </p:cNvPr>
          <p:cNvSpPr txBox="1"/>
          <p:nvPr/>
        </p:nvSpPr>
        <p:spPr>
          <a:xfrm>
            <a:off x="817463" y="971943"/>
            <a:ext cx="2767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Standard Sync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C5F338-F6FC-C1E6-429F-FBC2C2EDF694}"/>
              </a:ext>
            </a:extLst>
          </p:cNvPr>
          <p:cNvSpPr/>
          <p:nvPr/>
        </p:nvSpPr>
        <p:spPr>
          <a:xfrm>
            <a:off x="492383" y="2910318"/>
            <a:ext cx="3225800" cy="660400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73FB32-C12E-31E7-16C0-05B47500DAC4}"/>
              </a:ext>
            </a:extLst>
          </p:cNvPr>
          <p:cNvSpPr/>
          <p:nvPr/>
        </p:nvSpPr>
        <p:spPr>
          <a:xfrm>
            <a:off x="495494" y="4165500"/>
            <a:ext cx="3225800" cy="660400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BAC38-CE02-B1CD-0760-BD8D8F5DEA17}"/>
              </a:ext>
            </a:extLst>
          </p:cNvPr>
          <p:cNvSpPr txBox="1"/>
          <p:nvPr/>
        </p:nvSpPr>
        <p:spPr>
          <a:xfrm>
            <a:off x="6671193" y="974648"/>
            <a:ext cx="2767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Standard Sync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6698C0-CFF2-E69A-D750-C37F395C643C}"/>
              </a:ext>
            </a:extLst>
          </p:cNvPr>
          <p:cNvGrpSpPr/>
          <p:nvPr/>
        </p:nvGrpSpPr>
        <p:grpSpPr>
          <a:xfrm>
            <a:off x="527655" y="1598336"/>
            <a:ext cx="3225800" cy="711197"/>
            <a:chOff x="588087" y="1509922"/>
            <a:chExt cx="3225800" cy="71119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6347572-EA71-855B-A0FF-FFE89F0C1D7F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864070-F54B-0E8F-9709-38E177FC6718}"/>
                </a:ext>
              </a:extLst>
            </p:cNvPr>
            <p:cNvSpPr txBox="1"/>
            <p:nvPr/>
          </p:nvSpPr>
          <p:spPr>
            <a:xfrm>
              <a:off x="654923" y="1509922"/>
              <a:ext cx="3092128" cy="6873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file synchronization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Operators must manually download latest standard files and copy to local computers, prone to forgetting updates or placing files in wrong location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4E6D589-06E5-3613-E94F-604C512C4AF2}"/>
              </a:ext>
            </a:extLst>
          </p:cNvPr>
          <p:cNvSpPr txBox="1"/>
          <p:nvPr/>
        </p:nvSpPr>
        <p:spPr>
          <a:xfrm>
            <a:off x="545291" y="2914048"/>
            <a:ext cx="3190528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Difficult to track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 easy way to know which standard files were used for specific compliance checks or if files are up-to-date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4EB52D-DDCC-E702-5F0E-7ED308343F2C}"/>
              </a:ext>
            </a:extLst>
          </p:cNvPr>
          <p:cNvSpPr txBox="1"/>
          <p:nvPr/>
        </p:nvSpPr>
        <p:spPr>
          <a:xfrm>
            <a:off x="633649" y="4171503"/>
            <a:ext cx="3013811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Hard-coded file paths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System can only work with fixed folder locations, making it difficult to adapt to different environments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A2C1E4-A88F-E9B6-0AA2-2D3F92CD7B0B}"/>
              </a:ext>
            </a:extLst>
          </p:cNvPr>
          <p:cNvGrpSpPr/>
          <p:nvPr/>
        </p:nvGrpSpPr>
        <p:grpSpPr>
          <a:xfrm>
            <a:off x="6473381" y="1586514"/>
            <a:ext cx="3225800" cy="723019"/>
            <a:chOff x="588087" y="1498100"/>
            <a:chExt cx="3225800" cy="723019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97D7825-50BB-3F80-786C-E8053A1BAC7F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CD0BEA7-6381-981D-DA64-379A7371A8EC}"/>
                </a:ext>
              </a:extLst>
            </p:cNvPr>
            <p:cNvSpPr txBox="1"/>
            <p:nvPr/>
          </p:nvSpPr>
          <p:spPr>
            <a:xfrm>
              <a:off x="654923" y="1498100"/>
              <a:ext cx="3092128" cy="6873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Automated standard synchronization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All standard files are automatically synced from 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latest_standard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folder to 1_Standard folder with around 95 % improvement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1BAFC0-A586-D737-61B1-3C45B9AD2DD6}"/>
              </a:ext>
            </a:extLst>
          </p:cNvPr>
          <p:cNvGrpSpPr/>
          <p:nvPr/>
        </p:nvGrpSpPr>
        <p:grpSpPr>
          <a:xfrm>
            <a:off x="6473381" y="2910318"/>
            <a:ext cx="3225800" cy="660400"/>
            <a:chOff x="588087" y="1560719"/>
            <a:chExt cx="3225800" cy="6604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CFB9BA7-41C8-C12D-E10B-24B70C67AB8D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FC90F55-0509-2C3D-6109-2ACE295E1FAC}"/>
                </a:ext>
              </a:extLst>
            </p:cNvPr>
            <p:cNvSpPr txBox="1"/>
            <p:nvPr/>
          </p:nvSpPr>
          <p:spPr>
            <a:xfrm>
              <a:off x="654923" y="1560719"/>
              <a:ext cx="3092128" cy="543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Basic sync tracking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Message box which shows files were updated and deleted during synchronization process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7DD3A62-8608-D654-06CE-DD42E5FA3429}"/>
              </a:ext>
            </a:extLst>
          </p:cNvPr>
          <p:cNvGrpSpPr/>
          <p:nvPr/>
        </p:nvGrpSpPr>
        <p:grpSpPr>
          <a:xfrm>
            <a:off x="6462151" y="4161576"/>
            <a:ext cx="3306632" cy="660400"/>
            <a:chOff x="588087" y="1560719"/>
            <a:chExt cx="3306632" cy="66040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8008158-D892-D7EA-5D3E-A6F309EB810F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77B6998-4F7F-6295-2A76-47B66A1A320E}"/>
                </a:ext>
              </a:extLst>
            </p:cNvPr>
            <p:cNvSpPr txBox="1"/>
            <p:nvPr/>
          </p:nvSpPr>
          <p:spPr>
            <a:xfrm>
              <a:off x="661921" y="1574410"/>
              <a:ext cx="3232798" cy="543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Configurable file paths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Standard files can be placed in any location (different drives, network paths, cloud folders) via config.ini settings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027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27"/>
            </p:par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2462E4-AB50-F9EF-D5EE-88D40FF6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19EB0-3C84-9FF9-D5D2-86238372DD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91708" y="407295"/>
            <a:ext cx="3002491" cy="36577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ptos" panose="020B0004020202020204" pitchFamily="34" charset="0"/>
              </a:rPr>
              <a:t>Internal Testing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26619D-86FF-C22A-66AF-961CA2303A07}"/>
              </a:ext>
            </a:extLst>
          </p:cNvPr>
          <p:cNvSpPr txBox="1"/>
          <p:nvPr/>
        </p:nvSpPr>
        <p:spPr>
          <a:xfrm>
            <a:off x="-11546" y="804207"/>
            <a:ext cx="5309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Step</a:t>
            </a:r>
            <a:r>
              <a:rPr lang="en-US" baseline="0" dirty="0"/>
              <a:t> </a:t>
            </a:r>
            <a:r>
              <a:rPr lang="en-US" dirty="0"/>
              <a:t>1️⃣ : Update files on drive with </a:t>
            </a:r>
            <a:r>
              <a:rPr lang="en-US" dirty="0">
                <a:highlight>
                  <a:srgbClr val="FFFF00"/>
                </a:highlight>
              </a:rPr>
              <a:t>markdowns</a:t>
            </a:r>
            <a:endParaRPr lang="en-US" dirty="0">
              <a:highlight>
                <a:srgbClr val="FFFF00"/>
              </a:highlight>
              <a:latin typeface="Aptos Display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555A4B-C849-9B1B-A5CD-68F73EACD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3" y="1477937"/>
            <a:ext cx="2753759" cy="8678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A3D57D-27B5-E368-CB6B-E438B643E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039" y="1362837"/>
            <a:ext cx="2141327" cy="12622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5B89D9-93CA-97C7-D9F4-CE4BAA31D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4496" y="1362836"/>
            <a:ext cx="2222039" cy="12645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E6E5EF-1E52-2A68-AA25-5DAFFDC9AC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4064" y="1362837"/>
            <a:ext cx="2222039" cy="12597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E32941-2541-471B-7A44-1DA6E5759AAA}"/>
              </a:ext>
            </a:extLst>
          </p:cNvPr>
          <p:cNvSpPr txBox="1"/>
          <p:nvPr/>
        </p:nvSpPr>
        <p:spPr>
          <a:xfrm>
            <a:off x="-11546" y="2718853"/>
            <a:ext cx="4805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2️⃣: Solve users’ problems in Teams ( All solved)</a:t>
            </a:r>
            <a:endParaRPr lang="en-US" dirty="0">
              <a:latin typeface="Aptos Display" panose="020B00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FC0F7DA-CBE8-AC82-527B-730C0A102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38" y="3363969"/>
            <a:ext cx="2064404" cy="109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701114-E152-70F6-63DE-9284488C3C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9429" y="3229342"/>
            <a:ext cx="2179505" cy="132785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D41055F-0E5E-39AB-FC6A-5084EB2EF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353" y="2988883"/>
            <a:ext cx="1428750" cy="178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893F0A20-08F2-CD5E-AEAA-535AE4384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136" y="3070657"/>
            <a:ext cx="1559338" cy="161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AC1CE3B-08F6-E145-0A78-3C17D38A8154}"/>
              </a:ext>
            </a:extLst>
          </p:cNvPr>
          <p:cNvSpPr txBox="1"/>
          <p:nvPr/>
        </p:nvSpPr>
        <p:spPr>
          <a:xfrm>
            <a:off x="0" y="4769257"/>
            <a:ext cx="4805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Wrong config.ini</a:t>
            </a: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FCCC0C-8E33-9776-F7A9-1F873F4B71B2}"/>
              </a:ext>
            </a:extLst>
          </p:cNvPr>
          <p:cNvSpPr txBox="1"/>
          <p:nvPr/>
        </p:nvSpPr>
        <p:spPr>
          <a:xfrm>
            <a:off x="5309376" y="4769257"/>
            <a:ext cx="4805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Invalid list format</a:t>
            </a:r>
            <a:endParaRPr lang="en-US" dirty="0">
              <a:latin typeface="Aptos Display" panose="020B0004020202020204" pitchFamily="34" charset="0"/>
            </a:endParaRPr>
          </a:p>
        </p:txBody>
      </p:sp>
      <p:pic>
        <p:nvPicPr>
          <p:cNvPr id="4" name="Picture 2" descr="Microsoft Teams - 維基百科，自由的百科全書">
            <a:extLst>
              <a:ext uri="{FF2B5EF4-FFF2-40B4-BE49-F238E27FC236}">
                <a16:creationId xmlns:a16="http://schemas.microsoft.com/office/drawing/2014/main" id="{078AEFF6-8A52-0860-BA33-EA89FDA71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768" y="4145322"/>
            <a:ext cx="444183" cy="4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8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5C5DB0A3-B4D2-D70C-F390-FA106D5BA520}"/>
              </a:ext>
            </a:extLst>
          </p:cNvPr>
          <p:cNvGrpSpPr/>
          <p:nvPr/>
        </p:nvGrpSpPr>
        <p:grpSpPr>
          <a:xfrm>
            <a:off x="3921760" y="1181100"/>
            <a:ext cx="2316480" cy="3627119"/>
            <a:chOff x="934720" y="1264920"/>
            <a:chExt cx="2316480" cy="3627119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86F722E-CC03-2C6E-F027-4CB54EDD0DC2}"/>
                </a:ext>
              </a:extLst>
            </p:cNvPr>
            <p:cNvSpPr/>
            <p:nvPr/>
          </p:nvSpPr>
          <p:spPr>
            <a:xfrm>
              <a:off x="934720" y="1264920"/>
              <a:ext cx="2316480" cy="1007063"/>
            </a:xfrm>
            <a:custGeom>
              <a:avLst/>
              <a:gdLst>
                <a:gd name="connsiteX0" fmla="*/ 386088 w 2316480"/>
                <a:gd name="connsiteY0" fmla="*/ 0 h 1007063"/>
                <a:gd name="connsiteX1" fmla="*/ 1930392 w 2316480"/>
                <a:gd name="connsiteY1" fmla="*/ 0 h 1007063"/>
                <a:gd name="connsiteX2" fmla="*/ 2316480 w 2316480"/>
                <a:gd name="connsiteY2" fmla="*/ 386088 h 1007063"/>
                <a:gd name="connsiteX3" fmla="*/ 2316480 w 2316480"/>
                <a:gd name="connsiteY3" fmla="*/ 1007063 h 1007063"/>
                <a:gd name="connsiteX4" fmla="*/ 0 w 2316480"/>
                <a:gd name="connsiteY4" fmla="*/ 1007063 h 1007063"/>
                <a:gd name="connsiteX5" fmla="*/ 0 w 2316480"/>
                <a:gd name="connsiteY5" fmla="*/ 386088 h 1007063"/>
                <a:gd name="connsiteX6" fmla="*/ 386088 w 2316480"/>
                <a:gd name="connsiteY6" fmla="*/ 0 h 100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6480" h="1007063">
                  <a:moveTo>
                    <a:pt x="386088" y="0"/>
                  </a:moveTo>
                  <a:lnTo>
                    <a:pt x="1930392" y="0"/>
                  </a:lnTo>
                  <a:cubicBezTo>
                    <a:pt x="2143623" y="0"/>
                    <a:pt x="2316480" y="172857"/>
                    <a:pt x="2316480" y="386088"/>
                  </a:cubicBezTo>
                  <a:lnTo>
                    <a:pt x="2316480" y="1007063"/>
                  </a:lnTo>
                  <a:lnTo>
                    <a:pt x="0" y="1007063"/>
                  </a:lnTo>
                  <a:lnTo>
                    <a:pt x="0" y="386088"/>
                  </a:lnTo>
                  <a:cubicBezTo>
                    <a:pt x="0" y="172857"/>
                    <a:pt x="172857" y="0"/>
                    <a:pt x="386088" y="0"/>
                  </a:cubicBezTo>
                  <a:close/>
                </a:path>
              </a:pathLst>
            </a:custGeom>
            <a:solidFill>
              <a:srgbClr val="F7A6D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HK" alt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D0A84B1-0211-361D-AD62-B69723007BEE}"/>
                </a:ext>
              </a:extLst>
            </p:cNvPr>
            <p:cNvSpPr/>
            <p:nvPr/>
          </p:nvSpPr>
          <p:spPr>
            <a:xfrm>
              <a:off x="934720" y="2317701"/>
              <a:ext cx="2316480" cy="2574338"/>
            </a:xfrm>
            <a:custGeom>
              <a:avLst/>
              <a:gdLst>
                <a:gd name="connsiteX0" fmla="*/ 0 w 2316480"/>
                <a:gd name="connsiteY0" fmla="*/ 0 h 2574338"/>
                <a:gd name="connsiteX1" fmla="*/ 2316480 w 2316480"/>
                <a:gd name="connsiteY1" fmla="*/ 0 h 2574338"/>
                <a:gd name="connsiteX2" fmla="*/ 2316480 w 2316480"/>
                <a:gd name="connsiteY2" fmla="*/ 2188250 h 2574338"/>
                <a:gd name="connsiteX3" fmla="*/ 1930392 w 2316480"/>
                <a:gd name="connsiteY3" fmla="*/ 2574338 h 2574338"/>
                <a:gd name="connsiteX4" fmla="*/ 386088 w 2316480"/>
                <a:gd name="connsiteY4" fmla="*/ 2574338 h 2574338"/>
                <a:gd name="connsiteX5" fmla="*/ 0 w 2316480"/>
                <a:gd name="connsiteY5" fmla="*/ 2188250 h 2574338"/>
                <a:gd name="connsiteX6" fmla="*/ 0 w 2316480"/>
                <a:gd name="connsiteY6" fmla="*/ 0 h 257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6480" h="2574338">
                  <a:moveTo>
                    <a:pt x="0" y="0"/>
                  </a:moveTo>
                  <a:lnTo>
                    <a:pt x="2316480" y="0"/>
                  </a:lnTo>
                  <a:lnTo>
                    <a:pt x="2316480" y="2188250"/>
                  </a:lnTo>
                  <a:cubicBezTo>
                    <a:pt x="2316480" y="2401481"/>
                    <a:pt x="2143623" y="2574338"/>
                    <a:pt x="1930392" y="2574338"/>
                  </a:cubicBezTo>
                  <a:lnTo>
                    <a:pt x="386088" y="2574338"/>
                  </a:lnTo>
                  <a:cubicBezTo>
                    <a:pt x="172857" y="2574338"/>
                    <a:pt x="0" y="2401481"/>
                    <a:pt x="0" y="21882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7A6D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HK" alt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541553E-E8E2-F676-487C-EC35F5BFE7E1}"/>
                </a:ext>
              </a:extLst>
            </p:cNvPr>
            <p:cNvSpPr txBox="1"/>
            <p:nvPr/>
          </p:nvSpPr>
          <p:spPr>
            <a:xfrm>
              <a:off x="1044287" y="1426454"/>
              <a:ext cx="20114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b="1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Excel Conversion Function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F786A372-C696-531C-3E64-CF183AB6E941}"/>
              </a:ext>
            </a:extLst>
          </p:cNvPr>
          <p:cNvSpPr txBox="1"/>
          <p:nvPr/>
        </p:nvSpPr>
        <p:spPr>
          <a:xfrm>
            <a:off x="4141470" y="2492293"/>
            <a:ext cx="1877060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latin typeface="Bahnschrift SemiLight" panose="020B0502040204020203" pitchFamily="34" charset="0"/>
              </a:rPr>
              <a:t>New: Convert IMDS PDF reports to Excel</a:t>
            </a:r>
          </a:p>
          <a:p>
            <a:endParaRPr lang="en-US" altLang="zh-HK" sz="1600" dirty="0">
              <a:latin typeface="Bahnschrift SemiLight" panose="020B0502040204020203" pitchFamily="34" charset="0"/>
            </a:endParaRPr>
          </a:p>
          <a:p>
            <a:r>
              <a:rPr lang="en-US" altLang="zh-HK" sz="1600" dirty="0">
                <a:latin typeface="Bahnschrift SemiLight" panose="020B0502040204020203" pitchFamily="34" charset="0"/>
              </a:rPr>
              <a:t>Maintain automated standards comparison</a:t>
            </a:r>
          </a:p>
          <a:p>
            <a:endParaRPr lang="en-US" altLang="zh-HK" sz="1600" dirty="0">
              <a:latin typeface="Bahnschrift SemiLight" panose="020B0502040204020203" pitchFamily="34" charset="0"/>
            </a:endParaRPr>
          </a:p>
          <a:p>
            <a:r>
              <a:rPr lang="en-US" altLang="zh-HK" sz="1600" dirty="0">
                <a:latin typeface="Bahnschrift SemiLight" panose="020B0502040204020203" pitchFamily="34" charset="0"/>
              </a:rPr>
              <a:t>Generate Excel outputs post-comparison</a:t>
            </a:r>
            <a:endParaRPr lang="zh-HK" altLang="en-US" sz="1600" dirty="0">
              <a:latin typeface="Bahnschrift SemiLight" panose="020B0502040204020203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586EC1F-D1C6-72D5-3A3E-AA8FB904E553}"/>
              </a:ext>
            </a:extLst>
          </p:cNvPr>
          <p:cNvGrpSpPr/>
          <p:nvPr/>
        </p:nvGrpSpPr>
        <p:grpSpPr>
          <a:xfrm>
            <a:off x="7128510" y="1181100"/>
            <a:ext cx="2316480" cy="3627119"/>
            <a:chOff x="934720" y="1264920"/>
            <a:chExt cx="2316480" cy="3627119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7DB3DB8-CB86-9733-E47C-0C380482E998}"/>
                </a:ext>
              </a:extLst>
            </p:cNvPr>
            <p:cNvSpPr/>
            <p:nvPr/>
          </p:nvSpPr>
          <p:spPr>
            <a:xfrm>
              <a:off x="934720" y="1264920"/>
              <a:ext cx="2316480" cy="1007063"/>
            </a:xfrm>
            <a:custGeom>
              <a:avLst/>
              <a:gdLst>
                <a:gd name="connsiteX0" fmla="*/ 386088 w 2316480"/>
                <a:gd name="connsiteY0" fmla="*/ 0 h 1007063"/>
                <a:gd name="connsiteX1" fmla="*/ 1930392 w 2316480"/>
                <a:gd name="connsiteY1" fmla="*/ 0 h 1007063"/>
                <a:gd name="connsiteX2" fmla="*/ 2316480 w 2316480"/>
                <a:gd name="connsiteY2" fmla="*/ 386088 h 1007063"/>
                <a:gd name="connsiteX3" fmla="*/ 2316480 w 2316480"/>
                <a:gd name="connsiteY3" fmla="*/ 1007063 h 1007063"/>
                <a:gd name="connsiteX4" fmla="*/ 0 w 2316480"/>
                <a:gd name="connsiteY4" fmla="*/ 1007063 h 1007063"/>
                <a:gd name="connsiteX5" fmla="*/ 0 w 2316480"/>
                <a:gd name="connsiteY5" fmla="*/ 386088 h 1007063"/>
                <a:gd name="connsiteX6" fmla="*/ 386088 w 2316480"/>
                <a:gd name="connsiteY6" fmla="*/ 0 h 100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6480" h="1007063">
                  <a:moveTo>
                    <a:pt x="386088" y="0"/>
                  </a:moveTo>
                  <a:lnTo>
                    <a:pt x="1930392" y="0"/>
                  </a:lnTo>
                  <a:cubicBezTo>
                    <a:pt x="2143623" y="0"/>
                    <a:pt x="2316480" y="172857"/>
                    <a:pt x="2316480" y="386088"/>
                  </a:cubicBezTo>
                  <a:lnTo>
                    <a:pt x="2316480" y="1007063"/>
                  </a:lnTo>
                  <a:lnTo>
                    <a:pt x="0" y="1007063"/>
                  </a:lnTo>
                  <a:lnTo>
                    <a:pt x="0" y="386088"/>
                  </a:lnTo>
                  <a:cubicBezTo>
                    <a:pt x="0" y="172857"/>
                    <a:pt x="172857" y="0"/>
                    <a:pt x="386088" y="0"/>
                  </a:cubicBezTo>
                  <a:close/>
                </a:path>
              </a:pathLst>
            </a:custGeom>
            <a:solidFill>
              <a:srgbClr val="ACF7A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HK" alt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6D7E63C-7456-E7A2-93B2-C487B861E123}"/>
                </a:ext>
              </a:extLst>
            </p:cNvPr>
            <p:cNvSpPr/>
            <p:nvPr/>
          </p:nvSpPr>
          <p:spPr>
            <a:xfrm>
              <a:off x="934720" y="2317701"/>
              <a:ext cx="2316480" cy="2574338"/>
            </a:xfrm>
            <a:custGeom>
              <a:avLst/>
              <a:gdLst>
                <a:gd name="connsiteX0" fmla="*/ 0 w 2316480"/>
                <a:gd name="connsiteY0" fmla="*/ 0 h 2574338"/>
                <a:gd name="connsiteX1" fmla="*/ 2316480 w 2316480"/>
                <a:gd name="connsiteY1" fmla="*/ 0 h 2574338"/>
                <a:gd name="connsiteX2" fmla="*/ 2316480 w 2316480"/>
                <a:gd name="connsiteY2" fmla="*/ 2188250 h 2574338"/>
                <a:gd name="connsiteX3" fmla="*/ 1930392 w 2316480"/>
                <a:gd name="connsiteY3" fmla="*/ 2574338 h 2574338"/>
                <a:gd name="connsiteX4" fmla="*/ 386088 w 2316480"/>
                <a:gd name="connsiteY4" fmla="*/ 2574338 h 2574338"/>
                <a:gd name="connsiteX5" fmla="*/ 0 w 2316480"/>
                <a:gd name="connsiteY5" fmla="*/ 2188250 h 2574338"/>
                <a:gd name="connsiteX6" fmla="*/ 0 w 2316480"/>
                <a:gd name="connsiteY6" fmla="*/ 0 h 257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6480" h="2574338">
                  <a:moveTo>
                    <a:pt x="0" y="0"/>
                  </a:moveTo>
                  <a:lnTo>
                    <a:pt x="2316480" y="0"/>
                  </a:lnTo>
                  <a:lnTo>
                    <a:pt x="2316480" y="2188250"/>
                  </a:lnTo>
                  <a:cubicBezTo>
                    <a:pt x="2316480" y="2401481"/>
                    <a:pt x="2143623" y="2574338"/>
                    <a:pt x="1930392" y="2574338"/>
                  </a:cubicBezTo>
                  <a:lnTo>
                    <a:pt x="386088" y="2574338"/>
                  </a:lnTo>
                  <a:cubicBezTo>
                    <a:pt x="172857" y="2574338"/>
                    <a:pt x="0" y="2401481"/>
                    <a:pt x="0" y="21882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CF7A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HK" alt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A690983-D34C-A75D-A997-8E707F30C137}"/>
                </a:ext>
              </a:extLst>
            </p:cNvPr>
            <p:cNvSpPr txBox="1"/>
            <p:nvPr/>
          </p:nvSpPr>
          <p:spPr>
            <a:xfrm>
              <a:off x="1094740" y="1426453"/>
              <a:ext cx="21564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b="1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3. Dynamic </a:t>
              </a:r>
            </a:p>
            <a:p>
              <a:r>
                <a:rPr lang="en-US" altLang="zh-HK" b="1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Version Retrieval</a:t>
              </a:r>
              <a:endParaRPr lang="zh-HK" altLang="en-US" b="1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3D63177D-CDA6-EC04-597A-DAF466418F16}"/>
              </a:ext>
            </a:extLst>
          </p:cNvPr>
          <p:cNvSpPr txBox="1"/>
          <p:nvPr/>
        </p:nvSpPr>
        <p:spPr>
          <a:xfrm>
            <a:off x="7288530" y="2492293"/>
            <a:ext cx="1877060" cy="173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latin typeface="Bahnschrift SemiLight" panose="020B0502040204020203" pitchFamily="34" charset="0"/>
              </a:rPr>
              <a:t>- Implement validation systems and oversight</a:t>
            </a:r>
          </a:p>
          <a:p>
            <a:endParaRPr lang="en-US" altLang="zh-HK" sz="1600" dirty="0">
              <a:latin typeface="Bahnschrift SemiLight" panose="020B0502040204020203" pitchFamily="34" charset="0"/>
            </a:endParaRPr>
          </a:p>
          <a:p>
            <a:endParaRPr lang="en-US" altLang="zh-HK" sz="1600" dirty="0">
              <a:latin typeface="Bahnschrift SemiLight" panose="020B0502040204020203" pitchFamily="34" charset="0"/>
            </a:endParaRPr>
          </a:p>
          <a:p>
            <a:r>
              <a:rPr lang="en-US" altLang="zh-HK" sz="1600" dirty="0">
                <a:latin typeface="Bahnschrift SemiLight" panose="020B0502040204020203" pitchFamily="34" charset="0"/>
              </a:rPr>
              <a:t>- Use simple NLP and chatbot tools</a:t>
            </a:r>
          </a:p>
          <a:p>
            <a:endParaRPr lang="en-US" altLang="zh-HK" sz="1600" dirty="0">
              <a:latin typeface="Bahnschrift SemiLight" panose="020B0502040204020203" pitchFamily="34" charset="0"/>
            </a:endParaRPr>
          </a:p>
          <a:p>
            <a:endParaRPr lang="en-US" altLang="zh-HK" sz="1600" dirty="0">
              <a:latin typeface="Bahnschrift SemiLight" panose="020B0502040204020203" pitchFamily="34" charset="0"/>
            </a:endParaRPr>
          </a:p>
          <a:p>
            <a:r>
              <a:rPr lang="en-US" altLang="zh-HK" sz="1600" dirty="0">
                <a:latin typeface="Bahnschrift SemiLight" panose="020B0502040204020203" pitchFamily="34" charset="0"/>
              </a:rPr>
              <a:t>- Streamline tasks with user-friendly tools</a:t>
            </a:r>
            <a:endParaRPr lang="zh-HK" altLang="en-US" sz="1600" dirty="0">
              <a:latin typeface="Bahnschrift SemiLight" panose="020B0502040204020203" pitchFamily="34" charset="0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0899DF8-B4A2-E1D1-C54C-7AE1548E77A7}"/>
              </a:ext>
            </a:extLst>
          </p:cNvPr>
          <p:cNvGrpSpPr/>
          <p:nvPr/>
        </p:nvGrpSpPr>
        <p:grpSpPr>
          <a:xfrm>
            <a:off x="715011" y="1181100"/>
            <a:ext cx="2316480" cy="3627119"/>
            <a:chOff x="715010" y="1181100"/>
            <a:chExt cx="2316480" cy="3627119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0DF8F83-44CF-A5CE-F125-CADB5E53DD13}"/>
                </a:ext>
              </a:extLst>
            </p:cNvPr>
            <p:cNvGrpSpPr/>
            <p:nvPr/>
          </p:nvGrpSpPr>
          <p:grpSpPr>
            <a:xfrm>
              <a:off x="715010" y="1181100"/>
              <a:ext cx="2316480" cy="3627119"/>
              <a:chOff x="934720" y="1264920"/>
              <a:chExt cx="2316480" cy="3627119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24BDA75-6441-F70A-B9E2-497CE3501A86}"/>
                  </a:ext>
                </a:extLst>
              </p:cNvPr>
              <p:cNvSpPr/>
              <p:nvPr/>
            </p:nvSpPr>
            <p:spPr>
              <a:xfrm>
                <a:off x="934720" y="1264920"/>
                <a:ext cx="2316480" cy="1007063"/>
              </a:xfrm>
              <a:custGeom>
                <a:avLst/>
                <a:gdLst>
                  <a:gd name="connsiteX0" fmla="*/ 386088 w 2316480"/>
                  <a:gd name="connsiteY0" fmla="*/ 0 h 1007063"/>
                  <a:gd name="connsiteX1" fmla="*/ 1930392 w 2316480"/>
                  <a:gd name="connsiteY1" fmla="*/ 0 h 1007063"/>
                  <a:gd name="connsiteX2" fmla="*/ 2316480 w 2316480"/>
                  <a:gd name="connsiteY2" fmla="*/ 386088 h 1007063"/>
                  <a:gd name="connsiteX3" fmla="*/ 2316480 w 2316480"/>
                  <a:gd name="connsiteY3" fmla="*/ 1007063 h 1007063"/>
                  <a:gd name="connsiteX4" fmla="*/ 0 w 2316480"/>
                  <a:gd name="connsiteY4" fmla="*/ 1007063 h 1007063"/>
                  <a:gd name="connsiteX5" fmla="*/ 0 w 2316480"/>
                  <a:gd name="connsiteY5" fmla="*/ 386088 h 1007063"/>
                  <a:gd name="connsiteX6" fmla="*/ 386088 w 2316480"/>
                  <a:gd name="connsiteY6" fmla="*/ 0 h 1007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16480" h="1007063">
                    <a:moveTo>
                      <a:pt x="386088" y="0"/>
                    </a:moveTo>
                    <a:lnTo>
                      <a:pt x="1930392" y="0"/>
                    </a:lnTo>
                    <a:cubicBezTo>
                      <a:pt x="2143623" y="0"/>
                      <a:pt x="2316480" y="172857"/>
                      <a:pt x="2316480" y="386088"/>
                    </a:cubicBezTo>
                    <a:lnTo>
                      <a:pt x="2316480" y="1007063"/>
                    </a:lnTo>
                    <a:lnTo>
                      <a:pt x="0" y="1007063"/>
                    </a:lnTo>
                    <a:lnTo>
                      <a:pt x="0" y="386088"/>
                    </a:lnTo>
                    <a:cubicBezTo>
                      <a:pt x="0" y="172857"/>
                      <a:pt x="172857" y="0"/>
                      <a:pt x="386088" y="0"/>
                    </a:cubicBezTo>
                    <a:close/>
                  </a:path>
                </a:pathLst>
              </a:custGeom>
              <a:solidFill>
                <a:srgbClr val="A6DAF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HK" alt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5C497A3-5B1F-2421-FB2C-5351379AF279}"/>
                  </a:ext>
                </a:extLst>
              </p:cNvPr>
              <p:cNvSpPr/>
              <p:nvPr/>
            </p:nvSpPr>
            <p:spPr>
              <a:xfrm>
                <a:off x="934720" y="2317701"/>
                <a:ext cx="2316480" cy="2574338"/>
              </a:xfrm>
              <a:custGeom>
                <a:avLst/>
                <a:gdLst>
                  <a:gd name="connsiteX0" fmla="*/ 0 w 2316480"/>
                  <a:gd name="connsiteY0" fmla="*/ 0 h 2574338"/>
                  <a:gd name="connsiteX1" fmla="*/ 2316480 w 2316480"/>
                  <a:gd name="connsiteY1" fmla="*/ 0 h 2574338"/>
                  <a:gd name="connsiteX2" fmla="*/ 2316480 w 2316480"/>
                  <a:gd name="connsiteY2" fmla="*/ 2188250 h 2574338"/>
                  <a:gd name="connsiteX3" fmla="*/ 1930392 w 2316480"/>
                  <a:gd name="connsiteY3" fmla="*/ 2574338 h 2574338"/>
                  <a:gd name="connsiteX4" fmla="*/ 386088 w 2316480"/>
                  <a:gd name="connsiteY4" fmla="*/ 2574338 h 2574338"/>
                  <a:gd name="connsiteX5" fmla="*/ 0 w 2316480"/>
                  <a:gd name="connsiteY5" fmla="*/ 2188250 h 2574338"/>
                  <a:gd name="connsiteX6" fmla="*/ 0 w 2316480"/>
                  <a:gd name="connsiteY6" fmla="*/ 0 h 2574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16480" h="2574338">
                    <a:moveTo>
                      <a:pt x="0" y="0"/>
                    </a:moveTo>
                    <a:lnTo>
                      <a:pt x="2316480" y="0"/>
                    </a:lnTo>
                    <a:lnTo>
                      <a:pt x="2316480" y="2188250"/>
                    </a:lnTo>
                    <a:cubicBezTo>
                      <a:pt x="2316480" y="2401481"/>
                      <a:pt x="2143623" y="2574338"/>
                      <a:pt x="1930392" y="2574338"/>
                    </a:cubicBezTo>
                    <a:lnTo>
                      <a:pt x="386088" y="2574338"/>
                    </a:lnTo>
                    <a:cubicBezTo>
                      <a:pt x="172857" y="2574338"/>
                      <a:pt x="0" y="2401481"/>
                      <a:pt x="0" y="21882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DAF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HK" altLang="en-US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6985A42-7C3F-FB5D-77DE-DD48E1CB8080}"/>
                  </a:ext>
                </a:extLst>
              </p:cNvPr>
              <p:cNvSpPr txBox="1"/>
              <p:nvPr/>
            </p:nvSpPr>
            <p:spPr>
              <a:xfrm>
                <a:off x="1005178" y="1430842"/>
                <a:ext cx="15919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b="1" dirty="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Code Modularization</a:t>
                </a:r>
              </a:p>
              <a:p>
                <a:endParaRPr lang="en-US" altLang="zh-HK" b="1" dirty="0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F24589B-7204-57A0-D449-A1D6583617CB}"/>
                </a:ext>
              </a:extLst>
            </p:cNvPr>
            <p:cNvSpPr txBox="1"/>
            <p:nvPr/>
          </p:nvSpPr>
          <p:spPr>
            <a:xfrm>
              <a:off x="875030" y="2492293"/>
              <a:ext cx="200152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HK" sz="1600" dirty="0">
                <a:latin typeface="Bahnschrift SemiLight" panose="020B0502040204020203" pitchFamily="34" charset="0"/>
              </a:endParaRPr>
            </a:p>
            <a:p>
              <a:r>
                <a:rPr lang="en-US" altLang="zh-HK" sz="1600" dirty="0">
                  <a:latin typeface="Bahnschrift SemiLight" panose="020B0502040204020203" pitchFamily="34" charset="0"/>
                </a:rPr>
                <a:t>Isolate functionality into discrete modules</a:t>
              </a:r>
            </a:p>
            <a:p>
              <a:endParaRPr lang="en-US" altLang="zh-HK" sz="1600" dirty="0">
                <a:latin typeface="Bahnschrift SemiLight" panose="020B0502040204020203" pitchFamily="34" charset="0"/>
              </a:endParaRPr>
            </a:p>
            <a:p>
              <a:r>
                <a:rPr lang="en-US" altLang="zh-HK" sz="1600" dirty="0">
                  <a:latin typeface="Bahnschrift SemiLight" panose="020B0502040204020203" pitchFamily="34" charset="0"/>
                </a:rPr>
                <a:t>Enhance adaptability to IMDS website changes</a:t>
              </a:r>
            </a:p>
            <a:p>
              <a:endParaRPr lang="en-US" altLang="zh-HK" sz="1600" dirty="0">
                <a:latin typeface="Bahnschrift SemiLight" panose="020B0502040204020203" pitchFamily="34" charset="0"/>
              </a:endParaRPr>
            </a:p>
            <a:p>
              <a:r>
                <a:rPr lang="en-US" altLang="zh-HK" sz="1600" dirty="0">
                  <a:latin typeface="Bahnschrift SemiLight" panose="020B0502040204020203" pitchFamily="34" charset="0"/>
                </a:rPr>
                <a:t>Facilitate testing and future expansion</a:t>
              </a:r>
              <a:endParaRPr lang="zh-HK" altLang="en-US" sz="1600" dirty="0">
                <a:latin typeface="Bahnschrift SemiLight" panose="020B0502040204020203" pitchFamily="34" charset="0"/>
              </a:endParaRPr>
            </a:p>
          </p:txBody>
        </p:sp>
      </p:grp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75474CF-EC6A-4D70-E54F-41E52A7AF92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75305" y="407723"/>
            <a:ext cx="3002491" cy="36577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ptos" panose="020B0004020202020204" pitchFamily="34" charset="0"/>
              </a:rPr>
              <a:t>Future Planning</a:t>
            </a:r>
          </a:p>
        </p:txBody>
      </p:sp>
      <p:pic>
        <p:nvPicPr>
          <p:cNvPr id="9" name="Graphic 8" descr="Puzzle pieces with solid fill">
            <a:extLst>
              <a:ext uri="{FF2B5EF4-FFF2-40B4-BE49-F238E27FC236}">
                <a16:creationId xmlns:a16="http://schemas.microsoft.com/office/drawing/2014/main" id="{DCAC9757-7353-F879-D84B-81863FAC7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7414" y="1336878"/>
            <a:ext cx="643297" cy="643297"/>
          </a:xfrm>
          <a:prstGeom prst="rect">
            <a:avLst/>
          </a:prstGeom>
        </p:spPr>
      </p:pic>
      <p:pic>
        <p:nvPicPr>
          <p:cNvPr id="11" name="Graphic 10" descr="Abacus with solid fill">
            <a:extLst>
              <a:ext uri="{FF2B5EF4-FFF2-40B4-BE49-F238E27FC236}">
                <a16:creationId xmlns:a16="http://schemas.microsoft.com/office/drawing/2014/main" id="{9E061C38-8A27-0566-D0F1-C0E1C6BA8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5870" y="1419382"/>
            <a:ext cx="599439" cy="599439"/>
          </a:xfrm>
          <a:prstGeom prst="rect">
            <a:avLst/>
          </a:prstGeom>
        </p:spPr>
      </p:pic>
      <p:pic>
        <p:nvPicPr>
          <p:cNvPr id="4098" name="Picture 2" descr="Microsoft Excel - Wikipedia">
            <a:extLst>
              <a:ext uri="{FF2B5EF4-FFF2-40B4-BE49-F238E27FC236}">
                <a16:creationId xmlns:a16="http://schemas.microsoft.com/office/drawing/2014/main" id="{21B9E20F-5D7E-A097-18CE-99D5C8934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858" y="1487455"/>
            <a:ext cx="496938" cy="462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85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7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17May23_v1.potx" id="{B6150C5E-DD62-4DEA-8F7B-E39753B5E29B}" vid="{B37216A0-5024-42DB-9713-F0DAE41B20B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Office PowerPoint</Application>
  <PresentationFormat>Custom</PresentationFormat>
  <Paragraphs>149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Source Sans Pro</vt:lpstr>
      <vt:lpstr>Wingdings</vt:lpstr>
      <vt:lpstr>Arial</vt:lpstr>
      <vt:lpstr>Bahnschrift SemiLight</vt:lpstr>
      <vt:lpstr>Aptos Display</vt:lpstr>
      <vt:lpstr>Times</vt:lpstr>
      <vt:lpstr>Work Sans</vt:lpstr>
      <vt:lpstr>Aptos</vt:lpstr>
      <vt:lpstr>Office 主题</vt:lpstr>
      <vt:lpstr>IMDS System (Aaron)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 Winson</dc:creator>
  <cp:lastModifiedBy>sze chun fung</cp:lastModifiedBy>
  <cp:revision>240</cp:revision>
  <cp:lastPrinted>2023-11-30T08:39:09Z</cp:lastPrinted>
  <dcterms:created xsi:type="dcterms:W3CDTF">2005-05-03T04:22:27Z</dcterms:created>
  <dcterms:modified xsi:type="dcterms:W3CDTF">2025-10-21T10:53:24Z</dcterms:modified>
</cp:coreProperties>
</file>