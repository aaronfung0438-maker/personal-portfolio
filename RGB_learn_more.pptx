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embedTrueTypeFonts="1" saveSubsetFonts="1">
  <p:sldMasterIdLst>
    <p:sldMasterId id="2147484344" r:id="rId1"/>
  </p:sldMasterIdLst>
  <p:notesMasterIdLst>
    <p:notesMasterId r:id="rId27"/>
  </p:notesMasterIdLst>
  <p:handoutMasterIdLst>
    <p:handoutMasterId r:id="rId28"/>
  </p:handoutMasterIdLst>
  <p:sldIdLst>
    <p:sldId id="2146847006" r:id="rId2"/>
    <p:sldId id="2146847093" r:id="rId3"/>
    <p:sldId id="2146847004" r:id="rId4"/>
    <p:sldId id="2146847008" r:id="rId5"/>
    <p:sldId id="2146847003" r:id="rId6"/>
    <p:sldId id="2146847009" r:id="rId7"/>
    <p:sldId id="2146847002" r:id="rId8"/>
    <p:sldId id="2146847010" r:id="rId9"/>
    <p:sldId id="2146847094" r:id="rId10"/>
    <p:sldId id="2146847101" r:id="rId11"/>
    <p:sldId id="2146847102" r:id="rId12"/>
    <p:sldId id="2146847106" r:id="rId13"/>
    <p:sldId id="2146847104" r:id="rId14"/>
    <p:sldId id="2146847107" r:id="rId15"/>
    <p:sldId id="2146847095" r:id="rId16"/>
    <p:sldId id="2146847096" r:id="rId17"/>
    <p:sldId id="2146847115" r:id="rId18"/>
    <p:sldId id="2146847108" r:id="rId19"/>
    <p:sldId id="2146847109" r:id="rId20"/>
    <p:sldId id="2146847116" r:id="rId21"/>
    <p:sldId id="2146847117" r:id="rId22"/>
    <p:sldId id="2146847110" r:id="rId23"/>
    <p:sldId id="2146847111" r:id="rId24"/>
    <p:sldId id="2146847114" r:id="rId25"/>
    <p:sldId id="2146847112" r:id="rId26"/>
  </p:sldIdLst>
  <p:sldSz cx="10160000" cy="5715000"/>
  <p:notesSz cx="6735763" cy="9866313"/>
  <p:embeddedFontLst>
    <p:embeddedFont>
      <p:font typeface="Bahnschrift SemiBold Condensed" panose="020B0502040204020203" pitchFamily="34" charset="0"/>
      <p:bold r:id="rId29"/>
    </p:embeddedFont>
    <p:embeddedFont>
      <p:font typeface="Bahnschrift SemiLight Condensed" panose="020B0502040204020203" pitchFamily="34" charset="0"/>
      <p:regular r:id="rId30"/>
    </p:embeddedFont>
    <p:embeddedFont>
      <p:font typeface="Times" panose="02020603050405020304" pitchFamily="18" charset="0"/>
      <p:regular r:id="rId31"/>
      <p:bold r:id="rId32"/>
      <p:italic r:id="rId33"/>
      <p:boldItalic r:id="rId34"/>
    </p:embeddedFont>
  </p:embeddedFontLst>
  <p:defaultTextStyle>
    <a:defPPr>
      <a:defRPr lang="en-US"/>
    </a:defPPr>
    <a:lvl1pPr algn="l" rtl="0" eaLnBrk="0" fontAlgn="base" hangingPunct="0">
      <a:spcBef>
        <a:spcPct val="0"/>
      </a:spcBef>
      <a:spcAft>
        <a:spcPct val="0"/>
      </a:spcAft>
      <a:defRPr sz="2400" kern="1200" baseline="-25000">
        <a:solidFill>
          <a:schemeClr val="tx1"/>
        </a:solidFill>
        <a:latin typeface="Times" panose="02020603050405020304" pitchFamily="18" charset="0"/>
        <a:ea typeface="+mn-ea"/>
        <a:cs typeface="+mn-cs"/>
      </a:defRPr>
    </a:lvl1pPr>
    <a:lvl2pPr marL="457200" algn="l" rtl="0" eaLnBrk="0" fontAlgn="base" hangingPunct="0">
      <a:spcBef>
        <a:spcPct val="0"/>
      </a:spcBef>
      <a:spcAft>
        <a:spcPct val="0"/>
      </a:spcAft>
      <a:defRPr sz="2400" kern="1200" baseline="-25000">
        <a:solidFill>
          <a:schemeClr val="tx1"/>
        </a:solidFill>
        <a:latin typeface="Times" panose="02020603050405020304" pitchFamily="18" charset="0"/>
        <a:ea typeface="+mn-ea"/>
        <a:cs typeface="+mn-cs"/>
      </a:defRPr>
    </a:lvl2pPr>
    <a:lvl3pPr marL="914400" algn="l" rtl="0" eaLnBrk="0" fontAlgn="base" hangingPunct="0">
      <a:spcBef>
        <a:spcPct val="0"/>
      </a:spcBef>
      <a:spcAft>
        <a:spcPct val="0"/>
      </a:spcAft>
      <a:defRPr sz="2400" kern="1200" baseline="-25000">
        <a:solidFill>
          <a:schemeClr val="tx1"/>
        </a:solidFill>
        <a:latin typeface="Times" panose="02020603050405020304" pitchFamily="18" charset="0"/>
        <a:ea typeface="+mn-ea"/>
        <a:cs typeface="+mn-cs"/>
      </a:defRPr>
    </a:lvl3pPr>
    <a:lvl4pPr marL="1371600" algn="l" rtl="0" eaLnBrk="0" fontAlgn="base" hangingPunct="0">
      <a:spcBef>
        <a:spcPct val="0"/>
      </a:spcBef>
      <a:spcAft>
        <a:spcPct val="0"/>
      </a:spcAft>
      <a:defRPr sz="2400" kern="1200" baseline="-25000">
        <a:solidFill>
          <a:schemeClr val="tx1"/>
        </a:solidFill>
        <a:latin typeface="Times" panose="02020603050405020304" pitchFamily="18" charset="0"/>
        <a:ea typeface="+mn-ea"/>
        <a:cs typeface="+mn-cs"/>
      </a:defRPr>
    </a:lvl4pPr>
    <a:lvl5pPr marL="1828800" algn="l" rtl="0" eaLnBrk="0" fontAlgn="base" hangingPunct="0">
      <a:spcBef>
        <a:spcPct val="0"/>
      </a:spcBef>
      <a:spcAft>
        <a:spcPct val="0"/>
      </a:spcAft>
      <a:defRPr sz="2400" kern="1200" baseline="-25000">
        <a:solidFill>
          <a:schemeClr val="tx1"/>
        </a:solidFill>
        <a:latin typeface="Times" panose="02020603050405020304" pitchFamily="18" charset="0"/>
        <a:ea typeface="+mn-ea"/>
        <a:cs typeface="+mn-cs"/>
      </a:defRPr>
    </a:lvl5pPr>
    <a:lvl6pPr marL="2286000" algn="l" defTabSz="914400" rtl="0" eaLnBrk="1" latinLnBrk="0" hangingPunct="1">
      <a:defRPr sz="2400" kern="1200" baseline="-25000">
        <a:solidFill>
          <a:schemeClr val="tx1"/>
        </a:solidFill>
        <a:latin typeface="Times" panose="02020603050405020304" pitchFamily="18" charset="0"/>
        <a:ea typeface="+mn-ea"/>
        <a:cs typeface="+mn-cs"/>
      </a:defRPr>
    </a:lvl6pPr>
    <a:lvl7pPr marL="2743200" algn="l" defTabSz="914400" rtl="0" eaLnBrk="1" latinLnBrk="0" hangingPunct="1">
      <a:defRPr sz="2400" kern="1200" baseline="-25000">
        <a:solidFill>
          <a:schemeClr val="tx1"/>
        </a:solidFill>
        <a:latin typeface="Times" panose="02020603050405020304" pitchFamily="18" charset="0"/>
        <a:ea typeface="+mn-ea"/>
        <a:cs typeface="+mn-cs"/>
      </a:defRPr>
    </a:lvl7pPr>
    <a:lvl8pPr marL="3200400" algn="l" defTabSz="914400" rtl="0" eaLnBrk="1" latinLnBrk="0" hangingPunct="1">
      <a:defRPr sz="2400" kern="1200" baseline="-25000">
        <a:solidFill>
          <a:schemeClr val="tx1"/>
        </a:solidFill>
        <a:latin typeface="Times" panose="02020603050405020304" pitchFamily="18" charset="0"/>
        <a:ea typeface="+mn-ea"/>
        <a:cs typeface="+mn-cs"/>
      </a:defRPr>
    </a:lvl8pPr>
    <a:lvl9pPr marL="3657600" algn="l" defTabSz="914400" rtl="0" eaLnBrk="1" latinLnBrk="0" hangingPunct="1">
      <a:defRPr sz="2400" kern="1200" baseline="-25000">
        <a:solidFill>
          <a:schemeClr val="tx1"/>
        </a:solidFill>
        <a:latin typeface="Times" panose="02020603050405020304" pitchFamily="18" charset="0"/>
        <a:ea typeface="+mn-ea"/>
        <a:cs typeface="+mn-cs"/>
      </a:defRPr>
    </a:lvl9pPr>
  </p:defaultTextStyle>
  <p:extLst>
    <p:ext uri="{EFAFB233-063F-42B5-8137-9DF3F51BA10A}">
      <p15:sldGuideLst xmlns:p15="http://schemas.microsoft.com/office/powerpoint/2012/main">
        <p15:guide id="1" orient="horz" pos="1800" userDrawn="1">
          <p15:clr>
            <a:srgbClr val="A4A3A4"/>
          </p15:clr>
        </p15:guide>
        <p15:guide id="2" pos="3200" userDrawn="1">
          <p15:clr>
            <a:srgbClr val="A4A3A4"/>
          </p15:clr>
        </p15:guide>
        <p15:guide id="3" pos="4304" userDrawn="1">
          <p15:clr>
            <a:srgbClr val="A4A3A4"/>
          </p15:clr>
        </p15:guide>
      </p15:sldGuideLst>
    </p:ext>
    <p:ext uri="{2D200454-40CA-4A62-9FC3-DE9A4176ACB9}">
      <p15:notesGuideLst xmlns:p15="http://schemas.microsoft.com/office/powerpoint/2012/main">
        <p15:guide id="1" orient="horz" pos="3108">
          <p15:clr>
            <a:srgbClr val="A4A3A4"/>
          </p15:clr>
        </p15:guide>
        <p15:guide id="2" pos="2122">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D1D8E6"/>
    <a:srgbClr val="C689AC"/>
    <a:srgbClr val="89C6A3"/>
    <a:srgbClr val="A389C6"/>
    <a:srgbClr val="D8E4D2"/>
    <a:srgbClr val="E6D1D8"/>
    <a:srgbClr val="D8E6D1"/>
    <a:srgbClr val="D9D9D9"/>
    <a:srgbClr val="821FF5"/>
    <a:srgbClr val="ED1FF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429FC163-9EF0-4D8D-9DF4-458D67DE4630}" v="740" dt="2025-08-06T06:04:24.14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93296810-A885-4BE3-A3E7-6D5BEEA58F35}" styleName="Medium Style 2 - Acc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5940675A-B579-460E-94D1-54222C63F5DA}" styleName="No Style, Table Grid">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2644" autoAdjust="0"/>
    <p:restoredTop sz="94660"/>
  </p:normalViewPr>
  <p:slideViewPr>
    <p:cSldViewPr snapToGrid="0">
      <p:cViewPr varScale="1">
        <p:scale>
          <a:sx n="93" d="100"/>
          <a:sy n="93" d="100"/>
        </p:scale>
        <p:origin x="1003" y="72"/>
      </p:cViewPr>
      <p:guideLst>
        <p:guide orient="horz" pos="1800"/>
        <p:guide pos="3200"/>
        <p:guide pos="4304"/>
      </p:guideLst>
    </p:cSldViewPr>
  </p:slideViewPr>
  <p:notesTextViewPr>
    <p:cViewPr>
      <p:scale>
        <a:sx n="1" d="1"/>
        <a:sy n="1" d="1"/>
      </p:scale>
      <p:origin x="0" y="0"/>
    </p:cViewPr>
  </p:notesTextViewPr>
  <p:notesViewPr>
    <p:cSldViewPr snapToGrid="0">
      <p:cViewPr>
        <p:scale>
          <a:sx n="1" d="2"/>
          <a:sy n="1" d="2"/>
        </p:scale>
        <p:origin x="0" y="0"/>
      </p:cViewPr>
      <p:guideLst>
        <p:guide orient="horz" pos="3108"/>
        <p:guide pos="2122"/>
      </p:guideLst>
    </p:cSldViewPr>
  </p:notes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21" Type="http://schemas.openxmlformats.org/officeDocument/2006/relationships/slide" Target="slides/slide20.xml"/><Relationship Id="rId34" Type="http://schemas.openxmlformats.org/officeDocument/2006/relationships/font" Target="fonts/font6.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font" Target="fonts/font5.fntdata"/><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font" Target="fonts/font1.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font" Target="fonts/font4.fntdata"/><Relationship Id="rId37" Type="http://schemas.openxmlformats.org/officeDocument/2006/relationships/theme" Target="theme/theme1.xml"/><Relationship Id="rId40"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font" Target="fonts/font3.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font" Target="fonts/font2.fntdata"/><Relationship Id="rId35" Type="http://schemas.openxmlformats.org/officeDocument/2006/relationships/presProps" Target="presProps.xml"/><Relationship Id="rId8" Type="http://schemas.openxmlformats.org/officeDocument/2006/relationships/slide" Target="slides/slide7.xml"/><Relationship Id="rId3" Type="http://schemas.openxmlformats.org/officeDocument/2006/relationships/slide" Target="slides/slide2.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ian Lam" userId="S::brian.hc.lam@johnsonelectric.com::d2e5091d-0a82-46ed-82d7-d936cb13aa01" providerId="AD" clId="Web-{3588954D-E136-E27F-6857-958099A9B485}"/>
    <pc:docChg chg="modSld">
      <pc:chgData name="Brian Lam" userId="S::brian.hc.lam@johnsonelectric.com::d2e5091d-0a82-46ed-82d7-d936cb13aa01" providerId="AD" clId="Web-{3588954D-E136-E27F-6857-958099A9B485}" dt="2025-07-28T07:33:23.559" v="78"/>
      <pc:docMkLst>
        <pc:docMk/>
      </pc:docMkLst>
      <pc:sldChg chg="modSp">
        <pc:chgData name="Brian Lam" userId="S::brian.hc.lam@johnsonelectric.com::d2e5091d-0a82-46ed-82d7-d936cb13aa01" providerId="AD" clId="Web-{3588954D-E136-E27F-6857-958099A9B485}" dt="2025-07-28T07:33:23.559" v="78"/>
        <pc:sldMkLst>
          <pc:docMk/>
          <pc:sldMk cId="1408111281" sldId="2146847007"/>
        </pc:sldMkLst>
      </pc:sldChg>
    </pc:docChg>
  </pc:docChgLst>
  <pc:docChgLst>
    <pc:chgData name="Aaron Fung" userId="09a62e1b-a908-44c2-a78c-4509d99436bb" providerId="ADAL" clId="{429FC163-9EF0-4D8D-9DF4-458D67DE4630}"/>
    <pc:docChg chg="undo redo custSel addSld delSld modSld sldOrd">
      <pc:chgData name="Aaron Fung" userId="09a62e1b-a908-44c2-a78c-4509d99436bb" providerId="ADAL" clId="{429FC163-9EF0-4D8D-9DF4-458D67DE4630}" dt="2025-08-06T06:04:24.143" v="2622"/>
      <pc:docMkLst>
        <pc:docMk/>
      </pc:docMkLst>
      <pc:sldChg chg="add del mod modShow">
        <pc:chgData name="Aaron Fung" userId="09a62e1b-a908-44c2-a78c-4509d99436bb" providerId="ADAL" clId="{429FC163-9EF0-4D8D-9DF4-458D67DE4630}" dt="2025-08-04T07:51:24.429" v="1604"/>
        <pc:sldMkLst>
          <pc:docMk/>
          <pc:sldMk cId="2021603760" sldId="289"/>
        </pc:sldMkLst>
      </pc:sldChg>
      <pc:sldChg chg="add del">
        <pc:chgData name="Aaron Fung" userId="09a62e1b-a908-44c2-a78c-4509d99436bb" providerId="ADAL" clId="{429FC163-9EF0-4D8D-9DF4-458D67DE4630}" dt="2025-08-04T07:44:07.807" v="1493"/>
        <pc:sldMkLst>
          <pc:docMk/>
          <pc:sldMk cId="3885853201" sldId="295"/>
        </pc:sldMkLst>
      </pc:sldChg>
      <pc:sldChg chg="addSp delSp modSp add mod setBg">
        <pc:chgData name="Aaron Fung" userId="09a62e1b-a908-44c2-a78c-4509d99436bb" providerId="ADAL" clId="{429FC163-9EF0-4D8D-9DF4-458D67DE4630}" dt="2025-08-04T07:40:36.604" v="1481"/>
        <pc:sldMkLst>
          <pc:docMk/>
          <pc:sldMk cId="4062491156" sldId="2146847002"/>
        </pc:sldMkLst>
        <pc:spChg chg="mod">
          <ac:chgData name="Aaron Fung" userId="09a62e1b-a908-44c2-a78c-4509d99436bb" providerId="ADAL" clId="{429FC163-9EF0-4D8D-9DF4-458D67DE4630}" dt="2025-07-11T06:21:18.696" v="279"/>
          <ac:spMkLst>
            <pc:docMk/>
            <pc:sldMk cId="4062491156" sldId="2146847002"/>
            <ac:spMk id="3" creationId="{8A5EF206-9A69-4723-0F77-D8EBF0208193}"/>
          </ac:spMkLst>
        </pc:spChg>
        <pc:spChg chg="mod">
          <ac:chgData name="Aaron Fung" userId="09a62e1b-a908-44c2-a78c-4509d99436bb" providerId="ADAL" clId="{429FC163-9EF0-4D8D-9DF4-458D67DE4630}" dt="2025-07-11T06:26:53.430" v="364" actId="1076"/>
          <ac:spMkLst>
            <pc:docMk/>
            <pc:sldMk cId="4062491156" sldId="2146847002"/>
            <ac:spMk id="4" creationId="{A7292656-66DC-5EE3-852B-73736EEBC23B}"/>
          </ac:spMkLst>
        </pc:spChg>
        <pc:spChg chg="mod">
          <ac:chgData name="Aaron Fung" userId="09a62e1b-a908-44c2-a78c-4509d99436bb" providerId="ADAL" clId="{429FC163-9EF0-4D8D-9DF4-458D67DE4630}" dt="2025-07-11T06:23:03.907" v="312" actId="1076"/>
          <ac:spMkLst>
            <pc:docMk/>
            <pc:sldMk cId="4062491156" sldId="2146847002"/>
            <ac:spMk id="9" creationId="{0721D001-643E-7262-1E20-E3F4D1A16D82}"/>
          </ac:spMkLst>
        </pc:spChg>
        <pc:spChg chg="mod">
          <ac:chgData name="Aaron Fung" userId="09a62e1b-a908-44c2-a78c-4509d99436bb" providerId="ADAL" clId="{429FC163-9EF0-4D8D-9DF4-458D67DE4630}" dt="2025-07-11T06:23:17.417" v="314" actId="1076"/>
          <ac:spMkLst>
            <pc:docMk/>
            <pc:sldMk cId="4062491156" sldId="2146847002"/>
            <ac:spMk id="10" creationId="{18942272-9772-0DA0-D6BB-8A15C77D31C5}"/>
          </ac:spMkLst>
        </pc:spChg>
        <pc:spChg chg="add del mod">
          <ac:chgData name="Aaron Fung" userId="09a62e1b-a908-44c2-a78c-4509d99436bb" providerId="ADAL" clId="{429FC163-9EF0-4D8D-9DF4-458D67DE4630}" dt="2025-07-11T06:25:32.842" v="353" actId="1076"/>
          <ac:spMkLst>
            <pc:docMk/>
            <pc:sldMk cId="4062491156" sldId="2146847002"/>
            <ac:spMk id="12" creationId="{EA049517-BFD4-EF65-C65B-625ACAA4C168}"/>
          </ac:spMkLst>
        </pc:spChg>
        <pc:spChg chg="mod">
          <ac:chgData name="Aaron Fung" userId="09a62e1b-a908-44c2-a78c-4509d99436bb" providerId="ADAL" clId="{429FC163-9EF0-4D8D-9DF4-458D67DE4630}" dt="2025-07-11T06:23:17.835" v="315"/>
          <ac:spMkLst>
            <pc:docMk/>
            <pc:sldMk cId="4062491156" sldId="2146847002"/>
            <ac:spMk id="14" creationId="{FFC077B6-9B4B-E477-ADFC-28EABBFDED37}"/>
          </ac:spMkLst>
        </pc:spChg>
        <pc:spChg chg="mod">
          <ac:chgData name="Aaron Fung" userId="09a62e1b-a908-44c2-a78c-4509d99436bb" providerId="ADAL" clId="{429FC163-9EF0-4D8D-9DF4-458D67DE4630}" dt="2025-07-11T06:23:17.835" v="315"/>
          <ac:spMkLst>
            <pc:docMk/>
            <pc:sldMk cId="4062491156" sldId="2146847002"/>
            <ac:spMk id="15" creationId="{7E107658-267E-D5CA-0BEE-1D65CDC08F85}"/>
          </ac:spMkLst>
        </pc:spChg>
        <pc:spChg chg="add mod">
          <ac:chgData name="Aaron Fung" userId="09a62e1b-a908-44c2-a78c-4509d99436bb" providerId="ADAL" clId="{429FC163-9EF0-4D8D-9DF4-458D67DE4630}" dt="2025-07-11T06:27:17.755" v="372" actId="1076"/>
          <ac:spMkLst>
            <pc:docMk/>
            <pc:sldMk cId="4062491156" sldId="2146847002"/>
            <ac:spMk id="16" creationId="{049C81F2-F7E2-DC47-3FD3-0A6BD6D010FE}"/>
          </ac:spMkLst>
        </pc:spChg>
        <pc:spChg chg="add mod">
          <ac:chgData name="Aaron Fung" userId="09a62e1b-a908-44c2-a78c-4509d99436bb" providerId="ADAL" clId="{429FC163-9EF0-4D8D-9DF4-458D67DE4630}" dt="2025-07-11T06:27:17.755" v="372" actId="1076"/>
          <ac:spMkLst>
            <pc:docMk/>
            <pc:sldMk cId="4062491156" sldId="2146847002"/>
            <ac:spMk id="18" creationId="{8D0CE300-94E0-B6E5-DFA0-E364943EBD31}"/>
          </ac:spMkLst>
        </pc:spChg>
        <pc:spChg chg="add mod">
          <ac:chgData name="Aaron Fung" userId="09a62e1b-a908-44c2-a78c-4509d99436bb" providerId="ADAL" clId="{429FC163-9EF0-4D8D-9DF4-458D67DE4630}" dt="2025-07-11T06:27:20.700" v="373" actId="1076"/>
          <ac:spMkLst>
            <pc:docMk/>
            <pc:sldMk cId="4062491156" sldId="2146847002"/>
            <ac:spMk id="19" creationId="{0C506ECA-8B0E-1F0C-F811-39C803F80B29}"/>
          </ac:spMkLst>
        </pc:spChg>
        <pc:spChg chg="add mod">
          <ac:chgData name="Aaron Fung" userId="09a62e1b-a908-44c2-a78c-4509d99436bb" providerId="ADAL" clId="{429FC163-9EF0-4D8D-9DF4-458D67DE4630}" dt="2025-07-11T06:27:17.755" v="372" actId="1076"/>
          <ac:spMkLst>
            <pc:docMk/>
            <pc:sldMk cId="4062491156" sldId="2146847002"/>
            <ac:spMk id="20" creationId="{C53DAA2D-AF11-C142-4E0D-BE049D1363A0}"/>
          </ac:spMkLst>
        </pc:spChg>
        <pc:spChg chg="add mod">
          <ac:chgData name="Aaron Fung" userId="09a62e1b-a908-44c2-a78c-4509d99436bb" providerId="ADAL" clId="{429FC163-9EF0-4D8D-9DF4-458D67DE4630}" dt="2025-07-11T06:27:27.873" v="375" actId="1076"/>
          <ac:spMkLst>
            <pc:docMk/>
            <pc:sldMk cId="4062491156" sldId="2146847002"/>
            <ac:spMk id="21" creationId="{C25D0FE5-7904-58C9-BEE5-A74D60A757B5}"/>
          </ac:spMkLst>
        </pc:spChg>
        <pc:spChg chg="add mod">
          <ac:chgData name="Aaron Fung" userId="09a62e1b-a908-44c2-a78c-4509d99436bb" providerId="ADAL" clId="{429FC163-9EF0-4D8D-9DF4-458D67DE4630}" dt="2025-07-11T06:28:13.995" v="389" actId="1076"/>
          <ac:spMkLst>
            <pc:docMk/>
            <pc:sldMk cId="4062491156" sldId="2146847002"/>
            <ac:spMk id="24" creationId="{33CA3C71-AB63-704E-8760-2569820DFA9E}"/>
          </ac:spMkLst>
        </pc:spChg>
        <pc:grpChg chg="add mod">
          <ac:chgData name="Aaron Fung" userId="09a62e1b-a908-44c2-a78c-4509d99436bb" providerId="ADAL" clId="{429FC163-9EF0-4D8D-9DF4-458D67DE4630}" dt="2025-07-11T06:23:22.411" v="317" actId="1076"/>
          <ac:grpSpMkLst>
            <pc:docMk/>
            <pc:sldMk cId="4062491156" sldId="2146847002"/>
            <ac:grpSpMk id="5" creationId="{87700408-C9D5-DB47-3659-294865669C64}"/>
          </ac:grpSpMkLst>
        </pc:grpChg>
        <pc:picChg chg="add mod">
          <ac:chgData name="Aaron Fung" userId="09a62e1b-a908-44c2-a78c-4509d99436bb" providerId="ADAL" clId="{429FC163-9EF0-4D8D-9DF4-458D67DE4630}" dt="2025-07-11T06:23:01.268" v="311" actId="1076"/>
          <ac:picMkLst>
            <pc:docMk/>
            <pc:sldMk cId="4062491156" sldId="2146847002"/>
            <ac:picMk id="2" creationId="{E70320DC-A643-1A48-0280-E548E81B3B86}"/>
          </ac:picMkLst>
        </pc:picChg>
        <pc:picChg chg="mod">
          <ac:chgData name="Aaron Fung" userId="09a62e1b-a908-44c2-a78c-4509d99436bb" providerId="ADAL" clId="{429FC163-9EF0-4D8D-9DF4-458D67DE4630}" dt="2025-07-11T06:23:17.835" v="315"/>
          <ac:picMkLst>
            <pc:docMk/>
            <pc:sldMk cId="4062491156" sldId="2146847002"/>
            <ac:picMk id="7" creationId="{7DB8A6BC-F09F-DDFF-F0EC-C67CA4DFAEDF}"/>
          </ac:picMkLst>
        </pc:picChg>
      </pc:sldChg>
      <pc:sldChg chg="modSp mod setBg modAnim">
        <pc:chgData name="Aaron Fung" userId="09a62e1b-a908-44c2-a78c-4509d99436bb" providerId="ADAL" clId="{429FC163-9EF0-4D8D-9DF4-458D67DE4630}" dt="2025-08-04T07:40:36.604" v="1481"/>
        <pc:sldMkLst>
          <pc:docMk/>
          <pc:sldMk cId="1291662857" sldId="2146847003"/>
        </pc:sldMkLst>
        <pc:spChg chg="mod">
          <ac:chgData name="Aaron Fung" userId="09a62e1b-a908-44c2-a78c-4509d99436bb" providerId="ADAL" clId="{429FC163-9EF0-4D8D-9DF4-458D67DE4630}" dt="2025-07-11T05:54:59.894" v="12" actId="20577"/>
          <ac:spMkLst>
            <pc:docMk/>
            <pc:sldMk cId="1291662857" sldId="2146847003"/>
            <ac:spMk id="3" creationId="{93980AF7-5B0D-84E7-51ED-1E1C0959FFBE}"/>
          </ac:spMkLst>
        </pc:spChg>
        <pc:spChg chg="mod">
          <ac:chgData name="Aaron Fung" userId="09a62e1b-a908-44c2-a78c-4509d99436bb" providerId="ADAL" clId="{429FC163-9EF0-4D8D-9DF4-458D67DE4630}" dt="2025-07-11T05:56:34.208" v="19" actId="1076"/>
          <ac:spMkLst>
            <pc:docMk/>
            <pc:sldMk cId="1291662857" sldId="2146847003"/>
            <ac:spMk id="5" creationId="{1CBB9D67-4706-4C22-2788-1324321022EC}"/>
          </ac:spMkLst>
        </pc:spChg>
        <pc:spChg chg="mod">
          <ac:chgData name="Aaron Fung" userId="09a62e1b-a908-44c2-a78c-4509d99436bb" providerId="ADAL" clId="{429FC163-9EF0-4D8D-9DF4-458D67DE4630}" dt="2025-07-29T10:10:59.398" v="974"/>
          <ac:spMkLst>
            <pc:docMk/>
            <pc:sldMk cId="1291662857" sldId="2146847003"/>
            <ac:spMk id="30" creationId="{2ED0B3D5-0882-7ABF-CB74-E90B269CEE00}"/>
          </ac:spMkLst>
        </pc:spChg>
      </pc:sldChg>
      <pc:sldChg chg="addSp modSp mod setBg">
        <pc:chgData name="Aaron Fung" userId="09a62e1b-a908-44c2-a78c-4509d99436bb" providerId="ADAL" clId="{429FC163-9EF0-4D8D-9DF4-458D67DE4630}" dt="2025-08-04T07:40:36.604" v="1481"/>
        <pc:sldMkLst>
          <pc:docMk/>
          <pc:sldMk cId="2700664884" sldId="2146847004"/>
        </pc:sldMkLst>
        <pc:spChg chg="add mod">
          <ac:chgData name="Aaron Fung" userId="09a62e1b-a908-44c2-a78c-4509d99436bb" providerId="ADAL" clId="{429FC163-9EF0-4D8D-9DF4-458D67DE4630}" dt="2025-07-29T05:51:09.696" v="602" actId="1076"/>
          <ac:spMkLst>
            <pc:docMk/>
            <pc:sldMk cId="2700664884" sldId="2146847004"/>
            <ac:spMk id="3" creationId="{58EBF5DD-68EA-94F0-795A-32DD2FD2508F}"/>
          </ac:spMkLst>
        </pc:spChg>
        <pc:spChg chg="add mod">
          <ac:chgData name="Aaron Fung" userId="09a62e1b-a908-44c2-a78c-4509d99436bb" providerId="ADAL" clId="{429FC163-9EF0-4D8D-9DF4-458D67DE4630}" dt="2025-07-29T05:51:26.455" v="605" actId="1076"/>
          <ac:spMkLst>
            <pc:docMk/>
            <pc:sldMk cId="2700664884" sldId="2146847004"/>
            <ac:spMk id="5" creationId="{13CAC6DD-3812-73D1-CC5A-061210C3E72B}"/>
          </ac:spMkLst>
        </pc:spChg>
        <pc:spChg chg="add mod">
          <ac:chgData name="Aaron Fung" userId="09a62e1b-a908-44c2-a78c-4509d99436bb" providerId="ADAL" clId="{429FC163-9EF0-4D8D-9DF4-458D67DE4630}" dt="2025-07-30T01:36:08.838" v="990" actId="1076"/>
          <ac:spMkLst>
            <pc:docMk/>
            <pc:sldMk cId="2700664884" sldId="2146847004"/>
            <ac:spMk id="8" creationId="{B3C7598F-EFD3-0D70-149F-02983E3CCEA2}"/>
          </ac:spMkLst>
        </pc:spChg>
        <pc:spChg chg="add mod">
          <ac:chgData name="Aaron Fung" userId="09a62e1b-a908-44c2-a78c-4509d99436bb" providerId="ADAL" clId="{429FC163-9EF0-4D8D-9DF4-458D67DE4630}" dt="2025-07-30T01:36:13.235" v="991" actId="1076"/>
          <ac:spMkLst>
            <pc:docMk/>
            <pc:sldMk cId="2700664884" sldId="2146847004"/>
            <ac:spMk id="11" creationId="{E9383417-8EE9-F192-8610-951105427620}"/>
          </ac:spMkLst>
        </pc:spChg>
        <pc:graphicFrameChg chg="mod">
          <ac:chgData name="Aaron Fung" userId="09a62e1b-a908-44c2-a78c-4509d99436bb" providerId="ADAL" clId="{429FC163-9EF0-4D8D-9DF4-458D67DE4630}" dt="2025-07-30T01:35:09.090" v="988"/>
          <ac:graphicFrameMkLst>
            <pc:docMk/>
            <pc:sldMk cId="2700664884" sldId="2146847004"/>
            <ac:graphicFrameMk id="9" creationId="{BA0CE548-EB4F-F28E-E2B1-BA521D129F00}"/>
          </ac:graphicFrameMkLst>
        </pc:graphicFrameChg>
      </pc:sldChg>
      <pc:sldChg chg="modSp mod setBg">
        <pc:chgData name="Aaron Fung" userId="09a62e1b-a908-44c2-a78c-4509d99436bb" providerId="ADAL" clId="{429FC163-9EF0-4D8D-9DF4-458D67DE4630}" dt="2025-08-06T06:03:50.005" v="2609"/>
        <pc:sldMkLst>
          <pc:docMk/>
          <pc:sldMk cId="3298494690" sldId="2146847006"/>
        </pc:sldMkLst>
        <pc:spChg chg="mod">
          <ac:chgData name="Aaron Fung" userId="09a62e1b-a908-44c2-a78c-4509d99436bb" providerId="ADAL" clId="{429FC163-9EF0-4D8D-9DF4-458D67DE4630}" dt="2025-08-06T06:03:50.005" v="2609"/>
          <ac:spMkLst>
            <pc:docMk/>
            <pc:sldMk cId="3298494690" sldId="2146847006"/>
            <ac:spMk id="2" creationId="{AC7C307E-D3B1-E9A7-9FD5-8A4B3BD23D2C}"/>
          </ac:spMkLst>
        </pc:spChg>
      </pc:sldChg>
      <pc:sldChg chg="addSp modSp del mod setBg">
        <pc:chgData name="Aaron Fung" userId="09a62e1b-a908-44c2-a78c-4509d99436bb" providerId="ADAL" clId="{429FC163-9EF0-4D8D-9DF4-458D67DE4630}" dt="2025-07-29T05:44:25.292" v="589" actId="47"/>
        <pc:sldMkLst>
          <pc:docMk/>
          <pc:sldMk cId="1408111281" sldId="2146847007"/>
        </pc:sldMkLst>
      </pc:sldChg>
      <pc:sldChg chg="addSp delSp modSp add mod ord setBg">
        <pc:chgData name="Aaron Fung" userId="09a62e1b-a908-44c2-a78c-4509d99436bb" providerId="ADAL" clId="{429FC163-9EF0-4D8D-9DF4-458D67DE4630}" dt="2025-08-04T07:40:36.604" v="1481"/>
        <pc:sldMkLst>
          <pc:docMk/>
          <pc:sldMk cId="674975389" sldId="2146847008"/>
        </pc:sldMkLst>
        <pc:spChg chg="mod">
          <ac:chgData name="Aaron Fung" userId="09a62e1b-a908-44c2-a78c-4509d99436bb" providerId="ADAL" clId="{429FC163-9EF0-4D8D-9DF4-458D67DE4630}" dt="2025-07-11T05:55:17.886" v="17" actId="20577"/>
          <ac:spMkLst>
            <pc:docMk/>
            <pc:sldMk cId="674975389" sldId="2146847008"/>
            <ac:spMk id="3" creationId="{365F891A-6B7E-FFE5-C892-ED62600CD569}"/>
          </ac:spMkLst>
        </pc:spChg>
        <pc:graphicFrameChg chg="add mod modGraphic">
          <ac:chgData name="Aaron Fung" userId="09a62e1b-a908-44c2-a78c-4509d99436bb" providerId="ADAL" clId="{429FC163-9EF0-4D8D-9DF4-458D67DE4630}" dt="2025-07-30T08:33:38.857" v="1184"/>
          <ac:graphicFrameMkLst>
            <pc:docMk/>
            <pc:sldMk cId="674975389" sldId="2146847008"/>
            <ac:graphicFrameMk id="7" creationId="{3B899C4A-51CB-4976-7008-8FC3C1F9BA6E}"/>
          </ac:graphicFrameMkLst>
        </pc:graphicFrameChg>
      </pc:sldChg>
      <pc:sldChg chg="addSp delSp modSp add mod ord setBg modAnim">
        <pc:chgData name="Aaron Fung" userId="09a62e1b-a908-44c2-a78c-4509d99436bb" providerId="ADAL" clId="{429FC163-9EF0-4D8D-9DF4-458D67DE4630}" dt="2025-08-04T07:40:36.604" v="1481"/>
        <pc:sldMkLst>
          <pc:docMk/>
          <pc:sldMk cId="2672247837" sldId="2146847009"/>
        </pc:sldMkLst>
        <pc:spChg chg="mod">
          <ac:chgData name="Aaron Fung" userId="09a62e1b-a908-44c2-a78c-4509d99436bb" providerId="ADAL" clId="{429FC163-9EF0-4D8D-9DF4-458D67DE4630}" dt="2025-07-11T06:19:49.773" v="270" actId="1076"/>
          <ac:spMkLst>
            <pc:docMk/>
            <pc:sldMk cId="2672247837" sldId="2146847009"/>
            <ac:spMk id="3" creationId="{564F1EB1-5E03-3A50-F094-24647DCC1D85}"/>
          </ac:spMkLst>
        </pc:spChg>
        <pc:spChg chg="mod">
          <ac:chgData name="Aaron Fung" userId="09a62e1b-a908-44c2-a78c-4509d99436bb" providerId="ADAL" clId="{429FC163-9EF0-4D8D-9DF4-458D67DE4630}" dt="2025-07-11T06:15:45.173" v="150" actId="14100"/>
          <ac:spMkLst>
            <pc:docMk/>
            <pc:sldMk cId="2672247837" sldId="2146847009"/>
            <ac:spMk id="5" creationId="{35F289D3-B9E0-1E0C-75DC-E62FB29D6206}"/>
          </ac:spMkLst>
        </pc:spChg>
        <pc:spChg chg="mod">
          <ac:chgData name="Aaron Fung" userId="09a62e1b-a908-44c2-a78c-4509d99436bb" providerId="ADAL" clId="{429FC163-9EF0-4D8D-9DF4-458D67DE4630}" dt="2025-07-11T06:21:49.572" v="288" actId="20577"/>
          <ac:spMkLst>
            <pc:docMk/>
            <pc:sldMk cId="2672247837" sldId="2146847009"/>
            <ac:spMk id="6" creationId="{946B5835-6FBF-4FFB-9EDF-B4AA615F7BF5}"/>
          </ac:spMkLst>
        </pc:spChg>
        <pc:picChg chg="add mod">
          <ac:chgData name="Aaron Fung" userId="09a62e1b-a908-44c2-a78c-4509d99436bb" providerId="ADAL" clId="{429FC163-9EF0-4D8D-9DF4-458D67DE4630}" dt="2025-07-11T06:15:29.193" v="128" actId="1076"/>
          <ac:picMkLst>
            <pc:docMk/>
            <pc:sldMk cId="2672247837" sldId="2146847009"/>
            <ac:picMk id="2" creationId="{D07EE0C9-3BED-7363-D873-0EF81FB89866}"/>
          </ac:picMkLst>
        </pc:picChg>
        <pc:picChg chg="add mod">
          <ac:chgData name="Aaron Fung" userId="09a62e1b-a908-44c2-a78c-4509d99436bb" providerId="ADAL" clId="{429FC163-9EF0-4D8D-9DF4-458D67DE4630}" dt="2025-07-11T06:15:35.533" v="131" actId="1076"/>
          <ac:picMkLst>
            <pc:docMk/>
            <pc:sldMk cId="2672247837" sldId="2146847009"/>
            <ac:picMk id="4" creationId="{F5795BF5-D152-3AEE-B52D-5F762A5E7D69}"/>
          </ac:picMkLst>
        </pc:picChg>
        <pc:picChg chg="add mod">
          <ac:chgData name="Aaron Fung" userId="09a62e1b-a908-44c2-a78c-4509d99436bb" providerId="ADAL" clId="{429FC163-9EF0-4D8D-9DF4-458D67DE4630}" dt="2025-07-11T06:21:54.632" v="289" actId="1076"/>
          <ac:picMkLst>
            <pc:docMk/>
            <pc:sldMk cId="2672247837" sldId="2146847009"/>
            <ac:picMk id="7" creationId="{7DF2B39A-DCA1-F26F-8771-B93EC111C6DC}"/>
          </ac:picMkLst>
        </pc:picChg>
        <pc:picChg chg="add mod">
          <ac:chgData name="Aaron Fung" userId="09a62e1b-a908-44c2-a78c-4509d99436bb" providerId="ADAL" clId="{429FC163-9EF0-4D8D-9DF4-458D67DE4630}" dt="2025-07-11T06:22:09.277" v="292" actId="1076"/>
          <ac:picMkLst>
            <pc:docMk/>
            <pc:sldMk cId="2672247837" sldId="2146847009"/>
            <ac:picMk id="8" creationId="{135C9C20-4452-39CA-0DA3-D7B5B065C8AE}"/>
          </ac:picMkLst>
        </pc:picChg>
      </pc:sldChg>
      <pc:sldChg chg="addSp delSp modSp add mod ord setBg delAnim">
        <pc:chgData name="Aaron Fung" userId="09a62e1b-a908-44c2-a78c-4509d99436bb" providerId="ADAL" clId="{429FC163-9EF0-4D8D-9DF4-458D67DE4630}" dt="2025-08-04T07:40:36.604" v="1481"/>
        <pc:sldMkLst>
          <pc:docMk/>
          <pc:sldMk cId="2614583608" sldId="2146847010"/>
        </pc:sldMkLst>
        <pc:spChg chg="mod">
          <ac:chgData name="Aaron Fung" userId="09a62e1b-a908-44c2-a78c-4509d99436bb" providerId="ADAL" clId="{429FC163-9EF0-4D8D-9DF4-458D67DE4630}" dt="2025-07-11T06:38:09.331" v="405" actId="20577"/>
          <ac:spMkLst>
            <pc:docMk/>
            <pc:sldMk cId="2614583608" sldId="2146847010"/>
            <ac:spMk id="3" creationId="{FC21D330-7AA5-2544-B680-09A031B486C4}"/>
          </ac:spMkLst>
        </pc:spChg>
        <pc:spChg chg="add mod topLvl">
          <ac:chgData name="Aaron Fung" userId="09a62e1b-a908-44c2-a78c-4509d99436bb" providerId="ADAL" clId="{429FC163-9EF0-4D8D-9DF4-458D67DE4630}" dt="2025-08-04T07:12:52.539" v="1197" actId="1076"/>
          <ac:spMkLst>
            <pc:docMk/>
            <pc:sldMk cId="2614583608" sldId="2146847010"/>
            <ac:spMk id="5" creationId="{540BAE93-AD4D-D426-D611-A1C734C69E7A}"/>
          </ac:spMkLst>
        </pc:spChg>
        <pc:spChg chg="add mod topLvl">
          <ac:chgData name="Aaron Fung" userId="09a62e1b-a908-44c2-a78c-4509d99436bb" providerId="ADAL" clId="{429FC163-9EF0-4D8D-9DF4-458D67DE4630}" dt="2025-07-29T10:09:25.774" v="950" actId="1076"/>
          <ac:spMkLst>
            <pc:docMk/>
            <pc:sldMk cId="2614583608" sldId="2146847010"/>
            <ac:spMk id="6" creationId="{7D9AC4F3-E497-6470-A3BC-9E43EA9AFDA0}"/>
          </ac:spMkLst>
        </pc:spChg>
        <pc:spChg chg="mod">
          <ac:chgData name="Aaron Fung" userId="09a62e1b-a908-44c2-a78c-4509d99436bb" providerId="ADAL" clId="{429FC163-9EF0-4D8D-9DF4-458D67DE4630}" dt="2025-07-29T06:02:42.637" v="820" actId="207"/>
          <ac:spMkLst>
            <pc:docMk/>
            <pc:sldMk cId="2614583608" sldId="2146847010"/>
            <ac:spMk id="10" creationId="{4114791E-B441-9038-FAA8-A1B6E0553F52}"/>
          </ac:spMkLst>
        </pc:spChg>
        <pc:spChg chg="mod">
          <ac:chgData name="Aaron Fung" userId="09a62e1b-a908-44c2-a78c-4509d99436bb" providerId="ADAL" clId="{429FC163-9EF0-4D8D-9DF4-458D67DE4630}" dt="2025-07-29T06:12:09.713" v="940" actId="2711"/>
          <ac:spMkLst>
            <pc:docMk/>
            <pc:sldMk cId="2614583608" sldId="2146847010"/>
            <ac:spMk id="12" creationId="{19930FEB-2C6D-5FE4-5665-14BAD5750C64}"/>
          </ac:spMkLst>
        </pc:spChg>
        <pc:spChg chg="mod">
          <ac:chgData name="Aaron Fung" userId="09a62e1b-a908-44c2-a78c-4509d99436bb" providerId="ADAL" clId="{429FC163-9EF0-4D8D-9DF4-458D67DE4630}" dt="2025-07-29T06:04:24.760" v="840" actId="207"/>
          <ac:spMkLst>
            <pc:docMk/>
            <pc:sldMk cId="2614583608" sldId="2146847010"/>
            <ac:spMk id="14" creationId="{117FAAC6-406F-8074-146B-CB3CCDC3ECEF}"/>
          </ac:spMkLst>
        </pc:spChg>
        <pc:spChg chg="mod">
          <ac:chgData name="Aaron Fung" userId="09a62e1b-a908-44c2-a78c-4509d99436bb" providerId="ADAL" clId="{429FC163-9EF0-4D8D-9DF4-458D67DE4630}" dt="2025-07-29T06:12:21.817" v="941" actId="2711"/>
          <ac:spMkLst>
            <pc:docMk/>
            <pc:sldMk cId="2614583608" sldId="2146847010"/>
            <ac:spMk id="16" creationId="{56FA7B40-15C8-AAAE-7EEE-0E6BED2EA4B5}"/>
          </ac:spMkLst>
        </pc:spChg>
        <pc:spChg chg="add mod">
          <ac:chgData name="Aaron Fung" userId="09a62e1b-a908-44c2-a78c-4509d99436bb" providerId="ADAL" clId="{429FC163-9EF0-4D8D-9DF4-458D67DE4630}" dt="2025-07-29T06:10:44.164" v="925" actId="207"/>
          <ac:spMkLst>
            <pc:docMk/>
            <pc:sldMk cId="2614583608" sldId="2146847010"/>
            <ac:spMk id="22" creationId="{19740747-B520-107B-EF23-94696AD59E2E}"/>
          </ac:spMkLst>
        </pc:spChg>
        <pc:spChg chg="add mod">
          <ac:chgData name="Aaron Fung" userId="09a62e1b-a908-44c2-a78c-4509d99436bb" providerId="ADAL" clId="{429FC163-9EF0-4D8D-9DF4-458D67DE4630}" dt="2025-07-29T06:10:44.164" v="925" actId="207"/>
          <ac:spMkLst>
            <pc:docMk/>
            <pc:sldMk cId="2614583608" sldId="2146847010"/>
            <ac:spMk id="23" creationId="{4389665A-0618-7DA6-FD30-E2238ADA8C2C}"/>
          </ac:spMkLst>
        </pc:spChg>
        <pc:spChg chg="add mod ord">
          <ac:chgData name="Aaron Fung" userId="09a62e1b-a908-44c2-a78c-4509d99436bb" providerId="ADAL" clId="{429FC163-9EF0-4D8D-9DF4-458D67DE4630}" dt="2025-08-04T07:12:52.539" v="1197" actId="1076"/>
          <ac:spMkLst>
            <pc:docMk/>
            <pc:sldMk cId="2614583608" sldId="2146847010"/>
            <ac:spMk id="25" creationId="{F757BDB8-60F9-CCE4-72FF-7F7E20D60C7D}"/>
          </ac:spMkLst>
        </pc:spChg>
        <pc:spChg chg="add mod">
          <ac:chgData name="Aaron Fung" userId="09a62e1b-a908-44c2-a78c-4509d99436bb" providerId="ADAL" clId="{429FC163-9EF0-4D8D-9DF4-458D67DE4630}" dt="2025-07-29T06:11:08.896" v="932" actId="164"/>
          <ac:spMkLst>
            <pc:docMk/>
            <pc:sldMk cId="2614583608" sldId="2146847010"/>
            <ac:spMk id="27" creationId="{236ADB27-F24A-F3F0-3E5C-5AC1A7F5764F}"/>
          </ac:spMkLst>
        </pc:spChg>
        <pc:spChg chg="add mod ord">
          <ac:chgData name="Aaron Fung" userId="09a62e1b-a908-44c2-a78c-4509d99436bb" providerId="ADAL" clId="{429FC163-9EF0-4D8D-9DF4-458D67DE4630}" dt="2025-08-04T07:12:52.539" v="1197" actId="1076"/>
          <ac:spMkLst>
            <pc:docMk/>
            <pc:sldMk cId="2614583608" sldId="2146847010"/>
            <ac:spMk id="30" creationId="{1ED4849F-EB76-2F13-AA3D-E471D10830CC}"/>
          </ac:spMkLst>
        </pc:spChg>
        <pc:spChg chg="add mod ord">
          <ac:chgData name="Aaron Fung" userId="09a62e1b-a908-44c2-a78c-4509d99436bb" providerId="ADAL" clId="{429FC163-9EF0-4D8D-9DF4-458D67DE4630}" dt="2025-08-04T07:12:52.539" v="1197" actId="1076"/>
          <ac:spMkLst>
            <pc:docMk/>
            <pc:sldMk cId="2614583608" sldId="2146847010"/>
            <ac:spMk id="32" creationId="{51312172-D6AC-9A5B-2AF5-B7547FF55B4A}"/>
          </ac:spMkLst>
        </pc:spChg>
        <pc:spChg chg="add mod">
          <ac:chgData name="Aaron Fung" userId="09a62e1b-a908-44c2-a78c-4509d99436bb" providerId="ADAL" clId="{429FC163-9EF0-4D8D-9DF4-458D67DE4630}" dt="2025-08-04T07:12:52.539" v="1197" actId="1076"/>
          <ac:spMkLst>
            <pc:docMk/>
            <pc:sldMk cId="2614583608" sldId="2146847010"/>
            <ac:spMk id="34" creationId="{8EEBC9F6-0C08-3290-FF5F-40E4D7C6DE67}"/>
          </ac:spMkLst>
        </pc:spChg>
        <pc:spChg chg="add mod">
          <ac:chgData name="Aaron Fung" userId="09a62e1b-a908-44c2-a78c-4509d99436bb" providerId="ADAL" clId="{429FC163-9EF0-4D8D-9DF4-458D67DE4630}" dt="2025-08-04T07:12:52.539" v="1197" actId="1076"/>
          <ac:spMkLst>
            <pc:docMk/>
            <pc:sldMk cId="2614583608" sldId="2146847010"/>
            <ac:spMk id="36" creationId="{A1F0C37F-33B7-EE28-B2BC-36A89F313CBB}"/>
          </ac:spMkLst>
        </pc:spChg>
        <pc:spChg chg="add mod">
          <ac:chgData name="Aaron Fung" userId="09a62e1b-a908-44c2-a78c-4509d99436bb" providerId="ADAL" clId="{429FC163-9EF0-4D8D-9DF4-458D67DE4630}" dt="2025-08-04T07:12:52.539" v="1197" actId="1076"/>
          <ac:spMkLst>
            <pc:docMk/>
            <pc:sldMk cId="2614583608" sldId="2146847010"/>
            <ac:spMk id="38" creationId="{87440E67-E8DA-0AFB-0CF4-836C897C1E48}"/>
          </ac:spMkLst>
        </pc:spChg>
        <pc:spChg chg="add mod">
          <ac:chgData name="Aaron Fung" userId="09a62e1b-a908-44c2-a78c-4509d99436bb" providerId="ADAL" clId="{429FC163-9EF0-4D8D-9DF4-458D67DE4630}" dt="2025-08-04T07:12:52.539" v="1197" actId="1076"/>
          <ac:spMkLst>
            <pc:docMk/>
            <pc:sldMk cId="2614583608" sldId="2146847010"/>
            <ac:spMk id="39" creationId="{6808AD1A-B706-C9C4-8BDF-6792E0D2DF31}"/>
          </ac:spMkLst>
        </pc:spChg>
        <pc:spChg chg="mod topLvl">
          <ac:chgData name="Aaron Fung" userId="09a62e1b-a908-44c2-a78c-4509d99436bb" providerId="ADAL" clId="{429FC163-9EF0-4D8D-9DF4-458D67DE4630}" dt="2025-07-29T10:08:29.684" v="946" actId="207"/>
          <ac:spMkLst>
            <pc:docMk/>
            <pc:sldMk cId="2614583608" sldId="2146847010"/>
            <ac:spMk id="48" creationId="{E92504A2-B1A4-BA27-2F80-16832961C6EA}"/>
          </ac:spMkLst>
        </pc:spChg>
        <pc:spChg chg="mod topLvl">
          <ac:chgData name="Aaron Fung" userId="09a62e1b-a908-44c2-a78c-4509d99436bb" providerId="ADAL" clId="{429FC163-9EF0-4D8D-9DF4-458D67DE4630}" dt="2025-07-29T10:08:29.684" v="946" actId="207"/>
          <ac:spMkLst>
            <pc:docMk/>
            <pc:sldMk cId="2614583608" sldId="2146847010"/>
            <ac:spMk id="50" creationId="{6E0EEF8A-3DD7-7BB7-7B4E-3F036D679803}"/>
          </ac:spMkLst>
        </pc:spChg>
        <pc:spChg chg="add mod ord topLvl">
          <ac:chgData name="Aaron Fung" userId="09a62e1b-a908-44c2-a78c-4509d99436bb" providerId="ADAL" clId="{429FC163-9EF0-4D8D-9DF4-458D67DE4630}" dt="2025-08-04T07:12:52.539" v="1197" actId="1076"/>
          <ac:spMkLst>
            <pc:docMk/>
            <pc:sldMk cId="2614583608" sldId="2146847010"/>
            <ac:spMk id="57" creationId="{16227DBA-F766-6A9A-E390-A58F76AA7694}"/>
          </ac:spMkLst>
        </pc:spChg>
        <pc:spChg chg="add mod ord topLvl">
          <ac:chgData name="Aaron Fung" userId="09a62e1b-a908-44c2-a78c-4509d99436bb" providerId="ADAL" clId="{429FC163-9EF0-4D8D-9DF4-458D67DE4630}" dt="2025-08-04T07:12:52.539" v="1197" actId="1076"/>
          <ac:spMkLst>
            <pc:docMk/>
            <pc:sldMk cId="2614583608" sldId="2146847010"/>
            <ac:spMk id="58" creationId="{ADEB6293-A6B5-6575-7AE7-9FA7969AF377}"/>
          </ac:spMkLst>
        </pc:spChg>
        <pc:spChg chg="mod">
          <ac:chgData name="Aaron Fung" userId="09a62e1b-a908-44c2-a78c-4509d99436bb" providerId="ADAL" clId="{429FC163-9EF0-4D8D-9DF4-458D67DE4630}" dt="2025-07-11T06:53:41.226" v="510" actId="207"/>
          <ac:spMkLst>
            <pc:docMk/>
            <pc:sldMk cId="2614583608" sldId="2146847010"/>
            <ac:spMk id="75" creationId="{07CCECB3-8314-7867-28B2-82D08C30372C}"/>
          </ac:spMkLst>
        </pc:spChg>
        <pc:spChg chg="mod">
          <ac:chgData name="Aaron Fung" userId="09a62e1b-a908-44c2-a78c-4509d99436bb" providerId="ADAL" clId="{429FC163-9EF0-4D8D-9DF4-458D67DE4630}" dt="2025-07-11T06:53:41.226" v="510" actId="207"/>
          <ac:spMkLst>
            <pc:docMk/>
            <pc:sldMk cId="2614583608" sldId="2146847010"/>
            <ac:spMk id="76" creationId="{16655696-8C99-920A-91D7-1F9F38025D90}"/>
          </ac:spMkLst>
        </pc:spChg>
        <pc:spChg chg="mod">
          <ac:chgData name="Aaron Fung" userId="09a62e1b-a908-44c2-a78c-4509d99436bb" providerId="ADAL" clId="{429FC163-9EF0-4D8D-9DF4-458D67DE4630}" dt="2025-07-29T06:06:16.196" v="869" actId="207"/>
          <ac:spMkLst>
            <pc:docMk/>
            <pc:sldMk cId="2614583608" sldId="2146847010"/>
            <ac:spMk id="77" creationId="{0A9D2B03-E84F-5100-C80E-8A76AD0FB313}"/>
          </ac:spMkLst>
        </pc:spChg>
        <pc:grpChg chg="add mod ord">
          <ac:chgData name="Aaron Fung" userId="09a62e1b-a908-44c2-a78c-4509d99436bb" providerId="ADAL" clId="{429FC163-9EF0-4D8D-9DF4-458D67DE4630}" dt="2025-07-29T10:09:25.774" v="950" actId="1076"/>
          <ac:grpSpMkLst>
            <pc:docMk/>
            <pc:sldMk cId="2614583608" sldId="2146847010"/>
            <ac:grpSpMk id="9" creationId="{AE3F8D66-8D9A-50BD-0D77-A8F9F4930C6D}"/>
          </ac:grpSpMkLst>
        </pc:grpChg>
        <pc:grpChg chg="add mod ord">
          <ac:chgData name="Aaron Fung" userId="09a62e1b-a908-44c2-a78c-4509d99436bb" providerId="ADAL" clId="{429FC163-9EF0-4D8D-9DF4-458D67DE4630}" dt="2025-07-29T10:09:25.774" v="950" actId="1076"/>
          <ac:grpSpMkLst>
            <pc:docMk/>
            <pc:sldMk cId="2614583608" sldId="2146847010"/>
            <ac:grpSpMk id="13" creationId="{837225DA-3A62-1ECE-69B0-DAE1B2473B26}"/>
          </ac:grpSpMkLst>
        </pc:grpChg>
        <pc:grpChg chg="add mod">
          <ac:chgData name="Aaron Fung" userId="09a62e1b-a908-44c2-a78c-4509d99436bb" providerId="ADAL" clId="{429FC163-9EF0-4D8D-9DF4-458D67DE4630}" dt="2025-07-29T06:11:08.896" v="932" actId="164"/>
          <ac:grpSpMkLst>
            <pc:docMk/>
            <pc:sldMk cId="2614583608" sldId="2146847010"/>
            <ac:grpSpMk id="24" creationId="{9B09BC29-03A1-6CF5-BEE3-4345C6C29CC2}"/>
          </ac:grpSpMkLst>
        </pc:grpChg>
        <pc:grpChg chg="add mod">
          <ac:chgData name="Aaron Fung" userId="09a62e1b-a908-44c2-a78c-4509d99436bb" providerId="ADAL" clId="{429FC163-9EF0-4D8D-9DF4-458D67DE4630}" dt="2025-07-29T10:09:28.419" v="951" actId="1076"/>
          <ac:grpSpMkLst>
            <pc:docMk/>
            <pc:sldMk cId="2614583608" sldId="2146847010"/>
            <ac:grpSpMk id="31" creationId="{86E53D60-986A-9BBF-98D5-C51845E4A87E}"/>
          </ac:grpSpMkLst>
        </pc:grpChg>
        <pc:grpChg chg="add mod topLvl">
          <ac:chgData name="Aaron Fung" userId="09a62e1b-a908-44c2-a78c-4509d99436bb" providerId="ADAL" clId="{429FC163-9EF0-4D8D-9DF4-458D67DE4630}" dt="2025-07-29T10:09:25.774" v="950" actId="1076"/>
          <ac:grpSpMkLst>
            <pc:docMk/>
            <pc:sldMk cId="2614583608" sldId="2146847010"/>
            <ac:grpSpMk id="71" creationId="{86789C75-3FDE-B908-A87E-9A0761DEC831}"/>
          </ac:grpSpMkLst>
        </pc:grpChg>
        <pc:grpChg chg="add mod ord">
          <ac:chgData name="Aaron Fung" userId="09a62e1b-a908-44c2-a78c-4509d99436bb" providerId="ADAL" clId="{429FC163-9EF0-4D8D-9DF4-458D67DE4630}" dt="2025-07-29T10:09:32.673" v="952" actId="1076"/>
          <ac:grpSpMkLst>
            <pc:docMk/>
            <pc:sldMk cId="2614583608" sldId="2146847010"/>
            <ac:grpSpMk id="74" creationId="{373F39E8-DB1D-37E9-2959-9155BE083A48}"/>
          </ac:grpSpMkLst>
        </pc:grpChg>
      </pc:sldChg>
      <pc:sldChg chg="addSp delSp modSp add del mod setBg">
        <pc:chgData name="Aaron Fung" userId="09a62e1b-a908-44c2-a78c-4509d99436bb" providerId="ADAL" clId="{429FC163-9EF0-4D8D-9DF4-458D67DE4630}" dt="2025-07-11T06:38:23.132" v="410" actId="47"/>
        <pc:sldMkLst>
          <pc:docMk/>
          <pc:sldMk cId="3458289030" sldId="2146847011"/>
        </pc:sldMkLst>
      </pc:sldChg>
      <pc:sldChg chg="modSp add mod setBg">
        <pc:chgData name="Aaron Fung" userId="09a62e1b-a908-44c2-a78c-4509d99436bb" providerId="ADAL" clId="{429FC163-9EF0-4D8D-9DF4-458D67DE4630}" dt="2025-08-06T06:04:24.143" v="2622"/>
        <pc:sldMkLst>
          <pc:docMk/>
          <pc:sldMk cId="1824713088" sldId="2146847093"/>
        </pc:sldMkLst>
        <pc:spChg chg="mod">
          <ac:chgData name="Aaron Fung" userId="09a62e1b-a908-44c2-a78c-4509d99436bb" providerId="ADAL" clId="{429FC163-9EF0-4D8D-9DF4-458D67DE4630}" dt="2025-08-06T06:04:11.139" v="2618" actId="20577"/>
          <ac:spMkLst>
            <pc:docMk/>
            <pc:sldMk cId="1824713088" sldId="2146847093"/>
            <ac:spMk id="3" creationId="{93980AF7-5B0D-84E7-51ED-1E1C0959FFBE}"/>
          </ac:spMkLst>
        </pc:spChg>
        <pc:graphicFrameChg chg="mod modGraphic">
          <ac:chgData name="Aaron Fung" userId="09a62e1b-a908-44c2-a78c-4509d99436bb" providerId="ADAL" clId="{429FC163-9EF0-4D8D-9DF4-458D67DE4630}" dt="2025-08-06T06:04:24.143" v="2622"/>
          <ac:graphicFrameMkLst>
            <pc:docMk/>
            <pc:sldMk cId="1824713088" sldId="2146847093"/>
            <ac:graphicFrameMk id="7" creationId="{3899A4A8-806A-072F-5D7C-49FE39CEB565}"/>
          </ac:graphicFrameMkLst>
        </pc:graphicFrameChg>
      </pc:sldChg>
      <pc:sldChg chg="addSp delSp modSp add mod setBg">
        <pc:chgData name="Aaron Fung" userId="09a62e1b-a908-44c2-a78c-4509d99436bb" providerId="ADAL" clId="{429FC163-9EF0-4D8D-9DF4-458D67DE4630}" dt="2025-08-04T07:40:36.604" v="1481"/>
        <pc:sldMkLst>
          <pc:docMk/>
          <pc:sldMk cId="237280618" sldId="2146847094"/>
        </pc:sldMkLst>
        <pc:spChg chg="mod">
          <ac:chgData name="Aaron Fung" userId="09a62e1b-a908-44c2-a78c-4509d99436bb" providerId="ADAL" clId="{429FC163-9EF0-4D8D-9DF4-458D67DE4630}" dt="2025-07-30T02:05:29.747" v="996" actId="120"/>
          <ac:spMkLst>
            <pc:docMk/>
            <pc:sldMk cId="237280618" sldId="2146847094"/>
            <ac:spMk id="3" creationId="{07FFB5E3-BE9B-FBB7-584B-18FB0F003305}"/>
          </ac:spMkLst>
        </pc:spChg>
        <pc:graphicFrameChg chg="mod modGraphic">
          <ac:chgData name="Aaron Fung" userId="09a62e1b-a908-44c2-a78c-4509d99436bb" providerId="ADAL" clId="{429FC163-9EF0-4D8D-9DF4-458D67DE4630}" dt="2025-07-30T02:19:57.868" v="1080" actId="12"/>
          <ac:graphicFrameMkLst>
            <pc:docMk/>
            <pc:sldMk cId="237280618" sldId="2146847094"/>
            <ac:graphicFrameMk id="7" creationId="{DD8D2F65-AA15-F2C9-1D52-D4EE88D120BD}"/>
          </ac:graphicFrameMkLst>
        </pc:graphicFrameChg>
      </pc:sldChg>
      <pc:sldChg chg="add del setBg">
        <pc:chgData name="Aaron Fung" userId="09a62e1b-a908-44c2-a78c-4509d99436bb" providerId="ADAL" clId="{429FC163-9EF0-4D8D-9DF4-458D67DE4630}" dt="2025-07-29T10:12:10.015" v="984" actId="47"/>
        <pc:sldMkLst>
          <pc:docMk/>
          <pc:sldMk cId="1612247150" sldId="2146847094"/>
        </pc:sldMkLst>
      </pc:sldChg>
      <pc:sldChg chg="add del">
        <pc:chgData name="Aaron Fung" userId="09a62e1b-a908-44c2-a78c-4509d99436bb" providerId="ADAL" clId="{429FC163-9EF0-4D8D-9DF4-458D67DE4630}" dt="2025-07-29T10:12:11.011" v="985" actId="47"/>
        <pc:sldMkLst>
          <pc:docMk/>
          <pc:sldMk cId="2261364033" sldId="2146847095"/>
        </pc:sldMkLst>
      </pc:sldChg>
      <pc:sldChg chg="addSp delSp modSp add mod ord setBg delAnim modAnim modShow">
        <pc:chgData name="Aaron Fung" userId="09a62e1b-a908-44c2-a78c-4509d99436bb" providerId="ADAL" clId="{429FC163-9EF0-4D8D-9DF4-458D67DE4630}" dt="2025-08-04T07:53:36.552" v="1673" actId="729"/>
        <pc:sldMkLst>
          <pc:docMk/>
          <pc:sldMk cId="2388916737" sldId="2146847095"/>
        </pc:sldMkLst>
        <pc:spChg chg="mod">
          <ac:chgData name="Aaron Fung" userId="09a62e1b-a908-44c2-a78c-4509d99436bb" providerId="ADAL" clId="{429FC163-9EF0-4D8D-9DF4-458D67DE4630}" dt="2025-07-30T02:23:20.274" v="1156" actId="20577"/>
          <ac:spMkLst>
            <pc:docMk/>
            <pc:sldMk cId="2388916737" sldId="2146847095"/>
            <ac:spMk id="3" creationId="{E446ADA6-89CD-2D05-44D3-8D0FFED4316A}"/>
          </ac:spMkLst>
        </pc:spChg>
        <pc:spChg chg="mod">
          <ac:chgData name="Aaron Fung" userId="09a62e1b-a908-44c2-a78c-4509d99436bb" providerId="ADAL" clId="{429FC163-9EF0-4D8D-9DF4-458D67DE4630}" dt="2025-07-30T02:22:30.706" v="1140" actId="20577"/>
          <ac:spMkLst>
            <pc:docMk/>
            <pc:sldMk cId="2388916737" sldId="2146847095"/>
            <ac:spMk id="5" creationId="{CDE0DAB2-FB03-15C6-BFD8-9F011A327ECB}"/>
          </ac:spMkLst>
        </pc:spChg>
        <pc:spChg chg="mod">
          <ac:chgData name="Aaron Fung" userId="09a62e1b-a908-44c2-a78c-4509d99436bb" providerId="ADAL" clId="{429FC163-9EF0-4D8D-9DF4-458D67DE4630}" dt="2025-08-04T07:25:25.682" v="1226" actId="2711"/>
          <ac:spMkLst>
            <pc:docMk/>
            <pc:sldMk cId="2388916737" sldId="2146847095"/>
            <ac:spMk id="6" creationId="{87DA2A7E-1D42-D095-822B-24716245DF67}"/>
          </ac:spMkLst>
        </pc:spChg>
        <pc:spChg chg="mod">
          <ac:chgData name="Aaron Fung" userId="09a62e1b-a908-44c2-a78c-4509d99436bb" providerId="ADAL" clId="{429FC163-9EF0-4D8D-9DF4-458D67DE4630}" dt="2025-08-04T07:25:58.813" v="1247" actId="2711"/>
          <ac:spMkLst>
            <pc:docMk/>
            <pc:sldMk cId="2388916737" sldId="2146847095"/>
            <ac:spMk id="30" creationId="{C6FF8D58-7A85-8B8F-60F6-FA036DF8FCDE}"/>
          </ac:spMkLst>
        </pc:spChg>
        <pc:spChg chg="mod">
          <ac:chgData name="Aaron Fung" userId="09a62e1b-a908-44c2-a78c-4509d99436bb" providerId="ADAL" clId="{429FC163-9EF0-4D8D-9DF4-458D67DE4630}" dt="2025-08-04T07:26:54.788" v="1262"/>
          <ac:spMkLst>
            <pc:docMk/>
            <pc:sldMk cId="2388916737" sldId="2146847095"/>
            <ac:spMk id="31" creationId="{C6A6400D-79EC-32BE-2778-C0F5CD90844A}"/>
          </ac:spMkLst>
        </pc:spChg>
        <pc:picChg chg="add mod">
          <ac:chgData name="Aaron Fung" userId="09a62e1b-a908-44c2-a78c-4509d99436bb" providerId="ADAL" clId="{429FC163-9EF0-4D8D-9DF4-458D67DE4630}" dt="2025-08-04T07:24:44.065" v="1207" actId="1076"/>
          <ac:picMkLst>
            <pc:docMk/>
            <pc:sldMk cId="2388916737" sldId="2146847095"/>
            <ac:picMk id="4" creationId="{2DD96B0F-10D4-631B-D0C5-3FC45C0A6539}"/>
          </ac:picMkLst>
        </pc:picChg>
        <pc:picChg chg="add mod">
          <ac:chgData name="Aaron Fung" userId="09a62e1b-a908-44c2-a78c-4509d99436bb" providerId="ADAL" clId="{429FC163-9EF0-4D8D-9DF4-458D67DE4630}" dt="2025-08-04T07:24:46.039" v="1209" actId="14100"/>
          <ac:picMkLst>
            <pc:docMk/>
            <pc:sldMk cId="2388916737" sldId="2146847095"/>
            <ac:picMk id="8" creationId="{576B7326-8FE4-650D-FB99-B576B42DDCD9}"/>
          </ac:picMkLst>
        </pc:picChg>
        <pc:picChg chg="add mod">
          <ac:chgData name="Aaron Fung" userId="09a62e1b-a908-44c2-a78c-4509d99436bb" providerId="ADAL" clId="{429FC163-9EF0-4D8D-9DF4-458D67DE4630}" dt="2025-08-04T07:24:40.709" v="1206" actId="1076"/>
          <ac:picMkLst>
            <pc:docMk/>
            <pc:sldMk cId="2388916737" sldId="2146847095"/>
            <ac:picMk id="9" creationId="{D9E9E193-97E2-FCB5-9831-429CCEEBBCDA}"/>
          </ac:picMkLst>
        </pc:picChg>
        <pc:picChg chg="add mod">
          <ac:chgData name="Aaron Fung" userId="09a62e1b-a908-44c2-a78c-4509d99436bb" providerId="ADAL" clId="{429FC163-9EF0-4D8D-9DF4-458D67DE4630}" dt="2025-08-04T07:26:33.607" v="1258" actId="1076"/>
          <ac:picMkLst>
            <pc:docMk/>
            <pc:sldMk cId="2388916737" sldId="2146847095"/>
            <ac:picMk id="16" creationId="{70A68CF6-B432-C14D-65B3-CF709FB85046}"/>
          </ac:picMkLst>
        </pc:picChg>
        <pc:picChg chg="add mod">
          <ac:chgData name="Aaron Fung" userId="09a62e1b-a908-44c2-a78c-4509d99436bb" providerId="ADAL" clId="{429FC163-9EF0-4D8D-9DF4-458D67DE4630}" dt="2025-08-04T07:27:17.897" v="1272" actId="1076"/>
          <ac:picMkLst>
            <pc:docMk/>
            <pc:sldMk cId="2388916737" sldId="2146847095"/>
            <ac:picMk id="20" creationId="{7A1AD4E1-E2CF-76EE-6EC1-9A05F387F7BB}"/>
          </ac:picMkLst>
        </pc:picChg>
        <pc:picChg chg="add mod">
          <ac:chgData name="Aaron Fung" userId="09a62e1b-a908-44c2-a78c-4509d99436bb" providerId="ADAL" clId="{429FC163-9EF0-4D8D-9DF4-458D67DE4630}" dt="2025-08-04T07:26:21.613" v="1254" actId="1076"/>
          <ac:picMkLst>
            <pc:docMk/>
            <pc:sldMk cId="2388916737" sldId="2146847095"/>
            <ac:picMk id="1026" creationId="{93238BA4-1BF6-D21F-BE9F-8929E958A52D}"/>
          </ac:picMkLst>
        </pc:picChg>
        <pc:picChg chg="add mod">
          <ac:chgData name="Aaron Fung" userId="09a62e1b-a908-44c2-a78c-4509d99436bb" providerId="ADAL" clId="{429FC163-9EF0-4D8D-9DF4-458D67DE4630}" dt="2025-08-04T07:27:04.614" v="1268" actId="14100"/>
          <ac:picMkLst>
            <pc:docMk/>
            <pc:sldMk cId="2388916737" sldId="2146847095"/>
            <ac:picMk id="1028" creationId="{2B37C0B2-FC0F-32C9-CAD9-79A6BDF510B4}"/>
          </ac:picMkLst>
        </pc:picChg>
      </pc:sldChg>
      <pc:sldChg chg="add del setBg">
        <pc:chgData name="Aaron Fung" userId="09a62e1b-a908-44c2-a78c-4509d99436bb" providerId="ADAL" clId="{429FC163-9EF0-4D8D-9DF4-458D67DE4630}" dt="2025-07-30T02:20:05.737" v="1083"/>
        <pc:sldMkLst>
          <pc:docMk/>
          <pc:sldMk cId="2231260850" sldId="2146847096"/>
        </pc:sldMkLst>
      </pc:sldChg>
      <pc:sldChg chg="addSp delSp modSp add mod ord setBg delAnim modAnim modShow">
        <pc:chgData name="Aaron Fung" userId="09a62e1b-a908-44c2-a78c-4509d99436bb" providerId="ADAL" clId="{429FC163-9EF0-4D8D-9DF4-458D67DE4630}" dt="2025-08-04T09:07:45.163" v="2503" actId="14100"/>
        <pc:sldMkLst>
          <pc:docMk/>
          <pc:sldMk cId="4129285403" sldId="2146847096"/>
        </pc:sldMkLst>
        <pc:spChg chg="mod">
          <ac:chgData name="Aaron Fung" userId="09a62e1b-a908-44c2-a78c-4509d99436bb" providerId="ADAL" clId="{429FC163-9EF0-4D8D-9DF4-458D67DE4630}" dt="2025-08-04T09:07:45.163" v="2503" actId="14100"/>
          <ac:spMkLst>
            <pc:docMk/>
            <pc:sldMk cId="4129285403" sldId="2146847096"/>
            <ac:spMk id="3" creationId="{CCEA0115-D834-7988-9FD6-0F3E6A08A049}"/>
          </ac:spMkLst>
        </pc:spChg>
        <pc:spChg chg="mod">
          <ac:chgData name="Aaron Fung" userId="09a62e1b-a908-44c2-a78c-4509d99436bb" providerId="ADAL" clId="{429FC163-9EF0-4D8D-9DF4-458D67DE4630}" dt="2025-08-04T07:27:37.267" v="1277"/>
          <ac:spMkLst>
            <pc:docMk/>
            <pc:sldMk cId="4129285403" sldId="2146847096"/>
            <ac:spMk id="5" creationId="{FAFB3F1F-A12C-6800-B7BC-05FD73E51FBA}"/>
          </ac:spMkLst>
        </pc:spChg>
        <pc:spChg chg="mod">
          <ac:chgData name="Aaron Fung" userId="09a62e1b-a908-44c2-a78c-4509d99436bb" providerId="ADAL" clId="{429FC163-9EF0-4D8D-9DF4-458D67DE4630}" dt="2025-08-04T07:30:05.929" v="1398" actId="20577"/>
          <ac:spMkLst>
            <pc:docMk/>
            <pc:sldMk cId="4129285403" sldId="2146847096"/>
            <ac:spMk id="6" creationId="{188CDF4C-DEF2-058D-5A02-8538CA45559A}"/>
          </ac:spMkLst>
        </pc:spChg>
        <pc:picChg chg="add mod">
          <ac:chgData name="Aaron Fung" userId="09a62e1b-a908-44c2-a78c-4509d99436bb" providerId="ADAL" clId="{429FC163-9EF0-4D8D-9DF4-458D67DE4630}" dt="2025-08-04T07:28:52.821" v="1309" actId="1076"/>
          <ac:picMkLst>
            <pc:docMk/>
            <pc:sldMk cId="4129285403" sldId="2146847096"/>
            <ac:picMk id="10" creationId="{18668FD0-6F49-EB99-9926-472E96AAC547}"/>
          </ac:picMkLst>
        </pc:picChg>
        <pc:picChg chg="add mod">
          <ac:chgData name="Aaron Fung" userId="09a62e1b-a908-44c2-a78c-4509d99436bb" providerId="ADAL" clId="{429FC163-9EF0-4D8D-9DF4-458D67DE4630}" dt="2025-08-04T07:28:51.264" v="1308" actId="1076"/>
          <ac:picMkLst>
            <pc:docMk/>
            <pc:sldMk cId="4129285403" sldId="2146847096"/>
            <ac:picMk id="2050" creationId="{74802DF5-FC90-6A95-D9A3-52E0360F5239}"/>
          </ac:picMkLst>
        </pc:picChg>
        <pc:picChg chg="add mod">
          <ac:chgData name="Aaron Fung" userId="09a62e1b-a908-44c2-a78c-4509d99436bb" providerId="ADAL" clId="{429FC163-9EF0-4D8D-9DF4-458D67DE4630}" dt="2025-08-04T07:28:55.459" v="1310" actId="1076"/>
          <ac:picMkLst>
            <pc:docMk/>
            <pc:sldMk cId="4129285403" sldId="2146847096"/>
            <ac:picMk id="2054" creationId="{9E7315D6-2167-4498-A7D2-996127E38C83}"/>
          </ac:picMkLst>
        </pc:picChg>
        <pc:picChg chg="add mod">
          <ac:chgData name="Aaron Fung" userId="09a62e1b-a908-44c2-a78c-4509d99436bb" providerId="ADAL" clId="{429FC163-9EF0-4D8D-9DF4-458D67DE4630}" dt="2025-08-04T07:30:50.096" v="1412" actId="1076"/>
          <ac:picMkLst>
            <pc:docMk/>
            <pc:sldMk cId="4129285403" sldId="2146847096"/>
            <ac:picMk id="2056" creationId="{46F46F18-FEEA-8203-E269-1F9E93FC5A98}"/>
          </ac:picMkLst>
        </pc:picChg>
        <pc:picChg chg="add mod">
          <ac:chgData name="Aaron Fung" userId="09a62e1b-a908-44c2-a78c-4509d99436bb" providerId="ADAL" clId="{429FC163-9EF0-4D8D-9DF4-458D67DE4630}" dt="2025-08-04T07:31:43.861" v="1425" actId="1076"/>
          <ac:picMkLst>
            <pc:docMk/>
            <pc:sldMk cId="4129285403" sldId="2146847096"/>
            <ac:picMk id="2058" creationId="{02CF495B-E1BE-C350-38CC-BA349FECF3ED}"/>
          </ac:picMkLst>
        </pc:picChg>
        <pc:picChg chg="add mod">
          <ac:chgData name="Aaron Fung" userId="09a62e1b-a908-44c2-a78c-4509d99436bb" providerId="ADAL" clId="{429FC163-9EF0-4D8D-9DF4-458D67DE4630}" dt="2025-08-04T07:31:41.803" v="1424" actId="14100"/>
          <ac:picMkLst>
            <pc:docMk/>
            <pc:sldMk cId="4129285403" sldId="2146847096"/>
            <ac:picMk id="2064" creationId="{E9A07768-F641-068C-0886-29241E8E0AE4}"/>
          </ac:picMkLst>
        </pc:picChg>
      </pc:sldChg>
      <pc:sldChg chg="modSp add del mod setBg">
        <pc:chgData name="Aaron Fung" userId="09a62e1b-a908-44c2-a78c-4509d99436bb" providerId="ADAL" clId="{429FC163-9EF0-4D8D-9DF4-458D67DE4630}" dt="2025-08-04T07:36:57.916" v="1455" actId="47"/>
        <pc:sldMkLst>
          <pc:docMk/>
          <pc:sldMk cId="2719790509" sldId="2146847097"/>
        </pc:sldMkLst>
      </pc:sldChg>
      <pc:sldChg chg="add del setBg">
        <pc:chgData name="Aaron Fung" userId="09a62e1b-a908-44c2-a78c-4509d99436bb" providerId="ADAL" clId="{429FC163-9EF0-4D8D-9DF4-458D67DE4630}" dt="2025-08-04T07:36:58.753" v="1456" actId="47"/>
        <pc:sldMkLst>
          <pc:docMk/>
          <pc:sldMk cId="1267804707" sldId="2146847098"/>
        </pc:sldMkLst>
      </pc:sldChg>
      <pc:sldChg chg="add del setBg">
        <pc:chgData name="Aaron Fung" userId="09a62e1b-a908-44c2-a78c-4509d99436bb" providerId="ADAL" clId="{429FC163-9EF0-4D8D-9DF4-458D67DE4630}" dt="2025-08-04T07:36:59.246" v="1457" actId="47"/>
        <pc:sldMkLst>
          <pc:docMk/>
          <pc:sldMk cId="7519015" sldId="2146847099"/>
        </pc:sldMkLst>
      </pc:sldChg>
      <pc:sldChg chg="modSp add mod setBg modShow">
        <pc:chgData name="Aaron Fung" userId="09a62e1b-a908-44c2-a78c-4509d99436bb" providerId="ADAL" clId="{429FC163-9EF0-4D8D-9DF4-458D67DE4630}" dt="2025-08-04T07:40:36.604" v="1481"/>
        <pc:sldMkLst>
          <pc:docMk/>
          <pc:sldMk cId="3419180574" sldId="2146847101"/>
        </pc:sldMkLst>
        <pc:spChg chg="mod">
          <ac:chgData name="Aaron Fung" userId="09a62e1b-a908-44c2-a78c-4509d99436bb" providerId="ADAL" clId="{429FC163-9EF0-4D8D-9DF4-458D67DE4630}" dt="2025-08-04T07:39:13.533" v="1462"/>
          <ac:spMkLst>
            <pc:docMk/>
            <pc:sldMk cId="3419180574" sldId="2146847101"/>
            <ac:spMk id="3" creationId="{8A31CB0F-FF46-72AF-03E1-25AEA53FB12B}"/>
          </ac:spMkLst>
        </pc:spChg>
      </pc:sldChg>
      <pc:sldChg chg="add mod setBg modShow">
        <pc:chgData name="Aaron Fung" userId="09a62e1b-a908-44c2-a78c-4509d99436bb" providerId="ADAL" clId="{429FC163-9EF0-4D8D-9DF4-458D67DE4630}" dt="2025-08-04T07:40:36.604" v="1481"/>
        <pc:sldMkLst>
          <pc:docMk/>
          <pc:sldMk cId="1628418028" sldId="2146847102"/>
        </pc:sldMkLst>
      </pc:sldChg>
      <pc:sldChg chg="add del setBg">
        <pc:chgData name="Aaron Fung" userId="09a62e1b-a908-44c2-a78c-4509d99436bb" providerId="ADAL" clId="{429FC163-9EF0-4D8D-9DF4-458D67DE4630}" dt="2025-08-04T07:39:31.478" v="1466"/>
        <pc:sldMkLst>
          <pc:docMk/>
          <pc:sldMk cId="607346354" sldId="2146847103"/>
        </pc:sldMkLst>
      </pc:sldChg>
      <pc:sldChg chg="add mod setBg modShow">
        <pc:chgData name="Aaron Fung" userId="09a62e1b-a908-44c2-a78c-4509d99436bb" providerId="ADAL" clId="{429FC163-9EF0-4D8D-9DF4-458D67DE4630}" dt="2025-08-04T07:40:36.604" v="1481"/>
        <pc:sldMkLst>
          <pc:docMk/>
          <pc:sldMk cId="1094423112" sldId="2146847104"/>
        </pc:sldMkLst>
      </pc:sldChg>
      <pc:sldChg chg="add mod setBg modShow">
        <pc:chgData name="Aaron Fung" userId="09a62e1b-a908-44c2-a78c-4509d99436bb" providerId="ADAL" clId="{429FC163-9EF0-4D8D-9DF4-458D67DE4630}" dt="2025-08-04T07:40:36.604" v="1481"/>
        <pc:sldMkLst>
          <pc:docMk/>
          <pc:sldMk cId="3132390836" sldId="2146847106"/>
        </pc:sldMkLst>
      </pc:sldChg>
      <pc:sldChg chg="add mod setBg modShow">
        <pc:chgData name="Aaron Fung" userId="09a62e1b-a908-44c2-a78c-4509d99436bb" providerId="ADAL" clId="{429FC163-9EF0-4D8D-9DF4-458D67DE4630}" dt="2025-08-04T07:40:36.604" v="1481"/>
        <pc:sldMkLst>
          <pc:docMk/>
          <pc:sldMk cId="468193797" sldId="2146847107"/>
        </pc:sldMkLst>
      </pc:sldChg>
      <pc:sldChg chg="add mod setBg modShow">
        <pc:chgData name="Aaron Fung" userId="09a62e1b-a908-44c2-a78c-4509d99436bb" providerId="ADAL" clId="{429FC163-9EF0-4D8D-9DF4-458D67DE4630}" dt="2025-08-04T07:40:48.297" v="1484" actId="729"/>
        <pc:sldMkLst>
          <pc:docMk/>
          <pc:sldMk cId="326277628" sldId="2146847108"/>
        </pc:sldMkLst>
      </pc:sldChg>
      <pc:sldChg chg="add mod setBg modShow">
        <pc:chgData name="Aaron Fung" userId="09a62e1b-a908-44c2-a78c-4509d99436bb" providerId="ADAL" clId="{429FC163-9EF0-4D8D-9DF4-458D67DE4630}" dt="2025-08-04T07:40:49.605" v="1485" actId="729"/>
        <pc:sldMkLst>
          <pc:docMk/>
          <pc:sldMk cId="3794621589" sldId="2146847109"/>
        </pc:sldMkLst>
      </pc:sldChg>
      <pc:sldChg chg="addSp delSp modSp add mod setBg">
        <pc:chgData name="Aaron Fung" userId="09a62e1b-a908-44c2-a78c-4509d99436bb" providerId="ADAL" clId="{429FC163-9EF0-4D8D-9DF4-458D67DE4630}" dt="2025-08-04T08:58:31.447" v="2320" actId="1076"/>
        <pc:sldMkLst>
          <pc:docMk/>
          <pc:sldMk cId="14107594" sldId="2146847110"/>
        </pc:sldMkLst>
        <pc:spChg chg="add del mod">
          <ac:chgData name="Aaron Fung" userId="09a62e1b-a908-44c2-a78c-4509d99436bb" providerId="ADAL" clId="{429FC163-9EF0-4D8D-9DF4-458D67DE4630}" dt="2025-08-04T07:44:37.114" v="1497" actId="478"/>
          <ac:spMkLst>
            <pc:docMk/>
            <pc:sldMk cId="14107594" sldId="2146847110"/>
            <ac:spMk id="3" creationId="{F452C59E-C2A8-27A7-E4D6-3427710CB1C8}"/>
          </ac:spMkLst>
        </pc:spChg>
        <pc:spChg chg="add mod">
          <ac:chgData name="Aaron Fung" userId="09a62e1b-a908-44c2-a78c-4509d99436bb" providerId="ADAL" clId="{429FC163-9EF0-4D8D-9DF4-458D67DE4630}" dt="2025-08-04T07:44:57.488" v="1505" actId="1076"/>
          <ac:spMkLst>
            <pc:docMk/>
            <pc:sldMk cId="14107594" sldId="2146847110"/>
            <ac:spMk id="11" creationId="{B02D03F2-23D3-6C92-3388-3DAC5067D37C}"/>
          </ac:spMkLst>
        </pc:spChg>
        <pc:spChg chg="add mod">
          <ac:chgData name="Aaron Fung" userId="09a62e1b-a908-44c2-a78c-4509d99436bb" providerId="ADAL" clId="{429FC163-9EF0-4D8D-9DF4-458D67DE4630}" dt="2025-08-04T07:45:04.468" v="1508" actId="404"/>
          <ac:spMkLst>
            <pc:docMk/>
            <pc:sldMk cId="14107594" sldId="2146847110"/>
            <ac:spMk id="22" creationId="{93754BAE-8E21-F7FF-E74C-584C76E68A7D}"/>
          </ac:spMkLst>
        </pc:spChg>
        <pc:spChg chg="add mod">
          <ac:chgData name="Aaron Fung" userId="09a62e1b-a908-44c2-a78c-4509d99436bb" providerId="ADAL" clId="{429FC163-9EF0-4D8D-9DF4-458D67DE4630}" dt="2025-08-04T08:58:31.447" v="2320" actId="1076"/>
          <ac:spMkLst>
            <pc:docMk/>
            <pc:sldMk cId="14107594" sldId="2146847110"/>
            <ac:spMk id="31" creationId="{E2153D01-5F97-AD61-C85E-E54368606199}"/>
          </ac:spMkLst>
        </pc:spChg>
        <pc:picChg chg="add mod">
          <ac:chgData name="Aaron Fung" userId="09a62e1b-a908-44c2-a78c-4509d99436bb" providerId="ADAL" clId="{429FC163-9EF0-4D8D-9DF4-458D67DE4630}" dt="2025-08-04T07:47:04.049" v="1526" actId="1076"/>
          <ac:picMkLst>
            <pc:docMk/>
            <pc:sldMk cId="14107594" sldId="2146847110"/>
            <ac:picMk id="13" creationId="{6A98D200-9CC6-0EAB-524E-E37461DDB845}"/>
          </ac:picMkLst>
        </pc:picChg>
        <pc:picChg chg="add mod">
          <ac:chgData name="Aaron Fung" userId="09a62e1b-a908-44c2-a78c-4509d99436bb" providerId="ADAL" clId="{429FC163-9EF0-4D8D-9DF4-458D67DE4630}" dt="2025-08-04T07:47:04.049" v="1526" actId="1076"/>
          <ac:picMkLst>
            <pc:docMk/>
            <pc:sldMk cId="14107594" sldId="2146847110"/>
            <ac:picMk id="17" creationId="{63AAD38B-273C-ED47-6A0C-BE2B3ADC0039}"/>
          </ac:picMkLst>
        </pc:picChg>
        <pc:picChg chg="add mod">
          <ac:chgData name="Aaron Fung" userId="09a62e1b-a908-44c2-a78c-4509d99436bb" providerId="ADAL" clId="{429FC163-9EF0-4D8D-9DF4-458D67DE4630}" dt="2025-08-04T07:46:48.149" v="1523" actId="1076"/>
          <ac:picMkLst>
            <pc:docMk/>
            <pc:sldMk cId="14107594" sldId="2146847110"/>
            <ac:picMk id="23" creationId="{E30F85ED-B070-6FF9-6FC1-EE4475F3CB64}"/>
          </ac:picMkLst>
        </pc:picChg>
        <pc:cxnChg chg="add mod">
          <ac:chgData name="Aaron Fung" userId="09a62e1b-a908-44c2-a78c-4509d99436bb" providerId="ADAL" clId="{429FC163-9EF0-4D8D-9DF4-458D67DE4630}" dt="2025-08-04T07:46:37.393" v="1516" actId="14100"/>
          <ac:cxnSpMkLst>
            <pc:docMk/>
            <pc:sldMk cId="14107594" sldId="2146847110"/>
            <ac:cxnSpMk id="25" creationId="{06EF2738-B7B4-4EAA-6432-A815FF0BE1B3}"/>
          </ac:cxnSpMkLst>
        </pc:cxnChg>
        <pc:cxnChg chg="add mod">
          <ac:chgData name="Aaron Fung" userId="09a62e1b-a908-44c2-a78c-4509d99436bb" providerId="ADAL" clId="{429FC163-9EF0-4D8D-9DF4-458D67DE4630}" dt="2025-08-04T07:46:44.124" v="1520" actId="14100"/>
          <ac:cxnSpMkLst>
            <pc:docMk/>
            <pc:sldMk cId="14107594" sldId="2146847110"/>
            <ac:cxnSpMk id="26" creationId="{76FA24B7-DAA7-9064-3637-F97115DDC7B3}"/>
          </ac:cxnSpMkLst>
        </pc:cxnChg>
      </pc:sldChg>
      <pc:sldChg chg="addSp delSp modSp add mod setBg">
        <pc:chgData name="Aaron Fung" userId="09a62e1b-a908-44c2-a78c-4509d99436bb" providerId="ADAL" clId="{429FC163-9EF0-4D8D-9DF4-458D67DE4630}" dt="2025-08-04T07:47:57.971" v="1545"/>
        <pc:sldMkLst>
          <pc:docMk/>
          <pc:sldMk cId="205121168" sldId="2146847111"/>
        </pc:sldMkLst>
        <pc:picChg chg="add mod">
          <ac:chgData name="Aaron Fung" userId="09a62e1b-a908-44c2-a78c-4509d99436bb" providerId="ADAL" clId="{429FC163-9EF0-4D8D-9DF4-458D67DE4630}" dt="2025-08-04T07:47:50.147" v="1542" actId="1076"/>
          <ac:picMkLst>
            <pc:docMk/>
            <pc:sldMk cId="205121168" sldId="2146847111"/>
            <ac:picMk id="2" creationId="{86BF6DB7-5746-0351-794D-848CCA288C50}"/>
          </ac:picMkLst>
        </pc:picChg>
        <pc:picChg chg="add mod">
          <ac:chgData name="Aaron Fung" userId="09a62e1b-a908-44c2-a78c-4509d99436bb" providerId="ADAL" clId="{429FC163-9EF0-4D8D-9DF4-458D67DE4630}" dt="2025-08-04T07:47:53.377" v="1544" actId="1076"/>
          <ac:picMkLst>
            <pc:docMk/>
            <pc:sldMk cId="205121168" sldId="2146847111"/>
            <ac:picMk id="4" creationId="{096382C7-8EF1-41DB-A2A2-DA0CE704BF38}"/>
          </ac:picMkLst>
        </pc:picChg>
      </pc:sldChg>
      <pc:sldChg chg="addSp delSp modSp add mod setBg modClrScheme chgLayout">
        <pc:chgData name="Aaron Fung" userId="09a62e1b-a908-44c2-a78c-4509d99436bb" providerId="ADAL" clId="{429FC163-9EF0-4D8D-9DF4-458D67DE4630}" dt="2025-08-04T08:56:55.447" v="2223" actId="13926"/>
        <pc:sldMkLst>
          <pc:docMk/>
          <pc:sldMk cId="3391886109" sldId="2146847112"/>
        </pc:sldMkLst>
        <pc:spChg chg="mod">
          <ac:chgData name="Aaron Fung" userId="09a62e1b-a908-44c2-a78c-4509d99436bb" providerId="ADAL" clId="{429FC163-9EF0-4D8D-9DF4-458D67DE4630}" dt="2025-08-04T07:49:36.509" v="1586" actId="26606"/>
          <ac:spMkLst>
            <pc:docMk/>
            <pc:sldMk cId="3391886109" sldId="2146847112"/>
            <ac:spMk id="3" creationId="{146D4EF6-04AC-838B-9D4D-8202BA0A880D}"/>
          </ac:spMkLst>
        </pc:spChg>
        <pc:spChg chg="add mod">
          <ac:chgData name="Aaron Fung" userId="09a62e1b-a908-44c2-a78c-4509d99436bb" providerId="ADAL" clId="{429FC163-9EF0-4D8D-9DF4-458D67DE4630}" dt="2025-08-04T08:56:55.447" v="2223" actId="13926"/>
          <ac:spMkLst>
            <pc:docMk/>
            <pc:sldMk cId="3391886109" sldId="2146847112"/>
            <ac:spMk id="5" creationId="{669FE038-B0FE-8338-AEEB-B18C8FECA238}"/>
          </ac:spMkLst>
        </pc:spChg>
        <pc:spChg chg="ord">
          <ac:chgData name="Aaron Fung" userId="09a62e1b-a908-44c2-a78c-4509d99436bb" providerId="ADAL" clId="{429FC163-9EF0-4D8D-9DF4-458D67DE4630}" dt="2025-08-04T07:49:36.509" v="1586" actId="26606"/>
          <ac:spMkLst>
            <pc:docMk/>
            <pc:sldMk cId="3391886109" sldId="2146847112"/>
            <ac:spMk id="11" creationId="{0E422063-A775-76B2-F2A0-E95149670B96}"/>
          </ac:spMkLst>
        </pc:spChg>
      </pc:sldChg>
      <pc:sldChg chg="addSp delSp modSp add del mod ord setBg modClrScheme chgLayout">
        <pc:chgData name="Aaron Fung" userId="09a62e1b-a908-44c2-a78c-4509d99436bb" providerId="ADAL" clId="{429FC163-9EF0-4D8D-9DF4-458D67DE4630}" dt="2025-08-04T07:53:01.486" v="1652" actId="47"/>
        <pc:sldMkLst>
          <pc:docMk/>
          <pc:sldMk cId="2778914273" sldId="2146847113"/>
        </pc:sldMkLst>
      </pc:sldChg>
      <pc:sldChg chg="add del setBg">
        <pc:chgData name="Aaron Fung" userId="09a62e1b-a908-44c2-a78c-4509d99436bb" providerId="ADAL" clId="{429FC163-9EF0-4D8D-9DF4-458D67DE4630}" dt="2025-08-04T07:51:33.789" v="1606"/>
        <pc:sldMkLst>
          <pc:docMk/>
          <pc:sldMk cId="3140113533" sldId="2146847114"/>
        </pc:sldMkLst>
      </pc:sldChg>
      <pc:sldChg chg="addSp delSp modSp add mod setBg">
        <pc:chgData name="Aaron Fung" userId="09a62e1b-a908-44c2-a78c-4509d99436bb" providerId="ADAL" clId="{429FC163-9EF0-4D8D-9DF4-458D67DE4630}" dt="2025-08-04T08:18:47.909" v="2221" actId="13926"/>
        <pc:sldMkLst>
          <pc:docMk/>
          <pc:sldMk cId="3151024389" sldId="2146847114"/>
        </pc:sldMkLst>
        <pc:spChg chg="mod">
          <ac:chgData name="Aaron Fung" userId="09a62e1b-a908-44c2-a78c-4509d99436bb" providerId="ADAL" clId="{429FC163-9EF0-4D8D-9DF4-458D67DE4630}" dt="2025-08-04T07:53:18.793" v="1672" actId="20577"/>
          <ac:spMkLst>
            <pc:docMk/>
            <pc:sldMk cId="3151024389" sldId="2146847114"/>
            <ac:spMk id="3" creationId="{7B8FD676-899C-1B9C-AA38-25B4E776B5F1}"/>
          </ac:spMkLst>
        </pc:spChg>
        <pc:spChg chg="add mod">
          <ac:chgData name="Aaron Fung" userId="09a62e1b-a908-44c2-a78c-4509d99436bb" providerId="ADAL" clId="{429FC163-9EF0-4D8D-9DF4-458D67DE4630}" dt="2025-08-04T08:18:47.909" v="2221" actId="13926"/>
          <ac:spMkLst>
            <pc:docMk/>
            <pc:sldMk cId="3151024389" sldId="2146847114"/>
            <ac:spMk id="5" creationId="{1B50E936-0D9F-6ED5-A4B8-571E70B50D3E}"/>
          </ac:spMkLst>
        </pc:spChg>
        <pc:picChg chg="add mod">
          <ac:chgData name="Aaron Fung" userId="09a62e1b-a908-44c2-a78c-4509d99436bb" providerId="ADAL" clId="{429FC163-9EF0-4D8D-9DF4-458D67DE4630}" dt="2025-08-04T07:52:56.060" v="1651"/>
          <ac:picMkLst>
            <pc:docMk/>
            <pc:sldMk cId="3151024389" sldId="2146847114"/>
            <ac:picMk id="6" creationId="{1A3516B9-C8F8-7284-66D6-1C4D00FAB2D0}"/>
          </ac:picMkLst>
        </pc:picChg>
      </pc:sldChg>
      <pc:sldChg chg="modSp add mod setBg">
        <pc:chgData name="Aaron Fung" userId="09a62e1b-a908-44c2-a78c-4509d99436bb" providerId="ADAL" clId="{429FC163-9EF0-4D8D-9DF4-458D67DE4630}" dt="2025-08-04T08:17:17.493" v="2214"/>
        <pc:sldMkLst>
          <pc:docMk/>
          <pc:sldMk cId="3226185946" sldId="2146847115"/>
        </pc:sldMkLst>
        <pc:spChg chg="mod">
          <ac:chgData name="Aaron Fung" userId="09a62e1b-a908-44c2-a78c-4509d99436bb" providerId="ADAL" clId="{429FC163-9EF0-4D8D-9DF4-458D67DE4630}" dt="2025-08-04T08:02:59.688" v="1698" actId="20577"/>
          <ac:spMkLst>
            <pc:docMk/>
            <pc:sldMk cId="3226185946" sldId="2146847115"/>
            <ac:spMk id="3" creationId="{B87B7336-619A-2D28-FEE6-759C0C8A1719}"/>
          </ac:spMkLst>
        </pc:spChg>
        <pc:graphicFrameChg chg="mod modGraphic">
          <ac:chgData name="Aaron Fung" userId="09a62e1b-a908-44c2-a78c-4509d99436bb" providerId="ADAL" clId="{429FC163-9EF0-4D8D-9DF4-458D67DE4630}" dt="2025-08-04T08:17:17.493" v="2214"/>
          <ac:graphicFrameMkLst>
            <pc:docMk/>
            <pc:sldMk cId="3226185946" sldId="2146847115"/>
            <ac:graphicFrameMk id="7" creationId="{D59ACDCE-439C-680F-E745-114EBDDA9F11}"/>
          </ac:graphicFrameMkLst>
        </pc:graphicFrameChg>
      </pc:sldChg>
      <pc:sldChg chg="addSp delSp modSp add mod setBg modAnim">
        <pc:chgData name="Aaron Fung" userId="09a62e1b-a908-44c2-a78c-4509d99436bb" providerId="ADAL" clId="{429FC163-9EF0-4D8D-9DF4-458D67DE4630}" dt="2025-08-04T09:04:58.084" v="2491" actId="1076"/>
        <pc:sldMkLst>
          <pc:docMk/>
          <pc:sldMk cId="45240106" sldId="2146847116"/>
        </pc:sldMkLst>
        <pc:spChg chg="mod">
          <ac:chgData name="Aaron Fung" userId="09a62e1b-a908-44c2-a78c-4509d99436bb" providerId="ADAL" clId="{429FC163-9EF0-4D8D-9DF4-458D67DE4630}" dt="2025-08-04T09:01:25.700" v="2373" actId="20577"/>
          <ac:spMkLst>
            <pc:docMk/>
            <pc:sldMk cId="45240106" sldId="2146847116"/>
            <ac:spMk id="3" creationId="{129C30E2-9EC2-C8CC-EBF6-299AB868CE63}"/>
          </ac:spMkLst>
        </pc:spChg>
        <pc:spChg chg="mod">
          <ac:chgData name="Aaron Fung" userId="09a62e1b-a908-44c2-a78c-4509d99436bb" providerId="ADAL" clId="{429FC163-9EF0-4D8D-9DF4-458D67DE4630}" dt="2025-08-04T08:58:58.160" v="2324"/>
          <ac:spMkLst>
            <pc:docMk/>
            <pc:sldMk cId="45240106" sldId="2146847116"/>
            <ac:spMk id="5" creationId="{C8DC1BFC-D25C-9745-FB94-25D63D85040B}"/>
          </ac:spMkLst>
        </pc:spChg>
        <pc:spChg chg="mod">
          <ac:chgData name="Aaron Fung" userId="09a62e1b-a908-44c2-a78c-4509d99436bb" providerId="ADAL" clId="{429FC163-9EF0-4D8D-9DF4-458D67DE4630}" dt="2025-08-04T09:01:08.574" v="2341"/>
          <ac:spMkLst>
            <pc:docMk/>
            <pc:sldMk cId="45240106" sldId="2146847116"/>
            <ac:spMk id="6" creationId="{F05CB343-F2F4-F179-CF80-0F67EBC4F76A}"/>
          </ac:spMkLst>
        </pc:spChg>
        <pc:spChg chg="mod">
          <ac:chgData name="Aaron Fung" userId="09a62e1b-a908-44c2-a78c-4509d99436bb" providerId="ADAL" clId="{429FC163-9EF0-4D8D-9DF4-458D67DE4630}" dt="2025-08-04T09:02:15.312" v="2404" actId="20577"/>
          <ac:spMkLst>
            <pc:docMk/>
            <pc:sldMk cId="45240106" sldId="2146847116"/>
            <ac:spMk id="30" creationId="{502FA21C-BB58-FED3-3DD5-AD4480C539F9}"/>
          </ac:spMkLst>
        </pc:spChg>
        <pc:spChg chg="mod">
          <ac:chgData name="Aaron Fung" userId="09a62e1b-a908-44c2-a78c-4509d99436bb" providerId="ADAL" clId="{429FC163-9EF0-4D8D-9DF4-458D67DE4630}" dt="2025-08-04T09:04:34.133" v="2483" actId="20577"/>
          <ac:spMkLst>
            <pc:docMk/>
            <pc:sldMk cId="45240106" sldId="2146847116"/>
            <ac:spMk id="31" creationId="{779D33A6-C63E-A49E-0527-930132D70505}"/>
          </ac:spMkLst>
        </pc:spChg>
        <pc:picChg chg="add mod">
          <ac:chgData name="Aaron Fung" userId="09a62e1b-a908-44c2-a78c-4509d99436bb" providerId="ADAL" clId="{429FC163-9EF0-4D8D-9DF4-458D67DE4630}" dt="2025-08-04T09:01:55.616" v="2380" actId="1076"/>
          <ac:picMkLst>
            <pc:docMk/>
            <pc:sldMk cId="45240106" sldId="2146847116"/>
            <ac:picMk id="7" creationId="{7D6BF022-00A1-A92F-AA46-1F6273ED4858}"/>
          </ac:picMkLst>
        </pc:picChg>
        <pc:picChg chg="add mod">
          <ac:chgData name="Aaron Fung" userId="09a62e1b-a908-44c2-a78c-4509d99436bb" providerId="ADAL" clId="{429FC163-9EF0-4D8D-9DF4-458D67DE4630}" dt="2025-08-04T09:01:52.841" v="2379" actId="1076"/>
          <ac:picMkLst>
            <pc:docMk/>
            <pc:sldMk cId="45240106" sldId="2146847116"/>
            <ac:picMk id="11" creationId="{0DE3DCCF-077B-286F-4670-09CF37C680CF}"/>
          </ac:picMkLst>
        </pc:picChg>
        <pc:picChg chg="add mod">
          <ac:chgData name="Aaron Fung" userId="09a62e1b-a908-44c2-a78c-4509d99436bb" providerId="ADAL" clId="{429FC163-9EF0-4D8D-9DF4-458D67DE4630}" dt="2025-08-04T09:03:35.065" v="2429" actId="1076"/>
          <ac:picMkLst>
            <pc:docMk/>
            <pc:sldMk cId="45240106" sldId="2146847116"/>
            <ac:picMk id="13" creationId="{F3D1B378-5C88-FBCD-0EC7-8A39C777C2B1}"/>
          </ac:picMkLst>
        </pc:picChg>
        <pc:picChg chg="add mod">
          <ac:chgData name="Aaron Fung" userId="09a62e1b-a908-44c2-a78c-4509d99436bb" providerId="ADAL" clId="{429FC163-9EF0-4D8D-9DF4-458D67DE4630}" dt="2025-08-04T09:03:37.219" v="2430" actId="14100"/>
          <ac:picMkLst>
            <pc:docMk/>
            <pc:sldMk cId="45240106" sldId="2146847116"/>
            <ac:picMk id="15" creationId="{118EBFC4-480D-6D4E-E4CF-3F470FB6F694}"/>
          </ac:picMkLst>
        </pc:picChg>
        <pc:picChg chg="add mod">
          <ac:chgData name="Aaron Fung" userId="09a62e1b-a908-44c2-a78c-4509d99436bb" providerId="ADAL" clId="{429FC163-9EF0-4D8D-9DF4-458D67DE4630}" dt="2025-08-04T09:04:58.084" v="2491" actId="1076"/>
          <ac:picMkLst>
            <pc:docMk/>
            <pc:sldMk cId="45240106" sldId="2146847116"/>
            <ac:picMk id="18" creationId="{6DEF0706-0B23-0717-9B45-0EBAC11E7AA3}"/>
          </ac:picMkLst>
        </pc:picChg>
        <pc:picChg chg="add mod">
          <ac:chgData name="Aaron Fung" userId="09a62e1b-a908-44c2-a78c-4509d99436bb" providerId="ADAL" clId="{429FC163-9EF0-4D8D-9DF4-458D67DE4630}" dt="2025-08-04T09:03:32.256" v="2428" actId="14100"/>
          <ac:picMkLst>
            <pc:docMk/>
            <pc:sldMk cId="45240106" sldId="2146847116"/>
            <ac:picMk id="3074" creationId="{969E1984-B5BD-54CB-55F7-BB95738A1E95}"/>
          </ac:picMkLst>
        </pc:picChg>
        <pc:picChg chg="add mod">
          <ac:chgData name="Aaron Fung" userId="09a62e1b-a908-44c2-a78c-4509d99436bb" providerId="ADAL" clId="{429FC163-9EF0-4D8D-9DF4-458D67DE4630}" dt="2025-08-04T09:04:56.557" v="2490" actId="1076"/>
          <ac:picMkLst>
            <pc:docMk/>
            <pc:sldMk cId="45240106" sldId="2146847116"/>
            <ac:picMk id="3076" creationId="{546FC298-D2BE-9AD2-65AC-FF30ABCF5FA1}"/>
          </ac:picMkLst>
        </pc:picChg>
      </pc:sldChg>
      <pc:sldChg chg="addSp delSp modSp add mod setBg modAnim">
        <pc:chgData name="Aaron Fung" userId="09a62e1b-a908-44c2-a78c-4509d99436bb" providerId="ADAL" clId="{429FC163-9EF0-4D8D-9DF4-458D67DE4630}" dt="2025-08-04T09:13:53.119" v="2607" actId="1076"/>
        <pc:sldMkLst>
          <pc:docMk/>
          <pc:sldMk cId="1005582346" sldId="2146847117"/>
        </pc:sldMkLst>
        <pc:spChg chg="mod">
          <ac:chgData name="Aaron Fung" userId="09a62e1b-a908-44c2-a78c-4509d99436bb" providerId="ADAL" clId="{429FC163-9EF0-4D8D-9DF4-458D67DE4630}" dt="2025-08-04T09:08:01.270" v="2506" actId="14100"/>
          <ac:spMkLst>
            <pc:docMk/>
            <pc:sldMk cId="1005582346" sldId="2146847117"/>
            <ac:spMk id="3" creationId="{D70587C0-E669-5380-ED67-DEFB79111949}"/>
          </ac:spMkLst>
        </pc:spChg>
        <pc:spChg chg="mod">
          <ac:chgData name="Aaron Fung" userId="09a62e1b-a908-44c2-a78c-4509d99436bb" providerId="ADAL" clId="{429FC163-9EF0-4D8D-9DF4-458D67DE4630}" dt="2025-08-04T09:08:46.903" v="2513" actId="14100"/>
          <ac:spMkLst>
            <pc:docMk/>
            <pc:sldMk cId="1005582346" sldId="2146847117"/>
            <ac:spMk id="5" creationId="{7139363E-5838-63F1-6094-B20B9732B600}"/>
          </ac:spMkLst>
        </pc:spChg>
        <pc:spChg chg="mod">
          <ac:chgData name="Aaron Fung" userId="09a62e1b-a908-44c2-a78c-4509d99436bb" providerId="ADAL" clId="{429FC163-9EF0-4D8D-9DF4-458D67DE4630}" dt="2025-08-04T09:11:14.332" v="2559" actId="2711"/>
          <ac:spMkLst>
            <pc:docMk/>
            <pc:sldMk cId="1005582346" sldId="2146847117"/>
            <ac:spMk id="6" creationId="{839EC3B1-F48D-9CCE-F59F-9D4A40D62C33}"/>
          </ac:spMkLst>
        </pc:spChg>
        <pc:spChg chg="add mod">
          <ac:chgData name="Aaron Fung" userId="09a62e1b-a908-44c2-a78c-4509d99436bb" providerId="ADAL" clId="{429FC163-9EF0-4D8D-9DF4-458D67DE4630}" dt="2025-08-04T09:13:35.597" v="2604" actId="20577"/>
          <ac:spMkLst>
            <pc:docMk/>
            <pc:sldMk cId="1005582346" sldId="2146847117"/>
            <ac:spMk id="18" creationId="{E8560962-3C44-E13D-E114-31DEFDAEF297}"/>
          </ac:spMkLst>
        </pc:spChg>
        <pc:picChg chg="add mod">
          <ac:chgData name="Aaron Fung" userId="09a62e1b-a908-44c2-a78c-4509d99436bb" providerId="ADAL" clId="{429FC163-9EF0-4D8D-9DF4-458D67DE4630}" dt="2025-08-04T09:10:39.151" v="2549" actId="1076"/>
          <ac:picMkLst>
            <pc:docMk/>
            <pc:sldMk cId="1005582346" sldId="2146847117"/>
            <ac:picMk id="13" creationId="{3DE23692-E6C6-B5FD-710F-E004E5123832}"/>
          </ac:picMkLst>
        </pc:picChg>
        <pc:picChg chg="add mod">
          <ac:chgData name="Aaron Fung" userId="09a62e1b-a908-44c2-a78c-4509d99436bb" providerId="ADAL" clId="{429FC163-9EF0-4D8D-9DF4-458D67DE4630}" dt="2025-08-04T09:11:44.374" v="2563" actId="14100"/>
          <ac:picMkLst>
            <pc:docMk/>
            <pc:sldMk cId="1005582346" sldId="2146847117"/>
            <ac:picMk id="15" creationId="{B6B3DC7C-1C86-F33F-EE94-6D4A76DC8C7D}"/>
          </ac:picMkLst>
        </pc:picChg>
        <pc:picChg chg="add mod">
          <ac:chgData name="Aaron Fung" userId="09a62e1b-a908-44c2-a78c-4509d99436bb" providerId="ADAL" clId="{429FC163-9EF0-4D8D-9DF4-458D67DE4630}" dt="2025-08-04T09:12:12.554" v="2568" actId="1076"/>
          <ac:picMkLst>
            <pc:docMk/>
            <pc:sldMk cId="1005582346" sldId="2146847117"/>
            <ac:picMk id="17" creationId="{A4EFEC1E-5627-C85B-F099-32835285101E}"/>
          </ac:picMkLst>
        </pc:picChg>
        <pc:picChg chg="add mod">
          <ac:chgData name="Aaron Fung" userId="09a62e1b-a908-44c2-a78c-4509d99436bb" providerId="ADAL" clId="{429FC163-9EF0-4D8D-9DF4-458D67DE4630}" dt="2025-08-04T09:13:53.119" v="2607" actId="1076"/>
          <ac:picMkLst>
            <pc:docMk/>
            <pc:sldMk cId="1005582346" sldId="2146847117"/>
            <ac:picMk id="21" creationId="{67559D7F-A04B-8BA0-CF6A-BE6A659DFA4C}"/>
          </ac:picMkLst>
        </pc:picChg>
        <pc:picChg chg="add mod">
          <ac:chgData name="Aaron Fung" userId="09a62e1b-a908-44c2-a78c-4509d99436bb" providerId="ADAL" clId="{429FC163-9EF0-4D8D-9DF4-458D67DE4630}" dt="2025-08-04T09:10:39.151" v="2549" actId="1076"/>
          <ac:picMkLst>
            <pc:docMk/>
            <pc:sldMk cId="1005582346" sldId="2146847117"/>
            <ac:picMk id="4100" creationId="{25F8C13A-D426-B515-B110-3F55EE56E6A2}"/>
          </ac:picMkLst>
        </pc:picChg>
        <pc:picChg chg="add mod">
          <ac:chgData name="Aaron Fung" userId="09a62e1b-a908-44c2-a78c-4509d99436bb" providerId="ADAL" clId="{429FC163-9EF0-4D8D-9DF4-458D67DE4630}" dt="2025-08-04T09:10:39.151" v="2549" actId="1076"/>
          <ac:picMkLst>
            <pc:docMk/>
            <pc:sldMk cId="1005582346" sldId="2146847117"/>
            <ac:picMk id="4106" creationId="{86FE9014-09C5-9CFD-29DB-06F574DA8378}"/>
          </ac:picMkLst>
        </pc:picChg>
        <pc:picChg chg="add mod">
          <ac:chgData name="Aaron Fung" userId="09a62e1b-a908-44c2-a78c-4509d99436bb" providerId="ADAL" clId="{429FC163-9EF0-4D8D-9DF4-458D67DE4630}" dt="2025-08-04T09:10:39.151" v="2549" actId="1076"/>
          <ac:picMkLst>
            <pc:docMk/>
            <pc:sldMk cId="1005582346" sldId="2146847117"/>
            <ac:picMk id="4108" creationId="{2E8AC7EF-30F1-2ABE-D075-068F9BE85E44}"/>
          </ac:picMkLst>
        </pc:picChg>
      </pc:sldChg>
    </pc:docChg>
  </pc:docChgLst>
</pc:chgInfo>
</file>

<file path=ppt/diagrams/colors1.xml><?xml version="1.0" encoding="utf-8"?>
<dgm:colorsDef xmlns:dgm="http://schemas.openxmlformats.org/drawingml/2006/diagram" xmlns:a="http://schemas.openxmlformats.org/drawingml/2006/main" uniqueId="urn:microsoft.com/office/officeart/2005/8/colors/colorful4">
  <dgm:title val=""/>
  <dgm:desc val=""/>
  <dgm:catLst>
    <dgm:cat type="colorful" pri="10400"/>
  </dgm:catLst>
  <dgm:styleLbl name="node0">
    <dgm:fillClrLst meth="repeat">
      <a:schemeClr val="accent3"/>
    </dgm:fillClrLst>
    <dgm:linClrLst meth="repeat">
      <a:schemeClr val="lt1"/>
    </dgm:linClrLst>
    <dgm:effectClrLst/>
    <dgm:txLinClrLst/>
    <dgm:txFillClrLst/>
    <dgm:txEffectClrLst/>
  </dgm:styleLbl>
  <dgm:styleLbl name="node1">
    <dgm:fillClrLst>
      <a:schemeClr val="accent4"/>
      <a:schemeClr val="accent5"/>
    </dgm:fillClrLst>
    <dgm:linClrLst meth="repeat">
      <a:schemeClr val="lt1"/>
    </dgm:linClrLst>
    <dgm:effectClrLst/>
    <dgm:txLinClrLst/>
    <dgm:txFillClrLst/>
    <dgm:txEffectClrLst/>
  </dgm:styleLbl>
  <dgm:styleLbl name="alignNode1">
    <dgm:fillClrLst>
      <a:schemeClr val="accent4"/>
      <a:schemeClr val="accent5"/>
    </dgm:fillClrLst>
    <dgm:linClrLst>
      <a:schemeClr val="accent4"/>
      <a:schemeClr val="accent5"/>
    </dgm:linClrLst>
    <dgm:effectClrLst/>
    <dgm:txLinClrLst/>
    <dgm:txFillClrLst/>
    <dgm:txEffectClrLst/>
  </dgm:styleLbl>
  <dgm:styleLbl name="lnNode1">
    <dgm:fillClrLst>
      <a:schemeClr val="accent4"/>
      <a:schemeClr val="accent5"/>
    </dgm:fillClrLst>
    <dgm:linClrLst meth="repeat">
      <a:schemeClr val="lt1"/>
    </dgm:linClrLst>
    <dgm:effectClrLst/>
    <dgm:txLinClrLst/>
    <dgm:txFillClrLst/>
    <dgm:txEffectClrLst/>
  </dgm:styleLbl>
  <dgm:styleLbl name="vennNode1">
    <dgm:fillClrLst>
      <a:schemeClr val="accent4">
        <a:alpha val="50000"/>
      </a:schemeClr>
      <a:schemeClr val="accent5">
        <a:alpha val="50000"/>
      </a:schemeClr>
    </dgm:fillClrLst>
    <dgm:linClrLst meth="repeat">
      <a:schemeClr val="lt1"/>
    </dgm:linClrLst>
    <dgm:effectClrLst/>
    <dgm:txLinClrLst/>
    <dgm:txFillClrLst/>
    <dgm:txEffectClrLst/>
  </dgm:styleLbl>
  <dgm:styleLbl name="node2">
    <dgm:fillClrLst>
      <a:schemeClr val="accent5"/>
    </dgm:fillClrLst>
    <dgm:linClrLst meth="repeat">
      <a:schemeClr val="lt1"/>
    </dgm:linClrLst>
    <dgm:effectClrLst/>
    <dgm:txLinClrLst/>
    <dgm:txFillClrLst/>
    <dgm:txEffectClrLst/>
  </dgm:styleLbl>
  <dgm:styleLbl name="node3">
    <dgm:fillClrLst>
      <a:schemeClr val="accent6"/>
    </dgm:fillClrLst>
    <dgm:linClrLst meth="repeat">
      <a:schemeClr val="lt1"/>
    </dgm:linClrLst>
    <dgm:effectClrLst/>
    <dgm:txLinClrLst/>
    <dgm:txFillClrLst/>
    <dgm:txEffectClrLst/>
  </dgm:styleLbl>
  <dgm:styleLbl name="node4">
    <dgm:fillClrLst>
      <a:schemeClr val="accent1"/>
    </dgm:fillClrLst>
    <dgm:linClrLst meth="repeat">
      <a:schemeClr val="lt1"/>
    </dgm:linClrLst>
    <dgm:effectClrLst/>
    <dgm:txLinClrLst/>
    <dgm:txFillClrLst/>
    <dgm:txEffectClrLst/>
  </dgm:styleLbl>
  <dgm:styleLbl name="fgImgPlace1">
    <dgm:fillClrLst>
      <a:schemeClr val="accent4">
        <a:tint val="50000"/>
      </a:schemeClr>
      <a:schemeClr val="accent5">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4">
        <a:tint val="50000"/>
      </a:schemeClr>
      <a:schemeClr val="accent5">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4"/>
      <a:schemeClr val="accent5"/>
    </dgm:fillClrLst>
    <dgm:linClrLst meth="repeat">
      <a:schemeClr val="lt1"/>
    </dgm:linClrLst>
    <dgm:effectClrLst/>
    <dgm:txLinClrLst/>
    <dgm:txFillClrLst/>
    <dgm:txEffectClrLst/>
  </dgm:styleLbl>
  <dgm:styleLbl name="fgSibTrans2D1">
    <dgm:fillClrLst>
      <a:schemeClr val="accent4"/>
      <a:schemeClr val="accent5"/>
    </dgm:fillClrLst>
    <dgm:linClrLst meth="repeat">
      <a:schemeClr val="lt1"/>
    </dgm:linClrLst>
    <dgm:effectClrLst/>
    <dgm:txLinClrLst/>
    <dgm:txFillClrLst meth="repeat">
      <a:schemeClr val="lt1"/>
    </dgm:txFillClrLst>
    <dgm:txEffectClrLst/>
  </dgm:styleLbl>
  <dgm:styleLbl name="bgSibTrans2D1">
    <dgm:fillClrLst>
      <a:schemeClr val="accent4"/>
      <a:schemeClr val="accent5"/>
    </dgm:fillClrLst>
    <dgm:linClrLst meth="repeat">
      <a:schemeClr val="lt1"/>
    </dgm:linClrLst>
    <dgm:effectClrLst/>
    <dgm:txLinClrLst/>
    <dgm:txFillClrLst meth="repeat">
      <a:schemeClr val="lt1"/>
    </dgm:txFillClrLst>
    <dgm:txEffectClrLst/>
  </dgm:styleLbl>
  <dgm:styleLbl name="sibTrans1D1">
    <dgm:fillClrLst/>
    <dgm:linClrLst>
      <a:schemeClr val="accent4"/>
      <a:schemeClr val="accent5"/>
    </dgm:linClrLst>
    <dgm:effectClrLst/>
    <dgm:txLinClrLst/>
    <dgm:txFillClrLst meth="repeat">
      <a:schemeClr val="tx1"/>
    </dgm:txFillClrLst>
    <dgm:txEffectClrLst/>
  </dgm:styleLbl>
  <dgm:styleLbl name="callout">
    <dgm:fillClrLst meth="repeat">
      <a:schemeClr val="accent4"/>
    </dgm:fillClrLst>
    <dgm:linClrLst meth="repeat">
      <a:schemeClr val="accent4">
        <a:tint val="50000"/>
      </a:schemeClr>
    </dgm:linClrLst>
    <dgm:effectClrLst/>
    <dgm:txLinClrLst/>
    <dgm:txFillClrLst meth="repeat">
      <a:schemeClr val="tx1"/>
    </dgm:txFillClrLst>
    <dgm:txEffectClrLst/>
  </dgm:styleLbl>
  <dgm:styleLbl name="asst0">
    <dgm:fillClrLst meth="repeat">
      <a:schemeClr val="accent4"/>
    </dgm:fillClrLst>
    <dgm:linClrLst meth="repeat">
      <a:schemeClr val="lt1">
        <a:shade val="80000"/>
      </a:schemeClr>
    </dgm:linClrLst>
    <dgm:effectClrLst/>
    <dgm:txLinClrLst/>
    <dgm:txFillClrLst/>
    <dgm:txEffectClrLst/>
  </dgm:styleLbl>
  <dgm:styleLbl name="asst1">
    <dgm:fillClrLst meth="repeat">
      <a:schemeClr val="accent5"/>
    </dgm:fillClrLst>
    <dgm:linClrLst meth="repeat">
      <a:schemeClr val="lt1">
        <a:shade val="80000"/>
      </a:schemeClr>
    </dgm:linClrLst>
    <dgm:effectClrLst/>
    <dgm:txLinClrLst/>
    <dgm:txFillClrLst/>
    <dgm:txEffectClrLst/>
  </dgm:styleLbl>
  <dgm:styleLbl name="asst2">
    <dgm:fillClrLst>
      <a:schemeClr val="accent6"/>
    </dgm:fillClrLst>
    <dgm:linClrLst meth="repeat">
      <a:schemeClr val="lt1"/>
    </dgm:linClrLst>
    <dgm:effectClrLst/>
    <dgm:txLinClrLst/>
    <dgm:txFillClrLst/>
    <dgm:txEffectClrLst/>
  </dgm:styleLbl>
  <dgm:styleLbl name="asst3">
    <dgm:fillClrLst>
      <a:schemeClr val="accent1"/>
    </dgm:fillClrLst>
    <dgm:linClrLst meth="repeat">
      <a:schemeClr val="lt1"/>
    </dgm:linClrLst>
    <dgm:effectClrLst/>
    <dgm:txLinClrLst/>
    <dgm:txFillClrLst/>
    <dgm:txEffectClrLst/>
  </dgm:styleLbl>
  <dgm:styleLbl name="asst4">
    <dgm:fillClrLst>
      <a:schemeClr val="accent2"/>
    </dgm:fillClrLst>
    <dgm:linClrLst meth="repeat">
      <a:schemeClr val="lt1"/>
    </dgm:linClrLst>
    <dgm:effectClrLst/>
    <dgm:txLinClrLst/>
    <dgm:txFillClrLst/>
    <dgm:txEffectClrLst/>
  </dgm:styleLbl>
  <dgm:styleLbl name="parChTrans2D1">
    <dgm:fillClrLst meth="repeat">
      <a:schemeClr val="accent4"/>
    </dgm:fillClrLst>
    <dgm:linClrLst meth="repeat">
      <a:schemeClr val="lt1"/>
    </dgm:linClrLst>
    <dgm:effectClrLst/>
    <dgm:txLinClrLst/>
    <dgm:txFillClrLst meth="repeat">
      <a:schemeClr val="lt1"/>
    </dgm:txFillClrLst>
    <dgm:txEffectClrLst/>
  </dgm:styleLbl>
  <dgm:styleLbl name="parChTrans2D2">
    <dgm:fillClrLst meth="repeat">
      <a:schemeClr val="accent5"/>
    </dgm:fillClrLst>
    <dgm:linClrLst meth="repeat">
      <a:schemeClr val="lt1"/>
    </dgm:linClrLst>
    <dgm:effectClrLst/>
    <dgm:txLinClrLst/>
    <dgm:txFillClrLst/>
    <dgm:txEffectClrLst/>
  </dgm:styleLbl>
  <dgm:styleLbl name="parChTrans2D3">
    <dgm:fillClrLst meth="repeat">
      <a:schemeClr val="accent5"/>
    </dgm:fillClrLst>
    <dgm:linClrLst meth="repeat">
      <a:schemeClr val="lt1"/>
    </dgm:linClrLst>
    <dgm:effectClrLst/>
    <dgm:txLinClrLst/>
    <dgm:txFillClrLst/>
    <dgm:txEffectClrLst/>
  </dgm:styleLbl>
  <dgm:styleLbl name="parChTrans2D4">
    <dgm:fillClrLst meth="repeat">
      <a:schemeClr val="accent6"/>
    </dgm:fillClrLst>
    <dgm:linClrLst meth="repeat">
      <a:schemeClr val="lt1"/>
    </dgm:linClrLst>
    <dgm:effectClrLst/>
    <dgm:txLinClrLst/>
    <dgm:txFillClrLst meth="repeat">
      <a:schemeClr val="lt1"/>
    </dgm:txFillClrLst>
    <dgm:txEffectClrLst/>
  </dgm:styleLbl>
  <dgm:styleLbl name="parChTrans1D1">
    <dgm:fillClrLst meth="repeat">
      <a:schemeClr val="accent4"/>
    </dgm:fillClrLst>
    <dgm:linClrLst meth="repeat">
      <a:schemeClr val="accent4"/>
    </dgm:linClrLst>
    <dgm:effectClrLst/>
    <dgm:txLinClrLst/>
    <dgm:txFillClrLst meth="repeat">
      <a:schemeClr val="tx1"/>
    </dgm:txFillClrLst>
    <dgm:txEffectClrLst/>
  </dgm:styleLbl>
  <dgm:styleLbl name="parChTrans1D2">
    <dgm:fillClrLst meth="repeat">
      <a:schemeClr val="accent4">
        <a:tint val="90000"/>
      </a:schemeClr>
    </dgm:fillClrLst>
    <dgm:linClrLst meth="repeat">
      <a:schemeClr val="accent5"/>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6"/>
    </dgm:linClrLst>
    <dgm:effectClrLst/>
    <dgm:txLinClrLst/>
    <dgm:txFillClrLst meth="repeat">
      <a:schemeClr val="tx1"/>
    </dgm:txFillClrLst>
    <dgm:txEffectClrLst/>
  </dgm:styleLbl>
  <dgm:styleLbl name="parChTrans1D4">
    <dgm:fillClrLst meth="repeat">
      <a:schemeClr val="accent4">
        <a:tint val="50000"/>
      </a:schemeClr>
    </dgm:fillClrLst>
    <dgm:linClrLst meth="repeat">
      <a:schemeClr val="accent1"/>
    </dgm:linClrLst>
    <dgm:effectClrLst/>
    <dgm:txLinClrLst/>
    <dgm:txFillClrLst meth="repeat">
      <a:schemeClr val="tx1"/>
    </dgm:txFillClrLst>
    <dgm:txEffectClrLst/>
  </dgm:styleLbl>
  <dgm:styleLbl name="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conF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align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4"/>
    </dgm:linClrLst>
    <dgm:effectClrLst/>
    <dgm:txLinClrLst/>
    <dgm:txFillClrLst meth="repeat">
      <a:schemeClr val="dk1"/>
    </dgm:txFillClrLst>
    <dgm:txEffectClrLst/>
  </dgm:styleLbl>
  <dgm:styleLbl name="bgAcc1">
    <dgm:fillClrLst meth="repeat">
      <a:schemeClr val="lt1">
        <a:alpha val="90000"/>
      </a:schemeClr>
    </dgm:fillClrLst>
    <dgm:linClrLst>
      <a:schemeClr val="accent4"/>
      <a:schemeClr val="accent5"/>
    </dgm:linClrLst>
    <dgm:effectClrLst/>
    <dgm:txLinClrLst/>
    <dgm:txFillClrLst meth="repeat">
      <a:schemeClr val="dk1"/>
    </dgm:txFillClrLst>
    <dgm:txEffectClrLst/>
  </dgm:styleLbl>
  <dgm:styleLbl name="solidFgAcc1">
    <dgm:fillClrLst meth="repeat">
      <a:schemeClr val="lt1"/>
    </dgm:fillClrLst>
    <dgm:linClrLst>
      <a:schemeClr val="accent4"/>
      <a:schemeClr val="accent5"/>
    </dgm:linClrLst>
    <dgm:effectClrLst/>
    <dgm:txLinClrLst/>
    <dgm:txFillClrLst meth="repeat">
      <a:schemeClr val="dk1"/>
    </dgm:txFillClrLst>
    <dgm:txEffectClrLst/>
  </dgm:styleLbl>
  <dgm:styleLbl name="solidAlignAcc1">
    <dgm:fillClrLst meth="repeat">
      <a:schemeClr val="lt1"/>
    </dgm:fillClrLst>
    <dgm:linClrLst>
      <a:schemeClr val="accent4"/>
      <a:schemeClr val="accent5"/>
    </dgm:linClrLst>
    <dgm:effectClrLst/>
    <dgm:txLinClrLst/>
    <dgm:txFillClrLst meth="repeat">
      <a:schemeClr val="dk1"/>
    </dgm:txFillClrLst>
    <dgm:txEffectClrLst/>
  </dgm:styleLbl>
  <dgm:styleLbl name="solidBgAcc1">
    <dgm:fillClrLst meth="repeat">
      <a:schemeClr val="lt1"/>
    </dgm:fillClrLst>
    <dgm:linClrLst>
      <a:schemeClr val="accent4"/>
      <a:schemeClr val="accent5"/>
    </dgm:linClrLst>
    <dgm:effectClrLst/>
    <dgm:txLinClrLst/>
    <dgm:txFillClrLst meth="repeat">
      <a:schemeClr val="dk1"/>
    </dgm:txFillClrLst>
    <dgm:txEffectClrLst/>
  </dgm:styleLbl>
  <dgm:styleLbl name="f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bgAccFollowNode1">
    <dgm:fillClrLst>
      <a:schemeClr val="accent4">
        <a:tint val="40000"/>
        <a:alpha val="90000"/>
      </a:schemeClr>
      <a:schemeClr val="accent5">
        <a:tint val="40000"/>
        <a:alpha val="90000"/>
      </a:schemeClr>
    </dgm:fillClrLst>
    <dgm:linClrLst>
      <a:schemeClr val="accent4">
        <a:tint val="40000"/>
        <a:alpha val="90000"/>
      </a:schemeClr>
      <a:schemeClr val="accent5">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3"/>
    </dgm:linClrLst>
    <dgm:effectClrLst/>
    <dgm:txLinClrLst/>
    <dgm:txFillClrLst meth="repeat">
      <a:schemeClr val="dk1"/>
    </dgm:txFillClrLst>
    <dgm:txEffectClrLst/>
  </dgm:styleLbl>
  <dgm:styleLbl name="fgAcc2">
    <dgm:fillClrLst meth="repeat">
      <a:schemeClr val="lt1">
        <a:alpha val="90000"/>
      </a:schemeClr>
    </dgm:fillClrLst>
    <dgm:linClrLst>
      <a:schemeClr val="accent5"/>
    </dgm:linClrLst>
    <dgm:effectClrLst/>
    <dgm:txLinClrLst/>
    <dgm:txFillClrLst meth="repeat">
      <a:schemeClr val="dk1"/>
    </dgm:txFillClrLst>
    <dgm:txEffectClrLst/>
  </dgm:styleLbl>
  <dgm:styleLbl name="fgAcc3">
    <dgm:fillClrLst meth="repeat">
      <a:schemeClr val="lt1">
        <a:alpha val="90000"/>
      </a:schemeClr>
    </dgm:fillClrLst>
    <dgm:linClrLst>
      <a:schemeClr val="accent6"/>
    </dgm:linClrLst>
    <dgm:effectClrLst/>
    <dgm:txLinClrLst/>
    <dgm:txFillClrLst meth="repeat">
      <a:schemeClr val="dk1"/>
    </dgm:txFillClrLst>
    <dgm:txEffectClrLst/>
  </dgm:styleLbl>
  <dgm:styleLbl name="fgAcc4">
    <dgm:fillClrLst meth="repeat">
      <a:schemeClr val="lt1">
        <a:alpha val="90000"/>
      </a:schemeClr>
    </dgm:fillClrLst>
    <dgm:linClrLst>
      <a:schemeClr val="accent1"/>
    </dgm:linClrLst>
    <dgm:effectClrLst/>
    <dgm:txLinClrLst/>
    <dgm:txFillClrLst meth="repeat">
      <a:schemeClr val="dk1"/>
    </dgm:txFillClrLst>
    <dgm:txEffectClrLst/>
  </dgm:styleLbl>
  <dgm:styleLbl name="bgShp">
    <dgm:fillClrLst meth="repeat">
      <a:schemeClr val="accent4">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4">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4">
        <a:tint val="50000"/>
        <a:alpha val="40000"/>
      </a:schemeClr>
    </dgm:fillClrLst>
    <dgm:linClrLst meth="repeat">
      <a:schemeClr val="accent4"/>
    </dgm:linClrLst>
    <dgm:effectClrLst/>
    <dgm:txLinClrLst/>
    <dgm:txFillClrLst meth="repeat">
      <a:schemeClr val="lt1"/>
    </dgm:txFillClrLst>
    <dgm:txEffectClrLst/>
  </dgm:styleLbl>
  <dgm:styleLbl name="fgShp">
    <dgm:fillClrLst meth="repeat">
      <a:schemeClr val="accent4">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91791317-BF84-4485-8389-0066A45798E4}" type="doc">
      <dgm:prSet loTypeId="urn:microsoft.com/office/officeart/2005/8/layout/cycle4" loCatId="relationship" qsTypeId="urn:microsoft.com/office/officeart/2005/8/quickstyle/simple1" qsCatId="simple" csTypeId="urn:microsoft.com/office/officeart/2005/8/colors/colorful4" csCatId="colorful" phldr="1"/>
      <dgm:spPr/>
      <dgm:t>
        <a:bodyPr/>
        <a:lstStyle/>
        <a:p>
          <a:endParaRPr lang="en-US"/>
        </a:p>
      </dgm:t>
    </dgm:pt>
    <dgm:pt modelId="{BB26EE3F-3DB0-43E0-A1F6-43B3A658B726}">
      <dgm:prSet phldrT="[Text]"/>
      <dgm:spPr>
        <a:solidFill>
          <a:srgbClr val="F5821F"/>
        </a:solidFill>
      </dgm:spPr>
      <dgm:t>
        <a:bodyPr/>
        <a:lstStyle/>
        <a:p>
          <a:r>
            <a:rPr lang="en-US" altLang="zh-HK">
              <a:latin typeface="Bahnschrift SemiBold Condensed" panose="020B0502040204020203" pitchFamily="34" charset="0"/>
            </a:rPr>
            <a:t>Data Cleaning</a:t>
          </a:r>
          <a:endParaRPr lang="en-US">
            <a:latin typeface="Bahnschrift SemiBold Condensed" panose="020B0502040204020203" pitchFamily="34" charset="0"/>
          </a:endParaRPr>
        </a:p>
      </dgm:t>
    </dgm:pt>
    <dgm:pt modelId="{1F4841CE-ECCF-4D16-BA3A-FE7E15C0AB48}" type="parTrans" cxnId="{0D13C85C-C3DD-450E-BF3C-AA9EAB810169}">
      <dgm:prSet/>
      <dgm:spPr/>
      <dgm:t>
        <a:bodyPr/>
        <a:lstStyle/>
        <a:p>
          <a:endParaRPr lang="en-US"/>
        </a:p>
      </dgm:t>
    </dgm:pt>
    <dgm:pt modelId="{A928A5EC-2AC6-4C8E-82E6-32DA5A40018F}" type="sibTrans" cxnId="{0D13C85C-C3DD-450E-BF3C-AA9EAB810169}">
      <dgm:prSet/>
      <dgm:spPr/>
      <dgm:t>
        <a:bodyPr/>
        <a:lstStyle/>
        <a:p>
          <a:endParaRPr lang="en-US"/>
        </a:p>
      </dgm:t>
    </dgm:pt>
    <dgm:pt modelId="{48CD43DE-20C1-4BEC-913A-2D906AB2AA51}">
      <dgm:prSet phldrT="[Text]"/>
      <dgm:spPr>
        <a:ln>
          <a:solidFill>
            <a:srgbClr val="F5821F"/>
          </a:solidFill>
        </a:ln>
      </dgm:spPr>
      <dgm:t>
        <a:bodyPr/>
        <a:lstStyle/>
        <a:p>
          <a:pPr>
            <a:buClrTx/>
            <a:buSzTx/>
            <a:buFontTx/>
            <a:buNone/>
          </a:pPr>
          <a:r>
            <a:rPr lang="en-US" b="0" i="1" dirty="0">
              <a:latin typeface="Bahnschrift SemiLight Condensed" panose="020B0502040204020203" pitchFamily="34" charset="0"/>
            </a:rPr>
            <a:t>Transform raw data into clean datasets.</a:t>
          </a:r>
          <a:endParaRPr lang="en-US" dirty="0">
            <a:latin typeface="Bahnschrift SemiLight Condensed" panose="020B0502040204020203" pitchFamily="34" charset="0"/>
          </a:endParaRPr>
        </a:p>
      </dgm:t>
    </dgm:pt>
    <dgm:pt modelId="{0B69BC60-AA17-461C-80B6-F88E84624139}" type="parTrans" cxnId="{9484805F-A63D-4094-8023-AABF345720EB}">
      <dgm:prSet/>
      <dgm:spPr/>
      <dgm:t>
        <a:bodyPr/>
        <a:lstStyle/>
        <a:p>
          <a:endParaRPr lang="en-US"/>
        </a:p>
      </dgm:t>
    </dgm:pt>
    <dgm:pt modelId="{7E78175A-20AC-4A00-8630-BCA5914317E1}" type="sibTrans" cxnId="{9484805F-A63D-4094-8023-AABF345720EB}">
      <dgm:prSet/>
      <dgm:spPr/>
      <dgm:t>
        <a:bodyPr/>
        <a:lstStyle/>
        <a:p>
          <a:endParaRPr lang="en-US"/>
        </a:p>
      </dgm:t>
    </dgm:pt>
    <dgm:pt modelId="{E2D825CA-A384-4FD3-A4B7-7C3B7B7F7A0E}">
      <dgm:prSet phldrT="[Text]"/>
      <dgm:spPr>
        <a:solidFill>
          <a:srgbClr val="27F51F"/>
        </a:solidFill>
      </dgm:spPr>
      <dgm:t>
        <a:bodyPr/>
        <a:lstStyle/>
        <a:p>
          <a:r>
            <a:rPr lang="en-US" altLang="zh-HK">
              <a:latin typeface="Bahnschrift SemiBold Condensed" panose="020B0502040204020203" pitchFamily="34" charset="0"/>
            </a:rPr>
            <a:t>Statistical analysis</a:t>
          </a:r>
          <a:endParaRPr lang="en-US">
            <a:latin typeface="Bahnschrift SemiBold Condensed" panose="020B0502040204020203" pitchFamily="34" charset="0"/>
          </a:endParaRPr>
        </a:p>
      </dgm:t>
    </dgm:pt>
    <dgm:pt modelId="{A74E5597-66A0-440D-9A1A-99D6C8A64043}" type="parTrans" cxnId="{87E2F252-1783-450F-8FFA-405754C5C378}">
      <dgm:prSet/>
      <dgm:spPr/>
      <dgm:t>
        <a:bodyPr/>
        <a:lstStyle/>
        <a:p>
          <a:endParaRPr lang="en-US"/>
        </a:p>
      </dgm:t>
    </dgm:pt>
    <dgm:pt modelId="{D9301E32-86D4-4833-B5FC-6369DD5946CE}" type="sibTrans" cxnId="{87E2F252-1783-450F-8FFA-405754C5C378}">
      <dgm:prSet/>
      <dgm:spPr/>
      <dgm:t>
        <a:bodyPr/>
        <a:lstStyle/>
        <a:p>
          <a:endParaRPr lang="en-US"/>
        </a:p>
      </dgm:t>
    </dgm:pt>
    <dgm:pt modelId="{E1D600F3-2819-4EF0-94D5-C821CFFB7AB7}">
      <dgm:prSet phldrT="[Text]"/>
      <dgm:spPr>
        <a:ln>
          <a:solidFill>
            <a:srgbClr val="27F51F"/>
          </a:solidFill>
        </a:ln>
      </dgm:spPr>
      <dgm:t>
        <a:bodyPr/>
        <a:lstStyle/>
        <a:p>
          <a:pPr algn="r">
            <a:buNone/>
          </a:pPr>
          <a:r>
            <a:rPr lang="en-US" b="0" i="1" dirty="0">
              <a:latin typeface="Bahnschrift SemiLight Condensed" panose="020B0502040204020203" pitchFamily="34" charset="0"/>
            </a:rPr>
            <a:t>Explore patterns to guide model selection.</a:t>
          </a:r>
          <a:endParaRPr lang="en-US" dirty="0">
            <a:latin typeface="Bahnschrift SemiLight Condensed" panose="020B0502040204020203" pitchFamily="34" charset="0"/>
          </a:endParaRPr>
        </a:p>
      </dgm:t>
    </dgm:pt>
    <dgm:pt modelId="{D5FF360E-C3D6-4259-8FA1-6397B306C253}" type="parTrans" cxnId="{38CCEE43-7D02-4C93-B155-77810C9950B2}">
      <dgm:prSet/>
      <dgm:spPr/>
      <dgm:t>
        <a:bodyPr/>
        <a:lstStyle/>
        <a:p>
          <a:endParaRPr lang="en-US"/>
        </a:p>
      </dgm:t>
    </dgm:pt>
    <dgm:pt modelId="{F1DF889C-FFFA-42BA-92F4-270402B300FF}" type="sibTrans" cxnId="{38CCEE43-7D02-4C93-B155-77810C9950B2}">
      <dgm:prSet/>
      <dgm:spPr/>
      <dgm:t>
        <a:bodyPr/>
        <a:lstStyle/>
        <a:p>
          <a:endParaRPr lang="en-US"/>
        </a:p>
      </dgm:t>
    </dgm:pt>
    <dgm:pt modelId="{1CCFBF20-A1C3-4CD0-9965-EC9633B72EAD}">
      <dgm:prSet phldrT="[Text]"/>
      <dgm:spPr>
        <a:solidFill>
          <a:srgbClr val="ED1FF5"/>
        </a:solidFill>
      </dgm:spPr>
      <dgm:t>
        <a:bodyPr/>
        <a:lstStyle/>
        <a:p>
          <a:r>
            <a:rPr lang="en-US" altLang="zh-HK">
              <a:latin typeface="Bahnschrift SemiBold Condensed" panose="020B0502040204020203" pitchFamily="34" charset="0"/>
            </a:rPr>
            <a:t>Machine learning model</a:t>
          </a:r>
          <a:endParaRPr lang="en-US">
            <a:latin typeface="Bahnschrift SemiBold Condensed" panose="020B0502040204020203" pitchFamily="34" charset="0"/>
          </a:endParaRPr>
        </a:p>
      </dgm:t>
    </dgm:pt>
    <dgm:pt modelId="{3699D593-04F0-43B6-A5C8-6AED05E07A45}" type="parTrans" cxnId="{337669CC-FF8A-4377-B8FB-8B75D6CA5C3C}">
      <dgm:prSet/>
      <dgm:spPr/>
      <dgm:t>
        <a:bodyPr/>
        <a:lstStyle/>
        <a:p>
          <a:endParaRPr lang="en-US"/>
        </a:p>
      </dgm:t>
    </dgm:pt>
    <dgm:pt modelId="{7769A91C-1CD6-4900-A0DC-431FCE315DDF}" type="sibTrans" cxnId="{337669CC-FF8A-4377-B8FB-8B75D6CA5C3C}">
      <dgm:prSet/>
      <dgm:spPr/>
      <dgm:t>
        <a:bodyPr/>
        <a:lstStyle/>
        <a:p>
          <a:endParaRPr lang="en-US"/>
        </a:p>
      </dgm:t>
    </dgm:pt>
    <dgm:pt modelId="{6C8ADA69-95BD-4B33-8FD8-B859E5A128DC}">
      <dgm:prSet phldrT="[Text]"/>
      <dgm:spPr>
        <a:solidFill>
          <a:schemeClr val="bg1"/>
        </a:solidFill>
        <a:ln>
          <a:solidFill>
            <a:srgbClr val="ED1FF5"/>
          </a:solidFill>
        </a:ln>
      </dgm:spPr>
      <dgm:t>
        <a:bodyPr/>
        <a:lstStyle/>
        <a:p>
          <a:pPr algn="r">
            <a:buNone/>
          </a:pPr>
          <a:r>
            <a:rPr lang="en-US" b="0" i="1" dirty="0">
              <a:latin typeface="Bahnschrift SemiLight Condensed" panose="020B0502040204020203" pitchFamily="34" charset="0"/>
            </a:rPr>
            <a:t>Random Forest and </a:t>
          </a:r>
          <a:r>
            <a:rPr lang="en-US" b="0" i="1" dirty="0" err="1">
              <a:latin typeface="Bahnschrift SemiLight Condensed" panose="020B0502040204020203" pitchFamily="34" charset="0"/>
            </a:rPr>
            <a:t>LightGBM</a:t>
          </a:r>
          <a:r>
            <a:rPr lang="en-US" b="0" i="1" dirty="0">
              <a:latin typeface="Bahnschrift SemiLight Condensed" panose="020B0502040204020203" pitchFamily="34" charset="0"/>
            </a:rPr>
            <a:t> for robust predictions.</a:t>
          </a:r>
          <a:endParaRPr lang="en-US" dirty="0">
            <a:latin typeface="Bahnschrift SemiLight Condensed" panose="020B0502040204020203" pitchFamily="34" charset="0"/>
          </a:endParaRPr>
        </a:p>
      </dgm:t>
    </dgm:pt>
    <dgm:pt modelId="{D6F5E76C-D822-4EA9-874B-9FBBB7C85669}" type="parTrans" cxnId="{BE2681A1-C86F-4F13-A5EE-D10985B9E788}">
      <dgm:prSet/>
      <dgm:spPr/>
      <dgm:t>
        <a:bodyPr/>
        <a:lstStyle/>
        <a:p>
          <a:endParaRPr lang="en-US"/>
        </a:p>
      </dgm:t>
    </dgm:pt>
    <dgm:pt modelId="{7FA5DEEE-24F0-4064-AD97-B74C18711FEE}" type="sibTrans" cxnId="{BE2681A1-C86F-4F13-A5EE-D10985B9E788}">
      <dgm:prSet/>
      <dgm:spPr/>
      <dgm:t>
        <a:bodyPr/>
        <a:lstStyle/>
        <a:p>
          <a:endParaRPr lang="en-US"/>
        </a:p>
      </dgm:t>
    </dgm:pt>
    <dgm:pt modelId="{C72E99B3-427E-4603-AAA0-5B57047ED003}">
      <dgm:prSet phldrT="[Text]"/>
      <dgm:spPr>
        <a:solidFill>
          <a:srgbClr val="1F92F5"/>
        </a:solidFill>
      </dgm:spPr>
      <dgm:t>
        <a:bodyPr/>
        <a:lstStyle/>
        <a:p>
          <a:r>
            <a:rPr lang="en-US" altLang="zh-HK">
              <a:latin typeface="Bahnschrift SemiBold Condensed" panose="020B0502040204020203" pitchFamily="34" charset="0"/>
            </a:rPr>
            <a:t>Summary &amp; Suggestion</a:t>
          </a:r>
          <a:endParaRPr lang="en-US">
            <a:latin typeface="Bahnschrift SemiBold Condensed" panose="020B0502040204020203" pitchFamily="34" charset="0"/>
          </a:endParaRPr>
        </a:p>
      </dgm:t>
    </dgm:pt>
    <dgm:pt modelId="{6E0E15BF-16D3-4532-A42B-25EF0CC462DC}" type="parTrans" cxnId="{B3E1B44B-788E-43EA-AF04-E4207D7A9BA7}">
      <dgm:prSet/>
      <dgm:spPr/>
      <dgm:t>
        <a:bodyPr/>
        <a:lstStyle/>
        <a:p>
          <a:endParaRPr lang="en-US"/>
        </a:p>
      </dgm:t>
    </dgm:pt>
    <dgm:pt modelId="{DD18EF84-348E-4145-9CAF-8F0BBB9EEDED}" type="sibTrans" cxnId="{B3E1B44B-788E-43EA-AF04-E4207D7A9BA7}">
      <dgm:prSet/>
      <dgm:spPr/>
      <dgm:t>
        <a:bodyPr/>
        <a:lstStyle/>
        <a:p>
          <a:endParaRPr lang="en-US"/>
        </a:p>
      </dgm:t>
    </dgm:pt>
    <dgm:pt modelId="{7E953F7C-912D-46C3-9498-17A699C5B159}">
      <dgm:prSet phldrT="[Text]"/>
      <dgm:spPr>
        <a:ln>
          <a:solidFill>
            <a:srgbClr val="1F92F5"/>
          </a:solidFill>
        </a:ln>
      </dgm:spPr>
      <dgm:t>
        <a:bodyPr/>
        <a:lstStyle/>
        <a:p>
          <a:pPr>
            <a:buNone/>
          </a:pPr>
          <a:r>
            <a:rPr lang="en-US" b="0" i="1" dirty="0">
              <a:latin typeface="Bahnschrift SemiLight Condensed" panose="020B0502040204020203" pitchFamily="34" charset="0"/>
            </a:rPr>
            <a:t>From data to predictions.</a:t>
          </a:r>
          <a:endParaRPr lang="en-US" dirty="0">
            <a:latin typeface="Bahnschrift SemiLight Condensed" panose="020B0502040204020203" pitchFamily="34" charset="0"/>
          </a:endParaRPr>
        </a:p>
      </dgm:t>
    </dgm:pt>
    <dgm:pt modelId="{4E6CA41A-2577-4157-AF09-B5F01F6025C4}" type="parTrans" cxnId="{C80D1E6D-950A-4CB8-9CD7-F19877846835}">
      <dgm:prSet/>
      <dgm:spPr/>
      <dgm:t>
        <a:bodyPr/>
        <a:lstStyle/>
        <a:p>
          <a:endParaRPr lang="en-US"/>
        </a:p>
      </dgm:t>
    </dgm:pt>
    <dgm:pt modelId="{FB01D44C-0BDD-4112-B507-AFE112A343E0}" type="sibTrans" cxnId="{C80D1E6D-950A-4CB8-9CD7-F19877846835}">
      <dgm:prSet/>
      <dgm:spPr/>
      <dgm:t>
        <a:bodyPr/>
        <a:lstStyle/>
        <a:p>
          <a:endParaRPr lang="en-US"/>
        </a:p>
      </dgm:t>
    </dgm:pt>
    <dgm:pt modelId="{C40881FE-4DBB-4F63-BAD3-007CC60AE6A5}" type="pres">
      <dgm:prSet presAssocID="{91791317-BF84-4485-8389-0066A45798E4}" presName="cycleMatrixDiagram" presStyleCnt="0">
        <dgm:presLayoutVars>
          <dgm:chMax val="1"/>
          <dgm:dir/>
          <dgm:animLvl val="lvl"/>
          <dgm:resizeHandles val="exact"/>
        </dgm:presLayoutVars>
      </dgm:prSet>
      <dgm:spPr/>
    </dgm:pt>
    <dgm:pt modelId="{15C6D186-DB77-4841-BE1D-0B74387F6D6F}" type="pres">
      <dgm:prSet presAssocID="{91791317-BF84-4485-8389-0066A45798E4}" presName="children" presStyleCnt="0"/>
      <dgm:spPr/>
    </dgm:pt>
    <dgm:pt modelId="{F7E87E84-506B-4A8D-B818-4BC21C933388}" type="pres">
      <dgm:prSet presAssocID="{91791317-BF84-4485-8389-0066A45798E4}" presName="child1group" presStyleCnt="0"/>
      <dgm:spPr/>
    </dgm:pt>
    <dgm:pt modelId="{F7F0949F-C4BF-4BD1-8396-01C988EDB4EB}" type="pres">
      <dgm:prSet presAssocID="{91791317-BF84-4485-8389-0066A45798E4}" presName="child1" presStyleLbl="bgAcc1" presStyleIdx="0" presStyleCnt="4"/>
      <dgm:spPr/>
    </dgm:pt>
    <dgm:pt modelId="{B920ECFD-BAAF-4CD0-A23B-E582C5381BD8}" type="pres">
      <dgm:prSet presAssocID="{91791317-BF84-4485-8389-0066A45798E4}" presName="child1Text" presStyleLbl="bgAcc1" presStyleIdx="0" presStyleCnt="4">
        <dgm:presLayoutVars>
          <dgm:bulletEnabled val="1"/>
        </dgm:presLayoutVars>
      </dgm:prSet>
      <dgm:spPr/>
    </dgm:pt>
    <dgm:pt modelId="{3A4D8861-1CD9-40F2-A514-FC2237442832}" type="pres">
      <dgm:prSet presAssocID="{91791317-BF84-4485-8389-0066A45798E4}" presName="child2group" presStyleCnt="0"/>
      <dgm:spPr/>
    </dgm:pt>
    <dgm:pt modelId="{0B4FA58D-D14A-4AE0-9976-5FD0E13CAE19}" type="pres">
      <dgm:prSet presAssocID="{91791317-BF84-4485-8389-0066A45798E4}" presName="child2" presStyleLbl="bgAcc1" presStyleIdx="1" presStyleCnt="4"/>
      <dgm:spPr/>
    </dgm:pt>
    <dgm:pt modelId="{4F407ED8-D7B8-425C-B86E-D8B4004D28A0}" type="pres">
      <dgm:prSet presAssocID="{91791317-BF84-4485-8389-0066A45798E4}" presName="child2Text" presStyleLbl="bgAcc1" presStyleIdx="1" presStyleCnt="4">
        <dgm:presLayoutVars>
          <dgm:bulletEnabled val="1"/>
        </dgm:presLayoutVars>
      </dgm:prSet>
      <dgm:spPr/>
    </dgm:pt>
    <dgm:pt modelId="{7DE0E02C-00F6-4AD7-8C00-30A2AB6D9E77}" type="pres">
      <dgm:prSet presAssocID="{91791317-BF84-4485-8389-0066A45798E4}" presName="child3group" presStyleCnt="0"/>
      <dgm:spPr/>
    </dgm:pt>
    <dgm:pt modelId="{DA212080-CDC0-4E66-BFF5-E140CF9F33BF}" type="pres">
      <dgm:prSet presAssocID="{91791317-BF84-4485-8389-0066A45798E4}" presName="child3" presStyleLbl="bgAcc1" presStyleIdx="2" presStyleCnt="4"/>
      <dgm:spPr/>
    </dgm:pt>
    <dgm:pt modelId="{8F887BAD-5BD9-4098-BFC7-71BDBA0BC6CE}" type="pres">
      <dgm:prSet presAssocID="{91791317-BF84-4485-8389-0066A45798E4}" presName="child3Text" presStyleLbl="bgAcc1" presStyleIdx="2" presStyleCnt="4">
        <dgm:presLayoutVars>
          <dgm:bulletEnabled val="1"/>
        </dgm:presLayoutVars>
      </dgm:prSet>
      <dgm:spPr/>
    </dgm:pt>
    <dgm:pt modelId="{444DE3B3-6F74-4AE0-ADEF-A0EDB59C1B0F}" type="pres">
      <dgm:prSet presAssocID="{91791317-BF84-4485-8389-0066A45798E4}" presName="child4group" presStyleCnt="0"/>
      <dgm:spPr/>
    </dgm:pt>
    <dgm:pt modelId="{BC9C80BE-B221-47BB-8B21-42BCFEDF0659}" type="pres">
      <dgm:prSet presAssocID="{91791317-BF84-4485-8389-0066A45798E4}" presName="child4" presStyleLbl="bgAcc1" presStyleIdx="3" presStyleCnt="4"/>
      <dgm:spPr/>
    </dgm:pt>
    <dgm:pt modelId="{B79D7865-0FCB-4657-AC5A-EC11FD843477}" type="pres">
      <dgm:prSet presAssocID="{91791317-BF84-4485-8389-0066A45798E4}" presName="child4Text" presStyleLbl="bgAcc1" presStyleIdx="3" presStyleCnt="4">
        <dgm:presLayoutVars>
          <dgm:bulletEnabled val="1"/>
        </dgm:presLayoutVars>
      </dgm:prSet>
      <dgm:spPr/>
    </dgm:pt>
    <dgm:pt modelId="{56BF9D16-57AC-475E-926B-F854EF0C17FE}" type="pres">
      <dgm:prSet presAssocID="{91791317-BF84-4485-8389-0066A45798E4}" presName="childPlaceholder" presStyleCnt="0"/>
      <dgm:spPr/>
    </dgm:pt>
    <dgm:pt modelId="{6AFCEB1C-4F92-46F8-B651-D5B0EA22FE70}" type="pres">
      <dgm:prSet presAssocID="{91791317-BF84-4485-8389-0066A45798E4}" presName="circle" presStyleCnt="0"/>
      <dgm:spPr/>
    </dgm:pt>
    <dgm:pt modelId="{DE4BCFBE-07D4-484F-B8A3-A2838C59155D}" type="pres">
      <dgm:prSet presAssocID="{91791317-BF84-4485-8389-0066A45798E4}" presName="quadrant1" presStyleLbl="node1" presStyleIdx="0" presStyleCnt="4">
        <dgm:presLayoutVars>
          <dgm:chMax val="1"/>
          <dgm:bulletEnabled val="1"/>
        </dgm:presLayoutVars>
      </dgm:prSet>
      <dgm:spPr/>
    </dgm:pt>
    <dgm:pt modelId="{1DF5853F-F98B-4030-B597-39C16C25BD36}" type="pres">
      <dgm:prSet presAssocID="{91791317-BF84-4485-8389-0066A45798E4}" presName="quadrant2" presStyleLbl="node1" presStyleIdx="1" presStyleCnt="4">
        <dgm:presLayoutVars>
          <dgm:chMax val="1"/>
          <dgm:bulletEnabled val="1"/>
        </dgm:presLayoutVars>
      </dgm:prSet>
      <dgm:spPr/>
    </dgm:pt>
    <dgm:pt modelId="{D8C69A57-57BF-4C51-949A-1290EE7F287A}" type="pres">
      <dgm:prSet presAssocID="{91791317-BF84-4485-8389-0066A45798E4}" presName="quadrant3" presStyleLbl="node1" presStyleIdx="2" presStyleCnt="4">
        <dgm:presLayoutVars>
          <dgm:chMax val="1"/>
          <dgm:bulletEnabled val="1"/>
        </dgm:presLayoutVars>
      </dgm:prSet>
      <dgm:spPr/>
    </dgm:pt>
    <dgm:pt modelId="{55202D7D-2418-4D05-A42E-EBCA2EEAFECB}" type="pres">
      <dgm:prSet presAssocID="{91791317-BF84-4485-8389-0066A45798E4}" presName="quadrant4" presStyleLbl="node1" presStyleIdx="3" presStyleCnt="4">
        <dgm:presLayoutVars>
          <dgm:chMax val="1"/>
          <dgm:bulletEnabled val="1"/>
        </dgm:presLayoutVars>
      </dgm:prSet>
      <dgm:spPr/>
    </dgm:pt>
    <dgm:pt modelId="{4162428A-644F-4B91-8E05-403278E6DFBD}" type="pres">
      <dgm:prSet presAssocID="{91791317-BF84-4485-8389-0066A45798E4}" presName="quadrantPlaceholder" presStyleCnt="0"/>
      <dgm:spPr/>
    </dgm:pt>
    <dgm:pt modelId="{CDA8FF58-60C6-491D-88A2-CE8AFB7EFCED}" type="pres">
      <dgm:prSet presAssocID="{91791317-BF84-4485-8389-0066A45798E4}" presName="center1" presStyleLbl="fgShp" presStyleIdx="0" presStyleCnt="2"/>
      <dgm:spPr/>
    </dgm:pt>
    <dgm:pt modelId="{AB880933-057F-4AD2-A1E0-E3602FEFE832}" type="pres">
      <dgm:prSet presAssocID="{91791317-BF84-4485-8389-0066A45798E4}" presName="center2" presStyleLbl="fgShp" presStyleIdx="1" presStyleCnt="2"/>
      <dgm:spPr/>
    </dgm:pt>
  </dgm:ptLst>
  <dgm:cxnLst>
    <dgm:cxn modelId="{64D9690D-4DE7-4307-80D1-F4A39EA090C5}" type="presOf" srcId="{E2D825CA-A384-4FD3-A4B7-7C3B7B7F7A0E}" destId="{1DF5853F-F98B-4030-B597-39C16C25BD36}" srcOrd="0" destOrd="0" presId="urn:microsoft.com/office/officeart/2005/8/layout/cycle4"/>
    <dgm:cxn modelId="{7266C824-CC8C-4065-8296-4BD00A9716B9}" type="presOf" srcId="{6C8ADA69-95BD-4B33-8FD8-B859E5A128DC}" destId="{8F887BAD-5BD9-4098-BFC7-71BDBA0BC6CE}" srcOrd="1" destOrd="0" presId="urn:microsoft.com/office/officeart/2005/8/layout/cycle4"/>
    <dgm:cxn modelId="{90E81B28-B856-43F8-92B8-698D8E3E5CBE}" type="presOf" srcId="{48CD43DE-20C1-4BEC-913A-2D906AB2AA51}" destId="{F7F0949F-C4BF-4BD1-8396-01C988EDB4EB}" srcOrd="0" destOrd="0" presId="urn:microsoft.com/office/officeart/2005/8/layout/cycle4"/>
    <dgm:cxn modelId="{B06F4F40-4FDA-49D2-939D-1119C554EDCA}" type="presOf" srcId="{91791317-BF84-4485-8389-0066A45798E4}" destId="{C40881FE-4DBB-4F63-BAD3-007CC60AE6A5}" srcOrd="0" destOrd="0" presId="urn:microsoft.com/office/officeart/2005/8/layout/cycle4"/>
    <dgm:cxn modelId="{B3F2565C-CA31-4755-A506-38BE88297F7F}" type="presOf" srcId="{BB26EE3F-3DB0-43E0-A1F6-43B3A658B726}" destId="{DE4BCFBE-07D4-484F-B8A3-A2838C59155D}" srcOrd="0" destOrd="0" presId="urn:microsoft.com/office/officeart/2005/8/layout/cycle4"/>
    <dgm:cxn modelId="{0D13C85C-C3DD-450E-BF3C-AA9EAB810169}" srcId="{91791317-BF84-4485-8389-0066A45798E4}" destId="{BB26EE3F-3DB0-43E0-A1F6-43B3A658B726}" srcOrd="0" destOrd="0" parTransId="{1F4841CE-ECCF-4D16-BA3A-FE7E15C0AB48}" sibTransId="{A928A5EC-2AC6-4C8E-82E6-32DA5A40018F}"/>
    <dgm:cxn modelId="{419FBF5E-0AD3-4D76-9DDC-7373B0DDEB03}" type="presOf" srcId="{7E953F7C-912D-46C3-9498-17A699C5B159}" destId="{BC9C80BE-B221-47BB-8B21-42BCFEDF0659}" srcOrd="0" destOrd="0" presId="urn:microsoft.com/office/officeart/2005/8/layout/cycle4"/>
    <dgm:cxn modelId="{9484805F-A63D-4094-8023-AABF345720EB}" srcId="{BB26EE3F-3DB0-43E0-A1F6-43B3A658B726}" destId="{48CD43DE-20C1-4BEC-913A-2D906AB2AA51}" srcOrd="0" destOrd="0" parTransId="{0B69BC60-AA17-461C-80B6-F88E84624139}" sibTransId="{7E78175A-20AC-4A00-8630-BCA5914317E1}"/>
    <dgm:cxn modelId="{38CCEE43-7D02-4C93-B155-77810C9950B2}" srcId="{E2D825CA-A384-4FD3-A4B7-7C3B7B7F7A0E}" destId="{E1D600F3-2819-4EF0-94D5-C821CFFB7AB7}" srcOrd="0" destOrd="0" parTransId="{D5FF360E-C3D6-4259-8FA1-6397B306C253}" sibTransId="{F1DF889C-FFFA-42BA-92F4-270402B300FF}"/>
    <dgm:cxn modelId="{D253BD68-DAF4-485B-A6E3-B45624D13334}" type="presOf" srcId="{E1D600F3-2819-4EF0-94D5-C821CFFB7AB7}" destId="{4F407ED8-D7B8-425C-B86E-D8B4004D28A0}" srcOrd="1" destOrd="0" presId="urn:microsoft.com/office/officeart/2005/8/layout/cycle4"/>
    <dgm:cxn modelId="{F4AC5749-187C-4284-B3C3-46658994DEB7}" type="presOf" srcId="{48CD43DE-20C1-4BEC-913A-2D906AB2AA51}" destId="{B920ECFD-BAAF-4CD0-A23B-E582C5381BD8}" srcOrd="1" destOrd="0" presId="urn:microsoft.com/office/officeart/2005/8/layout/cycle4"/>
    <dgm:cxn modelId="{B3E1B44B-788E-43EA-AF04-E4207D7A9BA7}" srcId="{91791317-BF84-4485-8389-0066A45798E4}" destId="{C72E99B3-427E-4603-AAA0-5B57047ED003}" srcOrd="3" destOrd="0" parTransId="{6E0E15BF-16D3-4532-A42B-25EF0CC462DC}" sibTransId="{DD18EF84-348E-4145-9CAF-8F0BBB9EEDED}"/>
    <dgm:cxn modelId="{C80D1E6D-950A-4CB8-9CD7-F19877846835}" srcId="{C72E99B3-427E-4603-AAA0-5B57047ED003}" destId="{7E953F7C-912D-46C3-9498-17A699C5B159}" srcOrd="0" destOrd="0" parTransId="{4E6CA41A-2577-4157-AF09-B5F01F6025C4}" sibTransId="{FB01D44C-0BDD-4112-B507-AFE112A343E0}"/>
    <dgm:cxn modelId="{87E2F252-1783-450F-8FFA-405754C5C378}" srcId="{91791317-BF84-4485-8389-0066A45798E4}" destId="{E2D825CA-A384-4FD3-A4B7-7C3B7B7F7A0E}" srcOrd="1" destOrd="0" parTransId="{A74E5597-66A0-440D-9A1A-99D6C8A64043}" sibTransId="{D9301E32-86D4-4833-B5FC-6369DD5946CE}"/>
    <dgm:cxn modelId="{67EE2C75-4D6B-43D5-B04A-C1ADF9ACC252}" type="presOf" srcId="{E1D600F3-2819-4EF0-94D5-C821CFFB7AB7}" destId="{0B4FA58D-D14A-4AE0-9976-5FD0E13CAE19}" srcOrd="0" destOrd="0" presId="urn:microsoft.com/office/officeart/2005/8/layout/cycle4"/>
    <dgm:cxn modelId="{304C4A93-0CDA-4ADD-A2BB-B3AD8E6BBFFA}" type="presOf" srcId="{1CCFBF20-A1C3-4CD0-9965-EC9633B72EAD}" destId="{D8C69A57-57BF-4C51-949A-1290EE7F287A}" srcOrd="0" destOrd="0" presId="urn:microsoft.com/office/officeart/2005/8/layout/cycle4"/>
    <dgm:cxn modelId="{BE2681A1-C86F-4F13-A5EE-D10985B9E788}" srcId="{1CCFBF20-A1C3-4CD0-9965-EC9633B72EAD}" destId="{6C8ADA69-95BD-4B33-8FD8-B859E5A128DC}" srcOrd="0" destOrd="0" parTransId="{D6F5E76C-D822-4EA9-874B-9FBBB7C85669}" sibTransId="{7FA5DEEE-24F0-4064-AD97-B74C18711FEE}"/>
    <dgm:cxn modelId="{3DE0FAAD-FF09-4770-9AC1-DF3A4706C701}" type="presOf" srcId="{C72E99B3-427E-4603-AAA0-5B57047ED003}" destId="{55202D7D-2418-4D05-A42E-EBCA2EEAFECB}" srcOrd="0" destOrd="0" presId="urn:microsoft.com/office/officeart/2005/8/layout/cycle4"/>
    <dgm:cxn modelId="{74E706B2-6456-4F9D-A595-37817A8D189A}" type="presOf" srcId="{7E953F7C-912D-46C3-9498-17A699C5B159}" destId="{B79D7865-0FCB-4657-AC5A-EC11FD843477}" srcOrd="1" destOrd="0" presId="urn:microsoft.com/office/officeart/2005/8/layout/cycle4"/>
    <dgm:cxn modelId="{337669CC-FF8A-4377-B8FB-8B75D6CA5C3C}" srcId="{91791317-BF84-4485-8389-0066A45798E4}" destId="{1CCFBF20-A1C3-4CD0-9965-EC9633B72EAD}" srcOrd="2" destOrd="0" parTransId="{3699D593-04F0-43B6-A5C8-6AED05E07A45}" sibTransId="{7769A91C-1CD6-4900-A0DC-431FCE315DDF}"/>
    <dgm:cxn modelId="{729087E1-F1F9-4AE2-9A41-7CD4F37617C3}" type="presOf" srcId="{6C8ADA69-95BD-4B33-8FD8-B859E5A128DC}" destId="{DA212080-CDC0-4E66-BFF5-E140CF9F33BF}" srcOrd="0" destOrd="0" presId="urn:microsoft.com/office/officeart/2005/8/layout/cycle4"/>
    <dgm:cxn modelId="{08758312-1B82-470F-B2FB-46413767A2D6}" type="presParOf" srcId="{C40881FE-4DBB-4F63-BAD3-007CC60AE6A5}" destId="{15C6D186-DB77-4841-BE1D-0B74387F6D6F}" srcOrd="0" destOrd="0" presId="urn:microsoft.com/office/officeart/2005/8/layout/cycle4"/>
    <dgm:cxn modelId="{CF2D14BD-048C-4AE6-A46F-AE8BE1DB721F}" type="presParOf" srcId="{15C6D186-DB77-4841-BE1D-0B74387F6D6F}" destId="{F7E87E84-506B-4A8D-B818-4BC21C933388}" srcOrd="0" destOrd="0" presId="urn:microsoft.com/office/officeart/2005/8/layout/cycle4"/>
    <dgm:cxn modelId="{C791767D-A768-42D8-8C33-3FA4D7E2C5F5}" type="presParOf" srcId="{F7E87E84-506B-4A8D-B818-4BC21C933388}" destId="{F7F0949F-C4BF-4BD1-8396-01C988EDB4EB}" srcOrd="0" destOrd="0" presId="urn:microsoft.com/office/officeart/2005/8/layout/cycle4"/>
    <dgm:cxn modelId="{C9C1C588-A7A0-435E-9A46-84A7A483357E}" type="presParOf" srcId="{F7E87E84-506B-4A8D-B818-4BC21C933388}" destId="{B920ECFD-BAAF-4CD0-A23B-E582C5381BD8}" srcOrd="1" destOrd="0" presId="urn:microsoft.com/office/officeart/2005/8/layout/cycle4"/>
    <dgm:cxn modelId="{802E3E56-9168-46D0-AD34-F1B4DBE6EACE}" type="presParOf" srcId="{15C6D186-DB77-4841-BE1D-0B74387F6D6F}" destId="{3A4D8861-1CD9-40F2-A514-FC2237442832}" srcOrd="1" destOrd="0" presId="urn:microsoft.com/office/officeart/2005/8/layout/cycle4"/>
    <dgm:cxn modelId="{C848C2DC-10F3-4A8A-8042-DE01CE48D493}" type="presParOf" srcId="{3A4D8861-1CD9-40F2-A514-FC2237442832}" destId="{0B4FA58D-D14A-4AE0-9976-5FD0E13CAE19}" srcOrd="0" destOrd="0" presId="urn:microsoft.com/office/officeart/2005/8/layout/cycle4"/>
    <dgm:cxn modelId="{7C857D13-D784-4630-B97B-244F77099D5B}" type="presParOf" srcId="{3A4D8861-1CD9-40F2-A514-FC2237442832}" destId="{4F407ED8-D7B8-425C-B86E-D8B4004D28A0}" srcOrd="1" destOrd="0" presId="urn:microsoft.com/office/officeart/2005/8/layout/cycle4"/>
    <dgm:cxn modelId="{17DE6CAE-B1AE-4F6A-9EF6-4D64C11C64E9}" type="presParOf" srcId="{15C6D186-DB77-4841-BE1D-0B74387F6D6F}" destId="{7DE0E02C-00F6-4AD7-8C00-30A2AB6D9E77}" srcOrd="2" destOrd="0" presId="urn:microsoft.com/office/officeart/2005/8/layout/cycle4"/>
    <dgm:cxn modelId="{74AD7692-6C51-45E7-8C34-FDDF018D9C6C}" type="presParOf" srcId="{7DE0E02C-00F6-4AD7-8C00-30A2AB6D9E77}" destId="{DA212080-CDC0-4E66-BFF5-E140CF9F33BF}" srcOrd="0" destOrd="0" presId="urn:microsoft.com/office/officeart/2005/8/layout/cycle4"/>
    <dgm:cxn modelId="{12212334-C09C-424C-B1C8-C589F54D7841}" type="presParOf" srcId="{7DE0E02C-00F6-4AD7-8C00-30A2AB6D9E77}" destId="{8F887BAD-5BD9-4098-BFC7-71BDBA0BC6CE}" srcOrd="1" destOrd="0" presId="urn:microsoft.com/office/officeart/2005/8/layout/cycle4"/>
    <dgm:cxn modelId="{C622BEAA-4C28-42F4-8656-E91E1AF1FC52}" type="presParOf" srcId="{15C6D186-DB77-4841-BE1D-0B74387F6D6F}" destId="{444DE3B3-6F74-4AE0-ADEF-A0EDB59C1B0F}" srcOrd="3" destOrd="0" presId="urn:microsoft.com/office/officeart/2005/8/layout/cycle4"/>
    <dgm:cxn modelId="{83C9F0AD-7B20-4F00-9DEF-8B3727DE6F25}" type="presParOf" srcId="{444DE3B3-6F74-4AE0-ADEF-A0EDB59C1B0F}" destId="{BC9C80BE-B221-47BB-8B21-42BCFEDF0659}" srcOrd="0" destOrd="0" presId="urn:microsoft.com/office/officeart/2005/8/layout/cycle4"/>
    <dgm:cxn modelId="{6B77FB18-E2A8-484C-A4CC-74DC8E49947C}" type="presParOf" srcId="{444DE3B3-6F74-4AE0-ADEF-A0EDB59C1B0F}" destId="{B79D7865-0FCB-4657-AC5A-EC11FD843477}" srcOrd="1" destOrd="0" presId="urn:microsoft.com/office/officeart/2005/8/layout/cycle4"/>
    <dgm:cxn modelId="{08AE6497-A81F-4E1B-95BD-A8C424C80929}" type="presParOf" srcId="{15C6D186-DB77-4841-BE1D-0B74387F6D6F}" destId="{56BF9D16-57AC-475E-926B-F854EF0C17FE}" srcOrd="4" destOrd="0" presId="urn:microsoft.com/office/officeart/2005/8/layout/cycle4"/>
    <dgm:cxn modelId="{68178E24-AD0E-40B7-AEEA-B574AC97D098}" type="presParOf" srcId="{C40881FE-4DBB-4F63-BAD3-007CC60AE6A5}" destId="{6AFCEB1C-4F92-46F8-B651-D5B0EA22FE70}" srcOrd="1" destOrd="0" presId="urn:microsoft.com/office/officeart/2005/8/layout/cycle4"/>
    <dgm:cxn modelId="{AEA640A6-EC89-4A09-8307-A3F884123C49}" type="presParOf" srcId="{6AFCEB1C-4F92-46F8-B651-D5B0EA22FE70}" destId="{DE4BCFBE-07D4-484F-B8A3-A2838C59155D}" srcOrd="0" destOrd="0" presId="urn:microsoft.com/office/officeart/2005/8/layout/cycle4"/>
    <dgm:cxn modelId="{825254B4-F9D6-437D-BB38-239A0167941D}" type="presParOf" srcId="{6AFCEB1C-4F92-46F8-B651-D5B0EA22FE70}" destId="{1DF5853F-F98B-4030-B597-39C16C25BD36}" srcOrd="1" destOrd="0" presId="urn:microsoft.com/office/officeart/2005/8/layout/cycle4"/>
    <dgm:cxn modelId="{7B83B7A4-2DE5-4BC0-9BAE-1A6ABFE3F4E1}" type="presParOf" srcId="{6AFCEB1C-4F92-46F8-B651-D5B0EA22FE70}" destId="{D8C69A57-57BF-4C51-949A-1290EE7F287A}" srcOrd="2" destOrd="0" presId="urn:microsoft.com/office/officeart/2005/8/layout/cycle4"/>
    <dgm:cxn modelId="{79FFC203-BB80-457E-BFD7-50EFCC0BB0AE}" type="presParOf" srcId="{6AFCEB1C-4F92-46F8-B651-D5B0EA22FE70}" destId="{55202D7D-2418-4D05-A42E-EBCA2EEAFECB}" srcOrd="3" destOrd="0" presId="urn:microsoft.com/office/officeart/2005/8/layout/cycle4"/>
    <dgm:cxn modelId="{39519D67-CD7B-4C7D-B9DE-21B9B36F0B10}" type="presParOf" srcId="{6AFCEB1C-4F92-46F8-B651-D5B0EA22FE70}" destId="{4162428A-644F-4B91-8E05-403278E6DFBD}" srcOrd="4" destOrd="0" presId="urn:microsoft.com/office/officeart/2005/8/layout/cycle4"/>
    <dgm:cxn modelId="{B0A80C94-1AF6-43C3-8299-739781FC972B}" type="presParOf" srcId="{C40881FE-4DBB-4F63-BAD3-007CC60AE6A5}" destId="{CDA8FF58-60C6-491D-88A2-CE8AFB7EFCED}" srcOrd="2" destOrd="0" presId="urn:microsoft.com/office/officeart/2005/8/layout/cycle4"/>
    <dgm:cxn modelId="{1797124E-FE27-4E3C-A64D-210FEAABE149}" type="presParOf" srcId="{C40881FE-4DBB-4F63-BAD3-007CC60AE6A5}" destId="{AB880933-057F-4AD2-A1E0-E3602FEFE832}" srcOrd="3" destOrd="0" presId="urn:microsoft.com/office/officeart/2005/8/layout/cycle4"/>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212080-CDC0-4E66-BFF5-E140CF9F33BF}">
      <dsp:nvSpPr>
        <dsp:cNvPr id="0" name=""/>
        <dsp:cNvSpPr/>
      </dsp:nvSpPr>
      <dsp:spPr>
        <a:xfrm>
          <a:off x="4062498" y="2986825"/>
          <a:ext cx="2169841" cy="1405565"/>
        </a:xfrm>
        <a:prstGeom prst="roundRect">
          <a:avLst>
            <a:gd name="adj" fmla="val 10000"/>
          </a:avLst>
        </a:prstGeom>
        <a:solidFill>
          <a:schemeClr val="bg1"/>
        </a:solidFill>
        <a:ln w="25400" cap="flat" cmpd="sng" algn="ctr">
          <a:solidFill>
            <a:srgbClr val="ED1FF5"/>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r" defTabSz="666750">
            <a:lnSpc>
              <a:spcPct val="90000"/>
            </a:lnSpc>
            <a:spcBef>
              <a:spcPct val="0"/>
            </a:spcBef>
            <a:spcAft>
              <a:spcPct val="15000"/>
            </a:spcAft>
            <a:buNone/>
          </a:pPr>
          <a:r>
            <a:rPr lang="en-US" sz="1500" b="0" i="1" kern="1200" dirty="0">
              <a:latin typeface="Bahnschrift SemiLight Condensed" panose="020B0502040204020203" pitchFamily="34" charset="0"/>
            </a:rPr>
            <a:t>Random Forest and </a:t>
          </a:r>
          <a:r>
            <a:rPr lang="en-US" sz="1500" b="0" i="1" kern="1200" dirty="0" err="1">
              <a:latin typeface="Bahnschrift SemiLight Condensed" panose="020B0502040204020203" pitchFamily="34" charset="0"/>
            </a:rPr>
            <a:t>LightGBM</a:t>
          </a:r>
          <a:r>
            <a:rPr lang="en-US" sz="1500" b="0" i="1" kern="1200" dirty="0">
              <a:latin typeface="Bahnschrift SemiLight Condensed" panose="020B0502040204020203" pitchFamily="34" charset="0"/>
            </a:rPr>
            <a:t> for robust predictions.</a:t>
          </a:r>
          <a:endParaRPr lang="en-US" sz="1500" kern="1200" dirty="0">
            <a:latin typeface="Bahnschrift SemiLight Condensed" panose="020B0502040204020203" pitchFamily="34" charset="0"/>
          </a:endParaRPr>
        </a:p>
      </dsp:txBody>
      <dsp:txXfrm>
        <a:off x="4744326" y="3369093"/>
        <a:ext cx="1457136" cy="992421"/>
      </dsp:txXfrm>
    </dsp:sp>
    <dsp:sp modelId="{BC9C80BE-B221-47BB-8B21-42BCFEDF0659}">
      <dsp:nvSpPr>
        <dsp:cNvPr id="0" name=""/>
        <dsp:cNvSpPr/>
      </dsp:nvSpPr>
      <dsp:spPr>
        <a:xfrm>
          <a:off x="522231" y="2986825"/>
          <a:ext cx="2169841" cy="1405565"/>
        </a:xfrm>
        <a:prstGeom prst="roundRect">
          <a:avLst>
            <a:gd name="adj" fmla="val 10000"/>
          </a:avLst>
        </a:prstGeom>
        <a:solidFill>
          <a:schemeClr val="lt1">
            <a:alpha val="90000"/>
            <a:hueOff val="0"/>
            <a:satOff val="0"/>
            <a:lumOff val="0"/>
            <a:alphaOff val="0"/>
          </a:schemeClr>
        </a:solidFill>
        <a:ln w="25400" cap="flat" cmpd="sng" algn="ctr">
          <a:solidFill>
            <a:srgbClr val="1F92F5"/>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None/>
          </a:pPr>
          <a:r>
            <a:rPr lang="en-US" sz="1500" b="0" i="1" kern="1200" dirty="0">
              <a:latin typeface="Bahnschrift SemiLight Condensed" panose="020B0502040204020203" pitchFamily="34" charset="0"/>
            </a:rPr>
            <a:t>From data to predictions.</a:t>
          </a:r>
          <a:endParaRPr lang="en-US" sz="1500" kern="1200" dirty="0">
            <a:latin typeface="Bahnschrift SemiLight Condensed" panose="020B0502040204020203" pitchFamily="34" charset="0"/>
          </a:endParaRPr>
        </a:p>
      </dsp:txBody>
      <dsp:txXfrm>
        <a:off x="553107" y="3369093"/>
        <a:ext cx="1457136" cy="992421"/>
      </dsp:txXfrm>
    </dsp:sp>
    <dsp:sp modelId="{0B4FA58D-D14A-4AE0-9976-5FD0E13CAE19}">
      <dsp:nvSpPr>
        <dsp:cNvPr id="0" name=""/>
        <dsp:cNvSpPr/>
      </dsp:nvSpPr>
      <dsp:spPr>
        <a:xfrm>
          <a:off x="4062498" y="0"/>
          <a:ext cx="2169841" cy="1405565"/>
        </a:xfrm>
        <a:prstGeom prst="roundRect">
          <a:avLst>
            <a:gd name="adj" fmla="val 10000"/>
          </a:avLst>
        </a:prstGeom>
        <a:solidFill>
          <a:schemeClr val="lt1">
            <a:alpha val="90000"/>
            <a:hueOff val="0"/>
            <a:satOff val="0"/>
            <a:lumOff val="0"/>
            <a:alphaOff val="0"/>
          </a:schemeClr>
        </a:solidFill>
        <a:ln w="25400" cap="flat" cmpd="sng" algn="ctr">
          <a:solidFill>
            <a:srgbClr val="27F51F"/>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r" defTabSz="666750">
            <a:lnSpc>
              <a:spcPct val="90000"/>
            </a:lnSpc>
            <a:spcBef>
              <a:spcPct val="0"/>
            </a:spcBef>
            <a:spcAft>
              <a:spcPct val="15000"/>
            </a:spcAft>
            <a:buNone/>
          </a:pPr>
          <a:r>
            <a:rPr lang="en-US" sz="1500" b="0" i="1" kern="1200" dirty="0">
              <a:latin typeface="Bahnschrift SemiLight Condensed" panose="020B0502040204020203" pitchFamily="34" charset="0"/>
            </a:rPr>
            <a:t>Explore patterns to guide model selection.</a:t>
          </a:r>
          <a:endParaRPr lang="en-US" sz="1500" kern="1200" dirty="0">
            <a:latin typeface="Bahnschrift SemiLight Condensed" panose="020B0502040204020203" pitchFamily="34" charset="0"/>
          </a:endParaRPr>
        </a:p>
      </dsp:txBody>
      <dsp:txXfrm>
        <a:off x="4744326" y="30876"/>
        <a:ext cx="1457136" cy="992421"/>
      </dsp:txXfrm>
    </dsp:sp>
    <dsp:sp modelId="{F7F0949F-C4BF-4BD1-8396-01C988EDB4EB}">
      <dsp:nvSpPr>
        <dsp:cNvPr id="0" name=""/>
        <dsp:cNvSpPr/>
      </dsp:nvSpPr>
      <dsp:spPr>
        <a:xfrm>
          <a:off x="522231" y="0"/>
          <a:ext cx="2169841" cy="1405565"/>
        </a:xfrm>
        <a:prstGeom prst="roundRect">
          <a:avLst>
            <a:gd name="adj" fmla="val 10000"/>
          </a:avLst>
        </a:prstGeom>
        <a:solidFill>
          <a:schemeClr val="lt1">
            <a:alpha val="90000"/>
            <a:hueOff val="0"/>
            <a:satOff val="0"/>
            <a:lumOff val="0"/>
            <a:alphaOff val="0"/>
          </a:schemeClr>
        </a:solidFill>
        <a:ln w="25400" cap="flat" cmpd="sng" algn="ctr">
          <a:solidFill>
            <a:srgbClr val="F5821F"/>
          </a:solidFill>
          <a:prstDash val="solid"/>
        </a:ln>
        <a:effectLst/>
      </dsp:spPr>
      <dsp:style>
        <a:lnRef idx="2">
          <a:scrgbClr r="0" g="0" b="0"/>
        </a:lnRef>
        <a:fillRef idx="1">
          <a:scrgbClr r="0" g="0" b="0"/>
        </a:fillRef>
        <a:effectRef idx="0">
          <a:scrgbClr r="0" g="0" b="0"/>
        </a:effectRef>
        <a:fontRef idx="minor"/>
      </dsp:style>
      <dsp:txBody>
        <a:bodyPr spcFirstLastPara="0" vert="horz" wrap="square" lIns="72390" tIns="72390" rIns="72390" bIns="72390" numCol="1" spcCol="1270" anchor="t" anchorCtr="0">
          <a:noAutofit/>
        </a:bodyPr>
        <a:lstStyle/>
        <a:p>
          <a:pPr marL="114300" lvl="1" indent="-114300" algn="l" defTabSz="666750">
            <a:lnSpc>
              <a:spcPct val="90000"/>
            </a:lnSpc>
            <a:spcBef>
              <a:spcPct val="0"/>
            </a:spcBef>
            <a:spcAft>
              <a:spcPct val="15000"/>
            </a:spcAft>
            <a:buClrTx/>
            <a:buSzTx/>
            <a:buFontTx/>
            <a:buNone/>
          </a:pPr>
          <a:r>
            <a:rPr lang="en-US" sz="1500" b="0" i="1" kern="1200" dirty="0">
              <a:latin typeface="Bahnschrift SemiLight Condensed" panose="020B0502040204020203" pitchFamily="34" charset="0"/>
            </a:rPr>
            <a:t>Transform raw data into clean datasets.</a:t>
          </a:r>
          <a:endParaRPr lang="en-US" sz="1500" kern="1200" dirty="0">
            <a:latin typeface="Bahnschrift SemiLight Condensed" panose="020B0502040204020203" pitchFamily="34" charset="0"/>
          </a:endParaRPr>
        </a:p>
      </dsp:txBody>
      <dsp:txXfrm>
        <a:off x="553107" y="30876"/>
        <a:ext cx="1457136" cy="992421"/>
      </dsp:txXfrm>
    </dsp:sp>
    <dsp:sp modelId="{DE4BCFBE-07D4-484F-B8A3-A2838C59155D}">
      <dsp:nvSpPr>
        <dsp:cNvPr id="0" name=""/>
        <dsp:cNvSpPr/>
      </dsp:nvSpPr>
      <dsp:spPr>
        <a:xfrm>
          <a:off x="1431456" y="250366"/>
          <a:ext cx="1901905" cy="1901905"/>
        </a:xfrm>
        <a:prstGeom prst="pieWedge">
          <a:avLst/>
        </a:prstGeom>
        <a:solidFill>
          <a:srgbClr val="F5821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altLang="zh-HK" sz="2200" kern="1200">
              <a:latin typeface="Bahnschrift SemiBold Condensed" panose="020B0502040204020203" pitchFamily="34" charset="0"/>
            </a:rPr>
            <a:t>Data Cleaning</a:t>
          </a:r>
          <a:endParaRPr lang="en-US" sz="2200" kern="1200">
            <a:latin typeface="Bahnschrift SemiBold Condensed" panose="020B0502040204020203" pitchFamily="34" charset="0"/>
          </a:endParaRPr>
        </a:p>
      </dsp:txBody>
      <dsp:txXfrm>
        <a:off x="1988511" y="807421"/>
        <a:ext cx="1344850" cy="1344850"/>
      </dsp:txXfrm>
    </dsp:sp>
    <dsp:sp modelId="{1DF5853F-F98B-4030-B597-39C16C25BD36}">
      <dsp:nvSpPr>
        <dsp:cNvPr id="0" name=""/>
        <dsp:cNvSpPr/>
      </dsp:nvSpPr>
      <dsp:spPr>
        <a:xfrm rot="5400000">
          <a:off x="3421209" y="250366"/>
          <a:ext cx="1901905" cy="1901905"/>
        </a:xfrm>
        <a:prstGeom prst="pieWedge">
          <a:avLst/>
        </a:prstGeom>
        <a:solidFill>
          <a:srgbClr val="27F51F"/>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altLang="zh-HK" sz="2200" kern="1200">
              <a:latin typeface="Bahnschrift SemiBold Condensed" panose="020B0502040204020203" pitchFamily="34" charset="0"/>
            </a:rPr>
            <a:t>Statistical analysis</a:t>
          </a:r>
          <a:endParaRPr lang="en-US" sz="2200" kern="1200">
            <a:latin typeface="Bahnschrift SemiBold Condensed" panose="020B0502040204020203" pitchFamily="34" charset="0"/>
          </a:endParaRPr>
        </a:p>
      </dsp:txBody>
      <dsp:txXfrm rot="-5400000">
        <a:off x="3421209" y="807421"/>
        <a:ext cx="1344850" cy="1344850"/>
      </dsp:txXfrm>
    </dsp:sp>
    <dsp:sp modelId="{D8C69A57-57BF-4C51-949A-1290EE7F287A}">
      <dsp:nvSpPr>
        <dsp:cNvPr id="0" name=""/>
        <dsp:cNvSpPr/>
      </dsp:nvSpPr>
      <dsp:spPr>
        <a:xfrm rot="10800000">
          <a:off x="3421209" y="2240119"/>
          <a:ext cx="1901905" cy="1901905"/>
        </a:xfrm>
        <a:prstGeom prst="pieWedge">
          <a:avLst/>
        </a:prstGeom>
        <a:solidFill>
          <a:srgbClr val="ED1FF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altLang="zh-HK" sz="2200" kern="1200">
              <a:latin typeface="Bahnschrift SemiBold Condensed" panose="020B0502040204020203" pitchFamily="34" charset="0"/>
            </a:rPr>
            <a:t>Machine learning model</a:t>
          </a:r>
          <a:endParaRPr lang="en-US" sz="2200" kern="1200">
            <a:latin typeface="Bahnschrift SemiBold Condensed" panose="020B0502040204020203" pitchFamily="34" charset="0"/>
          </a:endParaRPr>
        </a:p>
      </dsp:txBody>
      <dsp:txXfrm rot="10800000">
        <a:off x="3421209" y="2240119"/>
        <a:ext cx="1344850" cy="1344850"/>
      </dsp:txXfrm>
    </dsp:sp>
    <dsp:sp modelId="{55202D7D-2418-4D05-A42E-EBCA2EEAFECB}">
      <dsp:nvSpPr>
        <dsp:cNvPr id="0" name=""/>
        <dsp:cNvSpPr/>
      </dsp:nvSpPr>
      <dsp:spPr>
        <a:xfrm rot="16200000">
          <a:off x="1431456" y="2240119"/>
          <a:ext cx="1901905" cy="1901905"/>
        </a:xfrm>
        <a:prstGeom prst="pieWedge">
          <a:avLst/>
        </a:prstGeom>
        <a:solidFill>
          <a:srgbClr val="1F92F5"/>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6464" tIns="156464" rIns="156464" bIns="156464" numCol="1" spcCol="1270" anchor="ctr" anchorCtr="0">
          <a:noAutofit/>
        </a:bodyPr>
        <a:lstStyle/>
        <a:p>
          <a:pPr marL="0" lvl="0" indent="0" algn="ctr" defTabSz="977900">
            <a:lnSpc>
              <a:spcPct val="90000"/>
            </a:lnSpc>
            <a:spcBef>
              <a:spcPct val="0"/>
            </a:spcBef>
            <a:spcAft>
              <a:spcPct val="35000"/>
            </a:spcAft>
            <a:buNone/>
          </a:pPr>
          <a:r>
            <a:rPr lang="en-US" altLang="zh-HK" sz="2200" kern="1200">
              <a:latin typeface="Bahnschrift SemiBold Condensed" panose="020B0502040204020203" pitchFamily="34" charset="0"/>
            </a:rPr>
            <a:t>Summary &amp; Suggestion</a:t>
          </a:r>
          <a:endParaRPr lang="en-US" sz="2200" kern="1200">
            <a:latin typeface="Bahnschrift SemiBold Condensed" panose="020B0502040204020203" pitchFamily="34" charset="0"/>
          </a:endParaRPr>
        </a:p>
      </dsp:txBody>
      <dsp:txXfrm rot="5400000">
        <a:off x="1988511" y="2240119"/>
        <a:ext cx="1344850" cy="1344850"/>
      </dsp:txXfrm>
    </dsp:sp>
    <dsp:sp modelId="{CDA8FF58-60C6-491D-88A2-CE8AFB7EFCED}">
      <dsp:nvSpPr>
        <dsp:cNvPr id="0" name=""/>
        <dsp:cNvSpPr/>
      </dsp:nvSpPr>
      <dsp:spPr>
        <a:xfrm>
          <a:off x="3048954" y="1800880"/>
          <a:ext cx="656662" cy="571010"/>
        </a:xfrm>
        <a:prstGeom prst="circularArrow">
          <a:avLst/>
        </a:prstGeom>
        <a:solidFill>
          <a:schemeClr val="accent4">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 modelId="{AB880933-057F-4AD2-A1E0-E3602FEFE832}">
      <dsp:nvSpPr>
        <dsp:cNvPr id="0" name=""/>
        <dsp:cNvSpPr/>
      </dsp:nvSpPr>
      <dsp:spPr>
        <a:xfrm rot="10800000">
          <a:off x="3048954" y="2020499"/>
          <a:ext cx="656662" cy="571010"/>
        </a:xfrm>
        <a:prstGeom prst="circularArrow">
          <a:avLst/>
        </a:prstGeom>
        <a:solidFill>
          <a:schemeClr val="accent4">
            <a:tint val="40000"/>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dsp:style>
    </dsp:sp>
  </dsp:spTree>
</dsp:drawing>
</file>

<file path=ppt/diagrams/layout1.xml><?xml version="1.0" encoding="utf-8"?>
<dgm:layoutDef xmlns:dgm="http://schemas.openxmlformats.org/drawingml/2006/diagram" xmlns:a="http://schemas.openxmlformats.org/drawingml/2006/main" uniqueId="urn:microsoft.com/office/officeart/2005/8/layout/cycle4">
  <dgm:title val=""/>
  <dgm:desc val=""/>
  <dgm:catLst>
    <dgm:cat type="relationship" pri="26000"/>
    <dgm:cat type="cycle" pri="13000"/>
    <dgm:cat type="matrix" pri="40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 modelId="4">
          <dgm:prSet phldr="1"/>
        </dgm:pt>
        <dgm:pt modelId="41">
          <dgm:prSet phldr="1"/>
        </dgm:pt>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ampData>
  <dgm:style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cycleMatrixDiagram">
    <dgm:varLst>
      <dgm:chMax val="1"/>
      <dgm:dir/>
      <dgm:animLvl val="lvl"/>
      <dgm:resizeHandles val="exact"/>
    </dgm:varLst>
    <dgm:alg type="composite">
      <dgm:param type="ar" val="1.3"/>
    </dgm:alg>
    <dgm:shape xmlns:r="http://schemas.openxmlformats.org/officeDocument/2006/relationships" r:blip="">
      <dgm:adjLst/>
    </dgm:shape>
    <dgm:presOf/>
    <dgm:constrLst>
      <dgm:constr type="w" for="ch" forName="children" refType="w"/>
      <dgm:constr type="h" for="ch" forName="children" refType="w" refFor="ch" refForName="children" fact="0.77"/>
      <dgm:constr type="ctrX" for="ch" forName="children" refType="w" fact="0.5"/>
      <dgm:constr type="ctrY" for="ch" forName="children" refType="h" fact="0.5"/>
      <dgm:constr type="w" for="ch" forName="circle" refType="w"/>
      <dgm:constr type="h" for="ch" forName="circle" refType="h"/>
      <dgm:constr type="ctrX" for="ch" forName="circle" refType="w" fact="0.5"/>
      <dgm:constr type="ctrY" for="ch" forName="circle" refType="h" fact="0.5"/>
      <dgm:constr type="w" for="ch" forName="center1" refType="w" fact="0.115"/>
      <dgm:constr type="h" for="ch" forName="center1" refType="w" fact="0.1"/>
      <dgm:constr type="ctrX" for="ch" forName="center1" refType="w" fact="0.5"/>
      <dgm:constr type="ctrY" for="ch" forName="center1" refType="h" fact="0.475"/>
      <dgm:constr type="w" for="ch" forName="center2" refType="w" fact="0.115"/>
      <dgm:constr type="h" for="ch" forName="center2" refType="w" fact="0.1"/>
      <dgm:constr type="ctrX" for="ch" forName="center2" refType="w" fact="0.5"/>
      <dgm:constr type="ctrY" for="ch" forName="center2" refType="h" fact="0.525"/>
    </dgm:constrLst>
    <dgm:ruleLst/>
    <dgm:choose name="Name0">
      <dgm:if name="Name1" axis="ch" ptType="node" func="cnt" op="gte" val="1">
        <dgm:layoutNode name="children">
          <dgm:alg type="composite">
            <dgm:param type="ar" val="1.3"/>
          </dgm:alg>
          <dgm:shape xmlns:r="http://schemas.openxmlformats.org/officeDocument/2006/relationships" r:blip="">
            <dgm:adjLst/>
          </dgm:shape>
          <dgm:presOf/>
          <dgm:choose name="Name2">
            <dgm:if name="Name3" func="var" arg="dir" op="equ" val="norm">
              <dgm:constrLst>
                <dgm:constr type="primFontSz" for="des" ptType="node" op="equ" val="65"/>
                <dgm:constr type="w" for="ch" forName="child1group" refType="w" fact="0.38"/>
                <dgm:constr type="h" for="ch" forName="child1group" refType="h" fact="0.32"/>
                <dgm:constr type="t" for="ch" forName="child1group"/>
                <dgm:constr type="l" for="ch" forName="child1group"/>
                <dgm:constr type="w" for="ch" forName="child2group" refType="w" fact="0.38"/>
                <dgm:constr type="h" for="ch" forName="child2group" refType="h" fact="0.32"/>
                <dgm:constr type="t" for="ch" forName="child2group"/>
                <dgm:constr type="r" for="ch" forName="child2group" refType="w"/>
                <dgm:constr type="w" for="ch" forName="child3group" refType="w" fact="0.38"/>
                <dgm:constr type="h" for="ch" forName="child3group" refType="h" fact="0.32"/>
                <dgm:constr type="b" for="ch" forName="child3group" refType="h"/>
                <dgm:constr type="r" for="ch" forName="child3group" refType="w"/>
                <dgm:constr type="w" for="ch" forName="child4group" refType="w" fact="0.38"/>
                <dgm:constr type="h" for="ch" forName="child4group" refType="h" fact="0.32"/>
                <dgm:constr type="b" for="ch" forName="child4group" refType="h"/>
                <dgm:constr type="l" for="ch" forName="child4group"/>
              </dgm:constrLst>
            </dgm:if>
            <dgm:else name="Name4">
              <dgm:constrLst>
                <dgm:constr type="primFontSz" for="des" ptType="node" op="equ" val="65"/>
                <dgm:constr type="w" for="ch" forName="child1group" refType="w" fact="0.38"/>
                <dgm:constr type="h" for="ch" forName="child1group" refType="h" fact="0.32"/>
                <dgm:constr type="t" for="ch" forName="child1group"/>
                <dgm:constr type="r" for="ch" forName="child1group" refType="w"/>
                <dgm:constr type="w" for="ch" forName="child2group" refType="w" fact="0.38"/>
                <dgm:constr type="h" for="ch" forName="child2group" refType="h" fact="0.32"/>
                <dgm:constr type="t" for="ch" forName="child2group"/>
                <dgm:constr type="l" for="ch" forName="child2group"/>
                <dgm:constr type="w" for="ch" forName="child3group" refType="w" fact="0.38"/>
                <dgm:constr type="h" for="ch" forName="child3group" refType="h" fact="0.32"/>
                <dgm:constr type="b" for="ch" forName="child3group" refType="h"/>
                <dgm:constr type="l" for="ch" forName="child3group"/>
                <dgm:constr type="w" for="ch" forName="child4group" refType="w" fact="0.38"/>
                <dgm:constr type="h" for="ch" forName="child4group" refType="h" fact="0.32"/>
                <dgm:constr type="b" for="ch" forName="child4group" refType="h"/>
                <dgm:constr type="r" for="ch" forName="child4group" refType="w"/>
              </dgm:constrLst>
            </dgm:else>
          </dgm:choose>
          <dgm:ruleLst/>
          <dgm:choose name="Name5">
            <dgm:if name="Name6" axis="ch ch" ptType="node node" st="1 1" cnt="1 0" func="cnt" op="gte" val="1">
              <dgm:layoutNode name="child1group">
                <dgm:alg type="composite">
                  <dgm:param type="horzAlign" val="none"/>
                  <dgm:param type="vertAlign" val="none"/>
                </dgm:alg>
                <dgm:shape xmlns:r="http://schemas.openxmlformats.org/officeDocument/2006/relationships" r:blip="">
                  <dgm:adjLst/>
                </dgm:shape>
                <dgm:presOf/>
                <dgm:choose name="Name7">
                  <dgm:if name="Name8" func="var" arg="dir" op="equ" val="norm">
                    <dgm:constrLst>
                      <dgm:constr type="w" for="ch" forName="child1" refType="w"/>
                      <dgm:constr type="h" for="ch" forName="child1" refType="h"/>
                      <dgm:constr type="t" for="ch" forName="child1"/>
                      <dgm:constr type="l" for="ch" forName="child1"/>
                      <dgm:constr type="w" for="ch" forName="child1Text" refType="w" fact="0.7"/>
                      <dgm:constr type="h" for="ch" forName="child1Text" refType="h" fact="0.75"/>
                      <dgm:constr type="t" for="ch" forName="child1Text"/>
                      <dgm:constr type="l" for="ch" forName="child1Text"/>
                    </dgm:constrLst>
                  </dgm:if>
                  <dgm:else name="Name9">
                    <dgm:constrLst>
                      <dgm:constr type="w" for="ch" forName="child1" refType="w"/>
                      <dgm:constr type="h" for="ch" forName="child1" refType="h"/>
                      <dgm:constr type="t" for="ch" forName="child1"/>
                      <dgm:constr type="r" for="ch" forName="child1" refType="w"/>
                      <dgm:constr type="w" for="ch" forName="child1Text" refType="w" fact="0.7"/>
                      <dgm:constr type="h" for="ch" forName="child1Text" refType="h" fact="0.75"/>
                      <dgm:constr type="t" for="ch" forName="child1Text"/>
                      <dgm:constr type="r" for="ch" forName="child1Text" refType="w"/>
                    </dgm:constrLst>
                  </dgm:else>
                </dgm:choose>
                <dgm:ruleLst/>
                <dgm:layoutNode name="child1" styleLbl="bgAcc1">
                  <dgm:alg type="sp"/>
                  <dgm:shape xmlns:r="http://schemas.openxmlformats.org/officeDocument/2006/relationships" type="roundRect" r:blip="" zOrderOff="-2">
                    <dgm:adjLst>
                      <dgm:adj idx="1" val="0.1"/>
                    </dgm:adjLst>
                  </dgm:shape>
                  <dgm:presOf axis="ch des" ptType="node node" st="1 1" cnt="1 0"/>
                  <dgm:constrLst/>
                  <dgm:ruleLst/>
                </dgm:layoutNode>
                <dgm:layoutNode name="child1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1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0"/>
          </dgm:choose>
          <dgm:choose name="Name11">
            <dgm:if name="Name12" axis="ch ch" ptType="node node" st="2 1" cnt="1 0" func="cnt" op="gte" val="1">
              <dgm:layoutNode name="child2group">
                <dgm:alg type="composite">
                  <dgm:param type="horzAlign" val="none"/>
                  <dgm:param type="vertAlign" val="none"/>
                </dgm:alg>
                <dgm:shape xmlns:r="http://schemas.openxmlformats.org/officeDocument/2006/relationships" r:blip="">
                  <dgm:adjLst/>
                </dgm:shape>
                <dgm:choose name="Name13">
                  <dgm:if name="Name14" func="var" arg="dir" op="equ" val="norm">
                    <dgm:constrLst>
                      <dgm:constr type="w" for="ch" forName="child2" refType="w"/>
                      <dgm:constr type="h" for="ch" forName="child2" refType="h"/>
                      <dgm:constr type="t" for="ch" forName="child2"/>
                      <dgm:constr type="r" for="ch" forName="child2" refType="w"/>
                      <dgm:constr type="w" for="ch" forName="child2Text" refType="w" fact="0.7"/>
                      <dgm:constr type="h" for="ch" forName="child2Text" refType="h" fact="0.75"/>
                      <dgm:constr type="t" for="ch" forName="child2Text"/>
                      <dgm:constr type="r" for="ch" forName="child2Text" refType="w"/>
                    </dgm:constrLst>
                  </dgm:if>
                  <dgm:else name="Name15">
                    <dgm:constrLst>
                      <dgm:constr type="w" for="ch" forName="child2" refType="w"/>
                      <dgm:constr type="h" for="ch" forName="child2" refType="h"/>
                      <dgm:constr type="t" for="ch" forName="child2"/>
                      <dgm:constr type="l" for="ch" forName="child2"/>
                      <dgm:constr type="w" for="ch" forName="child2Text" refType="w" fact="0.7"/>
                      <dgm:constr type="h" for="ch" forName="child2Text" refType="h" fact="0.75"/>
                      <dgm:constr type="t" for="ch" forName="child2Text"/>
                      <dgm:constr type="l" for="ch" forName="child2Text"/>
                    </dgm:constrLst>
                  </dgm:else>
                </dgm:choose>
                <dgm:ruleLst/>
                <dgm:layoutNode name="child2" styleLbl="bgAcc1">
                  <dgm:alg type="sp"/>
                  <dgm:shape xmlns:r="http://schemas.openxmlformats.org/officeDocument/2006/relationships" type="roundRect" r:blip="" zOrderOff="-2">
                    <dgm:adjLst>
                      <dgm:adj idx="1" val="0.1"/>
                    </dgm:adjLst>
                  </dgm:shape>
                  <dgm:presOf axis="ch des" ptType="node node" st="2 1" cnt="1 0"/>
                  <dgm:constrLst/>
                  <dgm:ruleLst/>
                </dgm:layoutNode>
                <dgm:layoutNode name="child2Text" styleLbl="bgAcc1">
                  <dgm:varLst>
                    <dgm:bulletEnabled val="1"/>
                  </dgm:varLst>
                  <dgm:alg type="tx">
                    <dgm:param type="stBulletLvl" val="1"/>
                  </dgm:alg>
                  <dgm:shape xmlns:r="http://schemas.openxmlformats.org/officeDocument/2006/relationships" type="roundRect" r:blip="" zOrderOff="-2" hideGeom="1">
                    <dgm:adjLst>
                      <dgm:adj idx="1" val="0.1"/>
                    </dgm:adjLst>
                  </dgm:shape>
                  <dgm:presOf axis="ch des" ptType="node node" st="2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16"/>
          </dgm:choose>
          <dgm:choose name="Name17">
            <dgm:if name="Name18" axis="ch ch" ptType="node node" st="3 1" cnt="1 0" func="cnt" op="gte" val="1">
              <dgm:layoutNode name="child3group">
                <dgm:alg type="composite">
                  <dgm:param type="horzAlign" val="none"/>
                  <dgm:param type="vertAlign" val="none"/>
                </dgm:alg>
                <dgm:shape xmlns:r="http://schemas.openxmlformats.org/officeDocument/2006/relationships" r:blip="">
                  <dgm:adjLst/>
                </dgm:shape>
                <dgm:presOf/>
                <dgm:choose name="Name19">
                  <dgm:if name="Name20" func="var" arg="dir" op="equ" val="norm">
                    <dgm:constrLst>
                      <dgm:constr type="w" for="ch" forName="child3" refType="w"/>
                      <dgm:constr type="h" for="ch" forName="child3" refType="h"/>
                      <dgm:constr type="b" for="ch" forName="child3" refType="h"/>
                      <dgm:constr type="r" for="ch" forName="child3" refType="w"/>
                      <dgm:constr type="w" for="ch" forName="child3Text" refType="w" fact="0.7"/>
                      <dgm:constr type="h" for="ch" forName="child3Text" refType="h" fact="0.75"/>
                      <dgm:constr type="b" for="ch" forName="child3Text" refType="h"/>
                      <dgm:constr type="r" for="ch" forName="child3Text" refType="w"/>
                    </dgm:constrLst>
                  </dgm:if>
                  <dgm:else name="Name21">
                    <dgm:constrLst>
                      <dgm:constr type="w" for="ch" forName="child3" refType="w"/>
                      <dgm:constr type="h" for="ch" forName="child3" refType="h"/>
                      <dgm:constr type="b" for="ch" forName="child3" refType="h"/>
                      <dgm:constr type="l" for="ch" forName="child3"/>
                      <dgm:constr type="w" for="ch" forName="child3Text" refType="w" fact="0.7"/>
                      <dgm:constr type="h" for="ch" forName="child3Text" refType="h" fact="0.75"/>
                      <dgm:constr type="b" for="ch" forName="child3Text" refType="h"/>
                      <dgm:constr type="l" for="ch" forName="child3Text"/>
                    </dgm:constrLst>
                  </dgm:else>
                </dgm:choose>
                <dgm:ruleLst/>
                <dgm:layoutNode name="child3" styleLbl="bgAcc1">
                  <dgm:alg type="sp"/>
                  <dgm:shape xmlns:r="http://schemas.openxmlformats.org/officeDocument/2006/relationships" type="roundRect" r:blip="" zOrderOff="-4">
                    <dgm:adjLst>
                      <dgm:adj idx="1" val="0.1"/>
                    </dgm:adjLst>
                  </dgm:shape>
                  <dgm:presOf axis="ch des" ptType="node node" st="3 1" cnt="1 0"/>
                  <dgm:constrLst/>
                  <dgm:ruleLst/>
                </dgm:layoutNode>
                <dgm:layoutNode name="child3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3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2"/>
          </dgm:choose>
          <dgm:choose name="Name23">
            <dgm:if name="Name24" axis="ch ch" ptType="node node" st="4 1" cnt="1 0" func="cnt" op="gte" val="1">
              <dgm:layoutNode name="child4group">
                <dgm:alg type="composite">
                  <dgm:param type="horzAlign" val="none"/>
                  <dgm:param type="vertAlign" val="none"/>
                </dgm:alg>
                <dgm:shape xmlns:r="http://schemas.openxmlformats.org/officeDocument/2006/relationships" r:blip="">
                  <dgm:adjLst/>
                </dgm:shape>
                <dgm:presOf/>
                <dgm:choose name="Name25">
                  <dgm:if name="Name26" func="var" arg="dir" op="equ" val="norm">
                    <dgm:constrLst>
                      <dgm:constr type="w" for="ch" forName="child4" refType="w"/>
                      <dgm:constr type="h" for="ch" forName="child4" refType="h"/>
                      <dgm:constr type="b" for="ch" forName="child4" refType="h"/>
                      <dgm:constr type="l" for="ch" forName="child4"/>
                      <dgm:constr type="w" for="ch" forName="child4Text" refType="w" fact="0.7"/>
                      <dgm:constr type="h" for="ch" forName="child4Text" refType="h" fact="0.75"/>
                      <dgm:constr type="b" for="ch" forName="child4Text" refType="h"/>
                      <dgm:constr type="l" for="ch" forName="child4Text"/>
                    </dgm:constrLst>
                  </dgm:if>
                  <dgm:else name="Name27">
                    <dgm:constrLst>
                      <dgm:constr type="w" for="ch" forName="child4" refType="w"/>
                      <dgm:constr type="h" for="ch" forName="child4" refType="h"/>
                      <dgm:constr type="b" for="ch" forName="child4" refType="h"/>
                      <dgm:constr type="r" for="ch" forName="child4" refType="w"/>
                      <dgm:constr type="w" for="ch" forName="child4Text" refType="w" fact="0.7"/>
                      <dgm:constr type="h" for="ch" forName="child4Text" refType="h" fact="0.75"/>
                      <dgm:constr type="b" for="ch" forName="child4Text" refType="h"/>
                      <dgm:constr type="r" for="ch" forName="child4Text" refType="w"/>
                    </dgm:constrLst>
                  </dgm:else>
                </dgm:choose>
                <dgm:ruleLst/>
                <dgm:layoutNode name="child4" styleLbl="bgAcc1">
                  <dgm:alg type="sp"/>
                  <dgm:shape xmlns:r="http://schemas.openxmlformats.org/officeDocument/2006/relationships" type="roundRect" r:blip="" zOrderOff="-4">
                    <dgm:adjLst>
                      <dgm:adj idx="1" val="0.1"/>
                    </dgm:adjLst>
                  </dgm:shape>
                  <dgm:presOf axis="ch des" ptType="node node" st="4 1" cnt="1 0"/>
                  <dgm:constrLst/>
                  <dgm:ruleLst/>
                </dgm:layoutNode>
                <dgm:layoutNode name="child4Text" styleLbl="bgAcc1">
                  <dgm:varLst>
                    <dgm:bulletEnabled val="1"/>
                  </dgm:varLst>
                  <dgm:alg type="tx">
                    <dgm:param type="stBulletLvl" val="1"/>
                  </dgm:alg>
                  <dgm:shape xmlns:r="http://schemas.openxmlformats.org/officeDocument/2006/relationships" type="roundRect" r:blip="" zOrderOff="-4" hideGeom="1">
                    <dgm:adjLst>
                      <dgm:adj idx="1" val="0.1"/>
                    </dgm:adjLst>
                  </dgm:shape>
                  <dgm:presOf axis="ch des" ptType="node node" st="4 1" cnt="1 0"/>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if>
            <dgm:else name="Name28"/>
          </dgm:choose>
          <dgm:layoutNode name="childPlaceholder">
            <dgm:alg type="sp"/>
            <dgm:shape xmlns:r="http://schemas.openxmlformats.org/officeDocument/2006/relationships" r:blip="">
              <dgm:adjLst/>
            </dgm:shape>
            <dgm:presOf/>
            <dgm:constrLst/>
            <dgm:ruleLst/>
          </dgm:layoutNode>
        </dgm:layoutNode>
        <dgm:layoutNode name="circle">
          <dgm:alg type="composite">
            <dgm:param type="ar" val="1"/>
          </dgm:alg>
          <dgm:shape xmlns:r="http://schemas.openxmlformats.org/officeDocument/2006/relationships" r:blip="">
            <dgm:adjLst/>
          </dgm:shape>
          <dgm:presOf/>
          <dgm:choose name="Name29">
            <dgm:if name="Name30" func="var" arg="dir" op="equ" val="norm">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r" for="ch" forName="quadrant1" refType="w" fact="0.5"/>
                <dgm:constr type="r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l" for="ch" forName="quadrant2" refType="w" fact="0.5"/>
                <dgm:constr type="l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l" for="ch" forName="quadrant3" refType="w" fact="0.5"/>
                <dgm:constr type="l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r" for="ch" forName="quadrant4" refType="w" fact="0.5"/>
                <dgm:constr type="rOff" for="ch" forName="quadrant4" refType="w" fact="-0.01"/>
              </dgm:constrLst>
            </dgm:if>
            <dgm:else name="Name31">
              <dgm:constrLst>
                <dgm:constr type="primFontSz" for="ch" ptType="node" op="equ" val="65"/>
                <dgm:constr type="w" for="ch" forName="quadrant1" refType="w" fact="0.433"/>
                <dgm:constr type="h" for="ch" forName="quadrant1" refType="h" fact="0.433"/>
                <dgm:constr type="b" for="ch" forName="quadrant1" refType="h" fact="0.5"/>
                <dgm:constr type="bOff" for="ch" forName="quadrant1" refType="h" fact="-0.01"/>
                <dgm:constr type="l" for="ch" forName="quadrant1" refType="w" fact="0.5"/>
                <dgm:constr type="lOff" for="ch" forName="quadrant1" refType="w" fact="0.01"/>
                <dgm:constr type="w" for="ch" forName="quadrant2" refType="w" fact="0.433"/>
                <dgm:constr type="h" for="ch" forName="quadrant2" refType="h" fact="0.433"/>
                <dgm:constr type="b" for="ch" forName="quadrant2" refType="h" fact="0.5"/>
                <dgm:constr type="bOff" for="ch" forName="quadrant2" refType="h" fact="-0.01"/>
                <dgm:constr type="r" for="ch" forName="quadrant2" refType="w" fact="0.5"/>
                <dgm:constr type="rOff" for="ch" forName="quadrant2" refType="w" fact="-0.01"/>
                <dgm:constr type="w" for="ch" forName="quadrant3" refType="w" fact="0.433"/>
                <dgm:constr type="h" for="ch" forName="quadrant3" refType="h" fact="0.433"/>
                <dgm:constr type="t" for="ch" forName="quadrant3" refType="h" fact="0.5"/>
                <dgm:constr type="tOff" for="ch" forName="quadrant3" refType="h" fact="0.01"/>
                <dgm:constr type="r" for="ch" forName="quadrant3" refType="w" fact="0.5"/>
                <dgm:constr type="rOff" for="ch" forName="quadrant3" refType="w" fact="-0.01"/>
                <dgm:constr type="w" for="ch" forName="quadrant4" refType="w" fact="0.433"/>
                <dgm:constr type="h" for="ch" forName="quadrant4" refType="h" fact="0.433"/>
                <dgm:constr type="t" for="ch" forName="quadrant4" refType="h" fact="0.5"/>
                <dgm:constr type="tOff" for="ch" forName="quadrant4" refType="h" fact="0.01"/>
                <dgm:constr type="l" for="ch" forName="quadrant4" refType="w" fact="0.5"/>
                <dgm:constr type="lOff" for="ch" forName="quadrant4" refType="w" fact="0.01"/>
              </dgm:constrLst>
            </dgm:else>
          </dgm:choose>
          <dgm:ruleLst/>
          <dgm:layoutNode name="quadrant1" styleLbl="node1">
            <dgm:varLst>
              <dgm:chMax val="1"/>
              <dgm:bulletEnabled val="1"/>
            </dgm:varLst>
            <dgm:alg type="tx"/>
            <dgm:choose name="Name32">
              <dgm:if name="Name33" func="var" arg="dir" op="equ" val="norm">
                <dgm:shape xmlns:r="http://schemas.openxmlformats.org/officeDocument/2006/relationships" type="pieWedge" r:blip="">
                  <dgm:adjLst/>
                </dgm:shape>
              </dgm:if>
              <dgm:else name="Name34">
                <dgm:shape xmlns:r="http://schemas.openxmlformats.org/officeDocument/2006/relationships" rot="90" type="pieWedge" r:blip="">
                  <dgm:adjLst/>
                </dgm:shape>
              </dgm:else>
            </dgm:choose>
            <dgm:presOf axis="ch" ptType="node" cnt="1"/>
            <dgm:constrLst/>
            <dgm:ruleLst>
              <dgm:rule type="primFontSz" val="5" fact="NaN" max="NaN"/>
            </dgm:ruleLst>
          </dgm:layoutNode>
          <dgm:layoutNode name="quadrant2" styleLbl="node1">
            <dgm:varLst>
              <dgm:chMax val="1"/>
              <dgm:bulletEnabled val="1"/>
            </dgm:varLst>
            <dgm:alg type="tx"/>
            <dgm:choose name="Name35">
              <dgm:if name="Name36" func="var" arg="dir" op="equ" val="norm">
                <dgm:shape xmlns:r="http://schemas.openxmlformats.org/officeDocument/2006/relationships" rot="90" type="pieWedge" r:blip="">
                  <dgm:adjLst/>
                </dgm:shape>
              </dgm:if>
              <dgm:else name="Name37">
                <dgm:shape xmlns:r="http://schemas.openxmlformats.org/officeDocument/2006/relationships" type="pieWedge" r:blip="">
                  <dgm:adjLst/>
                </dgm:shape>
              </dgm:else>
            </dgm:choose>
            <dgm:presOf axis="ch" ptType="node" st="2" cnt="1"/>
            <dgm:constrLst/>
            <dgm:ruleLst>
              <dgm:rule type="primFontSz" val="5" fact="NaN" max="NaN"/>
            </dgm:ruleLst>
          </dgm:layoutNode>
          <dgm:layoutNode name="quadrant3" styleLbl="node1">
            <dgm:varLst>
              <dgm:chMax val="1"/>
              <dgm:bulletEnabled val="1"/>
            </dgm:varLst>
            <dgm:alg type="tx"/>
            <dgm:choose name="Name38">
              <dgm:if name="Name39" func="var" arg="dir" op="equ" val="norm">
                <dgm:shape xmlns:r="http://schemas.openxmlformats.org/officeDocument/2006/relationships" rot="180" type="pieWedge" r:blip="">
                  <dgm:adjLst/>
                </dgm:shape>
              </dgm:if>
              <dgm:else name="Name40">
                <dgm:shape xmlns:r="http://schemas.openxmlformats.org/officeDocument/2006/relationships" rot="270" type="pieWedge" r:blip="">
                  <dgm:adjLst/>
                </dgm:shape>
              </dgm:else>
            </dgm:choose>
            <dgm:presOf axis="ch" ptType="node" st="3" cnt="1"/>
            <dgm:constrLst/>
            <dgm:ruleLst>
              <dgm:rule type="primFontSz" val="5" fact="NaN" max="NaN"/>
            </dgm:ruleLst>
          </dgm:layoutNode>
          <dgm:layoutNode name="quadrant4" styleLbl="node1">
            <dgm:varLst>
              <dgm:chMax val="1"/>
              <dgm:bulletEnabled val="1"/>
            </dgm:varLst>
            <dgm:alg type="tx"/>
            <dgm:choose name="Name41">
              <dgm:if name="Name42" func="var" arg="dir" op="equ" val="norm">
                <dgm:shape xmlns:r="http://schemas.openxmlformats.org/officeDocument/2006/relationships" rot="270" type="pieWedge" r:blip="">
                  <dgm:adjLst/>
                </dgm:shape>
              </dgm:if>
              <dgm:else name="Name43">
                <dgm:shape xmlns:r="http://schemas.openxmlformats.org/officeDocument/2006/relationships" rot="180" type="pieWedge" r:blip="">
                  <dgm:adjLst/>
                </dgm:shape>
              </dgm:else>
            </dgm:choose>
            <dgm:presOf axis="ch" ptType="node" st="4" cnt="1"/>
            <dgm:constrLst/>
            <dgm:ruleLst>
              <dgm:rule type="primFontSz" val="5" fact="NaN" max="NaN"/>
            </dgm:ruleLst>
          </dgm:layoutNode>
          <dgm:layoutNode name="quadrantPlaceholder">
            <dgm:alg type="sp"/>
            <dgm:shape xmlns:r="http://schemas.openxmlformats.org/officeDocument/2006/relationships" r:blip="">
              <dgm:adjLst/>
            </dgm:shape>
            <dgm:presOf/>
            <dgm:constrLst/>
            <dgm:ruleLst/>
          </dgm:layoutNode>
        </dgm:layoutNode>
        <dgm:layoutNode name="center1" styleLbl="fgShp">
          <dgm:alg type="sp"/>
          <dgm:choose name="Name44">
            <dgm:if name="Name45" func="var" arg="dir" op="equ" val="norm">
              <dgm:shape xmlns:r="http://schemas.openxmlformats.org/officeDocument/2006/relationships" type="circularArrow" r:blip="" zOrderOff="16">
                <dgm:adjLst/>
              </dgm:shape>
            </dgm:if>
            <dgm:else name="Name46">
              <dgm:shape xmlns:r="http://schemas.openxmlformats.org/officeDocument/2006/relationships" rot="180" type="leftCircularArrow" r:blip="" zOrderOff="16">
                <dgm:adjLst/>
              </dgm:shape>
            </dgm:else>
          </dgm:choose>
          <dgm:presOf/>
          <dgm:constrLst/>
          <dgm:ruleLst/>
        </dgm:layoutNode>
        <dgm:layoutNode name="center2" styleLbl="fgShp">
          <dgm:alg type="sp"/>
          <dgm:choose name="Name47">
            <dgm:if name="Name48" func="var" arg="dir" op="equ" val="norm">
              <dgm:shape xmlns:r="http://schemas.openxmlformats.org/officeDocument/2006/relationships" rot="180" type="circularArrow" r:blip="" zOrderOff="16">
                <dgm:adjLst/>
              </dgm:shape>
            </dgm:if>
            <dgm:else name="Name49">
              <dgm:shape xmlns:r="http://schemas.openxmlformats.org/officeDocument/2006/relationships" type="leftCircularArrow" r:blip="" zOrderOff="16">
                <dgm:adjLst/>
              </dgm:shape>
            </dgm:else>
          </dgm:choose>
          <dgm:presOf/>
          <dgm:constrLst/>
          <dgm:ruleLst/>
        </dgm:layoutNode>
      </dgm:if>
      <dgm:else name="Name50"/>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1963D315-076B-4472-B8C6-FF2E14E63F74}"/>
              </a:ext>
            </a:extLst>
          </p:cNvPr>
          <p:cNvSpPr>
            <a:spLocks noGrp="1"/>
          </p:cNvSpPr>
          <p:nvPr>
            <p:ph type="hdr" sz="quarter"/>
          </p:nvPr>
        </p:nvSpPr>
        <p:spPr>
          <a:xfrm>
            <a:off x="0" y="0"/>
            <a:ext cx="2919413" cy="493713"/>
          </a:xfrm>
          <a:prstGeom prst="rect">
            <a:avLst/>
          </a:prstGeom>
        </p:spPr>
        <p:txBody>
          <a:bodyPr vert="horz" wrap="square" lIns="90754" tIns="45377" rIns="90754" bIns="45377" numCol="1" anchor="t" anchorCtr="0" compatLnSpc="1">
            <a:prstTxWarp prst="textNoShape">
              <a:avLst/>
            </a:prstTxWarp>
          </a:bodyPr>
          <a:lstStyle>
            <a:lvl1pPr>
              <a:defRPr sz="1200">
                <a:latin typeface="Times" charset="0"/>
              </a:defRPr>
            </a:lvl1pPr>
          </a:lstStyle>
          <a:p>
            <a:pPr>
              <a:defRPr/>
            </a:pPr>
            <a:endParaRPr lang="en-US" altLang="en-US"/>
          </a:p>
        </p:txBody>
      </p:sp>
      <p:sp>
        <p:nvSpPr>
          <p:cNvPr id="3" name="Date Placeholder 2">
            <a:extLst>
              <a:ext uri="{FF2B5EF4-FFF2-40B4-BE49-F238E27FC236}">
                <a16:creationId xmlns:a16="http://schemas.microsoft.com/office/drawing/2014/main" id="{3B456371-5505-483E-9029-F438B26EBB9E}"/>
              </a:ext>
            </a:extLst>
          </p:cNvPr>
          <p:cNvSpPr>
            <a:spLocks noGrp="1"/>
          </p:cNvSpPr>
          <p:nvPr>
            <p:ph type="dt" sz="quarter" idx="1"/>
          </p:nvPr>
        </p:nvSpPr>
        <p:spPr>
          <a:xfrm>
            <a:off x="3814763" y="0"/>
            <a:ext cx="2919412" cy="493713"/>
          </a:xfrm>
          <a:prstGeom prst="rect">
            <a:avLst/>
          </a:prstGeom>
        </p:spPr>
        <p:txBody>
          <a:bodyPr vert="horz" wrap="square" lIns="90754" tIns="45377" rIns="90754" bIns="45377" numCol="1" anchor="t" anchorCtr="0" compatLnSpc="1">
            <a:prstTxWarp prst="textNoShape">
              <a:avLst/>
            </a:prstTxWarp>
          </a:bodyPr>
          <a:lstStyle>
            <a:lvl1pPr algn="r">
              <a:defRPr sz="1200">
                <a:latin typeface="Times" charset="0"/>
              </a:defRPr>
            </a:lvl1pPr>
          </a:lstStyle>
          <a:p>
            <a:pPr>
              <a:defRPr/>
            </a:pPr>
            <a:fld id="{1DB7488D-F069-4FB3-9B54-C4864CDE8A4E}" type="datetimeFigureOut">
              <a:rPr lang="en-US" altLang="en-US"/>
              <a:pPr>
                <a:defRPr/>
              </a:pPr>
              <a:t>10/22/2025</a:t>
            </a:fld>
            <a:endParaRPr lang="en-US" altLang="en-US"/>
          </a:p>
        </p:txBody>
      </p:sp>
      <p:sp>
        <p:nvSpPr>
          <p:cNvPr id="4" name="Footer Placeholder 3">
            <a:extLst>
              <a:ext uri="{FF2B5EF4-FFF2-40B4-BE49-F238E27FC236}">
                <a16:creationId xmlns:a16="http://schemas.microsoft.com/office/drawing/2014/main" id="{F1E62012-5E1B-40C0-85F4-1D7041BAE3D8}"/>
              </a:ext>
            </a:extLst>
          </p:cNvPr>
          <p:cNvSpPr>
            <a:spLocks noGrp="1"/>
          </p:cNvSpPr>
          <p:nvPr>
            <p:ph type="ftr" sz="quarter" idx="2"/>
          </p:nvPr>
        </p:nvSpPr>
        <p:spPr>
          <a:xfrm>
            <a:off x="0" y="9371013"/>
            <a:ext cx="2919413" cy="493712"/>
          </a:xfrm>
          <a:prstGeom prst="rect">
            <a:avLst/>
          </a:prstGeom>
        </p:spPr>
        <p:txBody>
          <a:bodyPr vert="horz" wrap="square" lIns="90754" tIns="45377" rIns="90754" bIns="45377" numCol="1" anchor="b" anchorCtr="0" compatLnSpc="1">
            <a:prstTxWarp prst="textNoShape">
              <a:avLst/>
            </a:prstTxWarp>
          </a:bodyPr>
          <a:lstStyle>
            <a:lvl1pPr>
              <a:defRPr sz="1200">
                <a:latin typeface="Times" charset="0"/>
              </a:defRPr>
            </a:lvl1pPr>
          </a:lstStyle>
          <a:p>
            <a:pPr>
              <a:defRPr/>
            </a:pPr>
            <a:endParaRPr lang="en-US" altLang="en-US"/>
          </a:p>
        </p:txBody>
      </p:sp>
      <p:sp>
        <p:nvSpPr>
          <p:cNvPr id="5" name="Slide Number Placeholder 4">
            <a:extLst>
              <a:ext uri="{FF2B5EF4-FFF2-40B4-BE49-F238E27FC236}">
                <a16:creationId xmlns:a16="http://schemas.microsoft.com/office/drawing/2014/main" id="{7A50F6CE-EC74-4D7D-8B55-3D8CC0C83AFB}"/>
              </a:ext>
            </a:extLst>
          </p:cNvPr>
          <p:cNvSpPr>
            <a:spLocks noGrp="1"/>
          </p:cNvSpPr>
          <p:nvPr>
            <p:ph type="sldNum" sz="quarter" idx="3"/>
          </p:nvPr>
        </p:nvSpPr>
        <p:spPr>
          <a:xfrm>
            <a:off x="3814763" y="9371013"/>
            <a:ext cx="2919412" cy="493712"/>
          </a:xfrm>
          <a:prstGeom prst="rect">
            <a:avLst/>
          </a:prstGeom>
        </p:spPr>
        <p:txBody>
          <a:bodyPr vert="horz" wrap="square" lIns="90754" tIns="45377" rIns="90754" bIns="45377" numCol="1" anchor="b" anchorCtr="0" compatLnSpc="1">
            <a:prstTxWarp prst="textNoShape">
              <a:avLst/>
            </a:prstTxWarp>
          </a:bodyPr>
          <a:lstStyle>
            <a:lvl1pPr algn="r">
              <a:defRPr sz="1200"/>
            </a:lvl1pPr>
          </a:lstStyle>
          <a:p>
            <a:pPr>
              <a:defRPr/>
            </a:pPr>
            <a:fld id="{5DF9EA97-885E-4E63-83DC-0B470CB47002}" type="slidenum">
              <a:rPr lang="en-US" altLang="en-US"/>
              <a:pPr>
                <a:defRPr/>
              </a:pPr>
              <a:t>‹#›</a:t>
            </a:fld>
            <a:endParaRPr lang="en-US" altLang="en-US"/>
          </a:p>
        </p:txBody>
      </p:sp>
    </p:spTree>
    <p:extLst>
      <p:ext uri="{BB962C8B-B14F-4D97-AF65-F5344CB8AC3E}">
        <p14:creationId xmlns:p14="http://schemas.microsoft.com/office/powerpoint/2010/main" val="1"/>
      </p:ext>
    </p:extLst>
  </p:cSld>
  <p:clrMap bg1="lt1" tx1="dk1" bg2="lt2" tx2="dk2" accent1="accent1" accent2="accent2" accent3="accent3" accent4="accent4" accent5="accent5" accent6="accent6" hlink="hlink" folHlink="folHlink"/>
  <p:hf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1266" name="Rectangle 2">
            <a:extLst>
              <a:ext uri="{FF2B5EF4-FFF2-40B4-BE49-F238E27FC236}">
                <a16:creationId xmlns:a16="http://schemas.microsoft.com/office/drawing/2014/main" id="{7A1182A3-EE1B-49C1-9482-5B8D40FE88A7}"/>
              </a:ext>
            </a:extLst>
          </p:cNvPr>
          <p:cNvSpPr>
            <a:spLocks noGrp="1" noChangeArrowheads="1"/>
          </p:cNvSpPr>
          <p:nvPr>
            <p:ph type="hdr" sz="quarter"/>
          </p:nvPr>
        </p:nvSpPr>
        <p:spPr bwMode="auto">
          <a:xfrm>
            <a:off x="0" y="0"/>
            <a:ext cx="2919413" cy="493713"/>
          </a:xfrm>
          <a:prstGeom prst="rect">
            <a:avLst/>
          </a:prstGeom>
          <a:noFill/>
          <a:ln w="9525">
            <a:noFill/>
            <a:miter lim="800000"/>
            <a:headEnd/>
            <a:tailEnd/>
          </a:ln>
          <a:effectLst/>
        </p:spPr>
        <p:txBody>
          <a:bodyPr vert="horz" wrap="square" lIns="90754" tIns="45377" rIns="90754" bIns="45377" numCol="1" anchor="t" anchorCtr="0" compatLnSpc="1">
            <a:prstTxWarp prst="textNoShape">
              <a:avLst/>
            </a:prstTxWarp>
          </a:bodyPr>
          <a:lstStyle>
            <a:lvl1pPr>
              <a:defRPr sz="1200"/>
            </a:lvl1pPr>
          </a:lstStyle>
          <a:p>
            <a:pPr>
              <a:defRPr/>
            </a:pPr>
            <a:endParaRPr lang="en-US" altLang="zh-TW"/>
          </a:p>
        </p:txBody>
      </p:sp>
      <p:sp>
        <p:nvSpPr>
          <p:cNvPr id="11267" name="Rectangle 3">
            <a:extLst>
              <a:ext uri="{FF2B5EF4-FFF2-40B4-BE49-F238E27FC236}">
                <a16:creationId xmlns:a16="http://schemas.microsoft.com/office/drawing/2014/main" id="{0B42D8B6-FBF5-454F-9A3F-19E2A369E621}"/>
              </a:ext>
            </a:extLst>
          </p:cNvPr>
          <p:cNvSpPr>
            <a:spLocks noGrp="1" noChangeArrowheads="1"/>
          </p:cNvSpPr>
          <p:nvPr>
            <p:ph type="dt" idx="1"/>
          </p:nvPr>
        </p:nvSpPr>
        <p:spPr bwMode="auto">
          <a:xfrm>
            <a:off x="3816350" y="0"/>
            <a:ext cx="2919413" cy="493713"/>
          </a:xfrm>
          <a:prstGeom prst="rect">
            <a:avLst/>
          </a:prstGeom>
          <a:noFill/>
          <a:ln w="9525">
            <a:noFill/>
            <a:miter lim="800000"/>
            <a:headEnd/>
            <a:tailEnd/>
          </a:ln>
          <a:effectLst/>
        </p:spPr>
        <p:txBody>
          <a:bodyPr vert="horz" wrap="square" lIns="90754" tIns="45377" rIns="90754" bIns="45377" numCol="1" anchor="t" anchorCtr="0" compatLnSpc="1">
            <a:prstTxWarp prst="textNoShape">
              <a:avLst/>
            </a:prstTxWarp>
          </a:bodyPr>
          <a:lstStyle>
            <a:lvl1pPr algn="r">
              <a:defRPr sz="1200"/>
            </a:lvl1pPr>
          </a:lstStyle>
          <a:p>
            <a:pPr>
              <a:defRPr/>
            </a:pPr>
            <a:endParaRPr lang="en-US" altLang="zh-TW"/>
          </a:p>
        </p:txBody>
      </p:sp>
      <p:sp>
        <p:nvSpPr>
          <p:cNvPr id="3076" name="Rectangle 4">
            <a:extLst>
              <a:ext uri="{FF2B5EF4-FFF2-40B4-BE49-F238E27FC236}">
                <a16:creationId xmlns:a16="http://schemas.microsoft.com/office/drawing/2014/main" id="{4C741888-9B4D-4205-8ED0-A9A908456911}"/>
              </a:ext>
            </a:extLst>
          </p:cNvPr>
          <p:cNvSpPr>
            <a:spLocks noGrp="1" noRot="1" noChangeAspect="1" noChangeArrowheads="1" noTextEdit="1"/>
          </p:cNvSpPr>
          <p:nvPr>
            <p:ph type="sldImg" idx="2"/>
          </p:nvPr>
        </p:nvSpPr>
        <p:spPr bwMode="auto">
          <a:xfrm>
            <a:off x="80963" y="739775"/>
            <a:ext cx="6573837" cy="3698875"/>
          </a:xfrm>
          <a:prstGeom prst="rect">
            <a:avLst/>
          </a:prstGeom>
          <a:noFill/>
          <a:ln w="9525">
            <a:solidFill>
              <a:srgbClr val="000000"/>
            </a:solidFill>
            <a:miter lim="800000"/>
            <a:headEnd/>
            <a:tailEnd/>
          </a:ln>
          <a:extLst>
            <a:ext uri="{909E8E84-426E-40DD-AFC4-6F175D3DCCD1}">
              <a14:hiddenFill xmlns:a14="http://schemas.microsoft.com/office/drawing/2010/main">
                <a:solidFill>
                  <a:srgbClr val="FFFFFF"/>
                </a:solidFill>
              </a14:hiddenFill>
            </a:ext>
          </a:extLst>
        </p:spPr>
      </p:sp>
      <p:sp>
        <p:nvSpPr>
          <p:cNvPr id="11269" name="Rectangle 5">
            <a:extLst>
              <a:ext uri="{FF2B5EF4-FFF2-40B4-BE49-F238E27FC236}">
                <a16:creationId xmlns:a16="http://schemas.microsoft.com/office/drawing/2014/main" id="{B8EE8030-E4BD-458D-874A-AD0FE0DFAF3E}"/>
              </a:ext>
            </a:extLst>
          </p:cNvPr>
          <p:cNvSpPr>
            <a:spLocks noGrp="1" noChangeArrowheads="1"/>
          </p:cNvSpPr>
          <p:nvPr>
            <p:ph type="body" sz="quarter" idx="3"/>
          </p:nvPr>
        </p:nvSpPr>
        <p:spPr bwMode="auto">
          <a:xfrm>
            <a:off x="898525" y="4686300"/>
            <a:ext cx="4938713" cy="4440238"/>
          </a:xfrm>
          <a:prstGeom prst="rect">
            <a:avLst/>
          </a:prstGeom>
          <a:noFill/>
          <a:ln w="9525">
            <a:noFill/>
            <a:miter lim="800000"/>
            <a:headEnd/>
            <a:tailEnd/>
          </a:ln>
          <a:effectLst/>
        </p:spPr>
        <p:txBody>
          <a:bodyPr vert="horz" wrap="square" lIns="90754" tIns="45377" rIns="90754" bIns="45377" numCol="1" anchor="t" anchorCtr="0" compatLnSpc="1">
            <a:prstTxWarp prst="textNoShape">
              <a:avLst/>
            </a:prstTxWarp>
          </a:bodyPr>
          <a:lstStyle/>
          <a:p>
            <a:pPr lvl="0"/>
            <a:r>
              <a:rPr lang="en-US" altLang="zh-TW" noProof="0"/>
              <a:t>Click to edit Master text styles</a:t>
            </a:r>
          </a:p>
          <a:p>
            <a:pPr lvl="1"/>
            <a:r>
              <a:rPr lang="en-US" altLang="zh-TW" noProof="0"/>
              <a:t>Second level</a:t>
            </a:r>
          </a:p>
          <a:p>
            <a:pPr lvl="2"/>
            <a:r>
              <a:rPr lang="en-US" altLang="zh-TW" noProof="0"/>
              <a:t>Third level</a:t>
            </a:r>
          </a:p>
          <a:p>
            <a:pPr lvl="3"/>
            <a:r>
              <a:rPr lang="en-US" altLang="zh-TW" noProof="0"/>
              <a:t>Fourth level</a:t>
            </a:r>
          </a:p>
          <a:p>
            <a:pPr lvl="4"/>
            <a:r>
              <a:rPr lang="en-US" altLang="zh-TW" noProof="0"/>
              <a:t>Fifth level</a:t>
            </a:r>
          </a:p>
        </p:txBody>
      </p:sp>
      <p:sp>
        <p:nvSpPr>
          <p:cNvPr id="11270" name="Rectangle 6">
            <a:extLst>
              <a:ext uri="{FF2B5EF4-FFF2-40B4-BE49-F238E27FC236}">
                <a16:creationId xmlns:a16="http://schemas.microsoft.com/office/drawing/2014/main" id="{96979D41-1220-407D-89C0-42B8F0F15730}"/>
              </a:ext>
            </a:extLst>
          </p:cNvPr>
          <p:cNvSpPr>
            <a:spLocks noGrp="1" noChangeArrowheads="1"/>
          </p:cNvSpPr>
          <p:nvPr>
            <p:ph type="ftr" sz="quarter" idx="4"/>
          </p:nvPr>
        </p:nvSpPr>
        <p:spPr bwMode="auto">
          <a:xfrm>
            <a:off x="0" y="9372600"/>
            <a:ext cx="2919413" cy="493713"/>
          </a:xfrm>
          <a:prstGeom prst="rect">
            <a:avLst/>
          </a:prstGeom>
          <a:noFill/>
          <a:ln w="9525">
            <a:noFill/>
            <a:miter lim="800000"/>
            <a:headEnd/>
            <a:tailEnd/>
          </a:ln>
          <a:effectLst/>
        </p:spPr>
        <p:txBody>
          <a:bodyPr vert="horz" wrap="square" lIns="90754" tIns="45377" rIns="90754" bIns="45377" numCol="1" anchor="b" anchorCtr="0" compatLnSpc="1">
            <a:prstTxWarp prst="textNoShape">
              <a:avLst/>
            </a:prstTxWarp>
          </a:bodyPr>
          <a:lstStyle>
            <a:lvl1pPr>
              <a:defRPr sz="1200"/>
            </a:lvl1pPr>
          </a:lstStyle>
          <a:p>
            <a:pPr>
              <a:defRPr/>
            </a:pPr>
            <a:endParaRPr lang="en-US" altLang="zh-TW"/>
          </a:p>
        </p:txBody>
      </p:sp>
      <p:sp>
        <p:nvSpPr>
          <p:cNvPr id="11271" name="Rectangle 7">
            <a:extLst>
              <a:ext uri="{FF2B5EF4-FFF2-40B4-BE49-F238E27FC236}">
                <a16:creationId xmlns:a16="http://schemas.microsoft.com/office/drawing/2014/main" id="{D501D379-05B1-4D2C-A6D3-818F65A7E48C}"/>
              </a:ext>
            </a:extLst>
          </p:cNvPr>
          <p:cNvSpPr>
            <a:spLocks noGrp="1" noChangeArrowheads="1"/>
          </p:cNvSpPr>
          <p:nvPr>
            <p:ph type="sldNum" sz="quarter" idx="5"/>
          </p:nvPr>
        </p:nvSpPr>
        <p:spPr bwMode="auto">
          <a:xfrm>
            <a:off x="3816350" y="9372600"/>
            <a:ext cx="2919413" cy="493713"/>
          </a:xfrm>
          <a:prstGeom prst="rect">
            <a:avLst/>
          </a:prstGeom>
          <a:noFill/>
          <a:ln w="9525">
            <a:noFill/>
            <a:miter lim="800000"/>
            <a:headEnd/>
            <a:tailEnd/>
          </a:ln>
          <a:effectLst/>
        </p:spPr>
        <p:txBody>
          <a:bodyPr vert="horz" wrap="square" lIns="90754" tIns="45377" rIns="90754" bIns="45377" numCol="1" anchor="b" anchorCtr="0" compatLnSpc="1">
            <a:prstTxWarp prst="textNoShape">
              <a:avLst/>
            </a:prstTxWarp>
          </a:bodyPr>
          <a:lstStyle>
            <a:lvl1pPr algn="r">
              <a:defRPr sz="1200"/>
            </a:lvl1pPr>
          </a:lstStyle>
          <a:p>
            <a:pPr>
              <a:defRPr/>
            </a:pPr>
            <a:fld id="{AD3A382A-C681-4CA5-97EB-4E9B3DFCCF85}" type="slidenum">
              <a:rPr lang="zh-TW" altLang="en-US"/>
              <a:pPr>
                <a:defRPr/>
              </a:pPr>
              <a:t>‹#›</a:t>
            </a:fld>
            <a:endParaRPr lang="en-US" altLang="zh-TW"/>
          </a:p>
        </p:txBody>
      </p:sp>
    </p:spTree>
  </p:cSld>
  <p:clrMap bg1="lt1" tx1="dk1" bg2="lt2" tx2="dk2" accent1="accent1" accent2="accent2" accent3="accent3" accent4="accent4" accent5="accent5" accent6="accent6" hlink="hlink" folHlink="folHlink"/>
  <p:hf hdr="0" ftr="0" dt="0"/>
  <p:notesStyle>
    <a:lvl1pPr algn="l" rtl="0" eaLnBrk="0" fontAlgn="base" hangingPunct="0">
      <a:spcBef>
        <a:spcPct val="30000"/>
      </a:spcBef>
      <a:spcAft>
        <a:spcPct val="0"/>
      </a:spcAft>
      <a:defRPr sz="1200" kern="1200">
        <a:solidFill>
          <a:schemeClr val="tx1"/>
        </a:solidFill>
        <a:latin typeface="Times" charset="0"/>
        <a:ea typeface="+mn-ea"/>
        <a:cs typeface="+mn-cs"/>
      </a:defRPr>
    </a:lvl1pPr>
    <a:lvl2pPr marL="457200" algn="l" rtl="0" eaLnBrk="0" fontAlgn="base" hangingPunct="0">
      <a:spcBef>
        <a:spcPct val="30000"/>
      </a:spcBef>
      <a:spcAft>
        <a:spcPct val="0"/>
      </a:spcAft>
      <a:defRPr sz="1200" kern="1200">
        <a:solidFill>
          <a:schemeClr val="tx1"/>
        </a:solidFill>
        <a:latin typeface="Times" charset="0"/>
        <a:ea typeface="+mn-ea"/>
        <a:cs typeface="+mn-cs"/>
      </a:defRPr>
    </a:lvl2pPr>
    <a:lvl3pPr marL="914400" algn="l" rtl="0" eaLnBrk="0" fontAlgn="base" hangingPunct="0">
      <a:spcBef>
        <a:spcPct val="30000"/>
      </a:spcBef>
      <a:spcAft>
        <a:spcPct val="0"/>
      </a:spcAft>
      <a:defRPr sz="1200" kern="1200">
        <a:solidFill>
          <a:schemeClr val="tx1"/>
        </a:solidFill>
        <a:latin typeface="Times" charset="0"/>
        <a:ea typeface="+mn-ea"/>
        <a:cs typeface="+mn-cs"/>
      </a:defRPr>
    </a:lvl3pPr>
    <a:lvl4pPr marL="1371600" algn="l" rtl="0" eaLnBrk="0" fontAlgn="base" hangingPunct="0">
      <a:spcBef>
        <a:spcPct val="30000"/>
      </a:spcBef>
      <a:spcAft>
        <a:spcPct val="0"/>
      </a:spcAft>
      <a:defRPr sz="1200" kern="1200">
        <a:solidFill>
          <a:schemeClr val="tx1"/>
        </a:solidFill>
        <a:latin typeface="Times" charset="0"/>
        <a:ea typeface="+mn-ea"/>
        <a:cs typeface="+mn-cs"/>
      </a:defRPr>
    </a:lvl4pPr>
    <a:lvl5pPr marL="1828800" algn="l" rtl="0" eaLnBrk="0" fontAlgn="base" hangingPunct="0">
      <a:spcBef>
        <a:spcPct val="30000"/>
      </a:spcBef>
      <a:spcAft>
        <a:spcPct val="0"/>
      </a:spcAft>
      <a:defRPr sz="1200" kern="1200">
        <a:solidFill>
          <a:schemeClr val="tx1"/>
        </a:solidFill>
        <a:latin typeface="Times"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F47B19-FCD3-DC94-57E3-6EE8F1F13992}"/>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9FF1209C-51F4-4956-BDD7-FAD0940F1487}"/>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D96770A5-0270-43D9-934D-BE26A4879A18}"/>
              </a:ext>
            </a:extLst>
          </p:cNvPr>
          <p:cNvSpPr>
            <a:spLocks noGrp="1"/>
          </p:cNvSpPr>
          <p:nvPr>
            <p:ph type="body" idx="1"/>
          </p:nvPr>
        </p:nvSpPr>
        <p:spPr/>
        <p:txBody>
          <a:bodyPr/>
          <a:lstStyle/>
          <a:p>
            <a:r>
              <a:rPr lang="en-US"/>
              <a:t>SLMs response depends on Device ( GPUs)</a:t>
            </a:r>
          </a:p>
        </p:txBody>
      </p:sp>
      <p:sp>
        <p:nvSpPr>
          <p:cNvPr id="4" name="Slide Number Placeholder 3">
            <a:extLst>
              <a:ext uri="{FF2B5EF4-FFF2-40B4-BE49-F238E27FC236}">
                <a16:creationId xmlns:a16="http://schemas.microsoft.com/office/drawing/2014/main" id="{353BFDFF-47FB-7B4F-DB46-73A69C92AA52}"/>
              </a:ext>
            </a:extLst>
          </p:cNvPr>
          <p:cNvSpPr>
            <a:spLocks noGrp="1"/>
          </p:cNvSpPr>
          <p:nvPr>
            <p:ph type="sldNum" sz="quarter" idx="5"/>
          </p:nvPr>
        </p:nvSpPr>
        <p:spPr/>
        <p:txBody>
          <a:bodyPr/>
          <a:lstStyle/>
          <a:p>
            <a:pPr>
              <a:defRPr/>
            </a:pPr>
            <a:fld id="{AD3A382A-C681-4CA5-97EB-4E9B3DFCCF85}" type="slidenum">
              <a:rPr lang="zh-TW" altLang="en-US" smtClean="0"/>
              <a:pPr>
                <a:defRPr/>
              </a:pPr>
              <a:t>7</a:t>
            </a:fld>
            <a:endParaRPr lang="en-US" altLang="zh-TW"/>
          </a:p>
        </p:txBody>
      </p:sp>
    </p:spTree>
    <p:extLst>
      <p:ext uri="{BB962C8B-B14F-4D97-AF65-F5344CB8AC3E}">
        <p14:creationId xmlns:p14="http://schemas.microsoft.com/office/powerpoint/2010/main" val="67309205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1227E3-C6D1-DDDF-692C-70C43690C65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93E7E73-2E7E-5686-ABC6-85D8E6E6B99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93C0AC5-6FA0-88DA-5293-75AD9B6E40D2}"/>
              </a:ext>
            </a:extLst>
          </p:cNvPr>
          <p:cNvSpPr>
            <a:spLocks noGrp="1"/>
          </p:cNvSpPr>
          <p:nvPr>
            <p:ph type="body" idx="1"/>
          </p:nvPr>
        </p:nvSpPr>
        <p:spPr/>
        <p:txBody>
          <a:bodyPr/>
          <a:lstStyle/>
          <a:p>
            <a:r>
              <a:rPr lang="en-US"/>
              <a:t>SLMs response depends on Device ( GPUs)</a:t>
            </a:r>
          </a:p>
        </p:txBody>
      </p:sp>
      <p:sp>
        <p:nvSpPr>
          <p:cNvPr id="4" name="Slide Number Placeholder 3">
            <a:extLst>
              <a:ext uri="{FF2B5EF4-FFF2-40B4-BE49-F238E27FC236}">
                <a16:creationId xmlns:a16="http://schemas.microsoft.com/office/drawing/2014/main" id="{5C148BBA-107D-6BF6-7C57-378E62CFEF0E}"/>
              </a:ext>
            </a:extLst>
          </p:cNvPr>
          <p:cNvSpPr>
            <a:spLocks noGrp="1"/>
          </p:cNvSpPr>
          <p:nvPr>
            <p:ph type="sldNum" sz="quarter" idx="5"/>
          </p:nvPr>
        </p:nvSpPr>
        <p:spPr/>
        <p:txBody>
          <a:bodyPr/>
          <a:lstStyle/>
          <a:p>
            <a:pPr>
              <a:defRPr/>
            </a:pPr>
            <a:fld id="{AD3A382A-C681-4CA5-97EB-4E9B3DFCCF85}" type="slidenum">
              <a:rPr lang="zh-TW" altLang="en-US" smtClean="0"/>
              <a:pPr>
                <a:defRPr/>
              </a:pPr>
              <a:t>22</a:t>
            </a:fld>
            <a:endParaRPr lang="en-US" altLang="zh-TW"/>
          </a:p>
        </p:txBody>
      </p:sp>
    </p:spTree>
    <p:extLst>
      <p:ext uri="{BB962C8B-B14F-4D97-AF65-F5344CB8AC3E}">
        <p14:creationId xmlns:p14="http://schemas.microsoft.com/office/powerpoint/2010/main" val="2160771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4095F17-9E6F-AAEE-76BB-5F572E5565D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E5E337D-F526-1D82-7F15-3912C93DC8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D51AC46-3D72-5FD9-95C7-1533927F8077}"/>
              </a:ext>
            </a:extLst>
          </p:cNvPr>
          <p:cNvSpPr>
            <a:spLocks noGrp="1"/>
          </p:cNvSpPr>
          <p:nvPr>
            <p:ph type="body" idx="1"/>
          </p:nvPr>
        </p:nvSpPr>
        <p:spPr/>
        <p:txBody>
          <a:bodyPr/>
          <a:lstStyle/>
          <a:p>
            <a:r>
              <a:rPr lang="en-US"/>
              <a:t>SLMs response depends on Device ( GPUs)</a:t>
            </a:r>
          </a:p>
        </p:txBody>
      </p:sp>
      <p:sp>
        <p:nvSpPr>
          <p:cNvPr id="4" name="Slide Number Placeholder 3">
            <a:extLst>
              <a:ext uri="{FF2B5EF4-FFF2-40B4-BE49-F238E27FC236}">
                <a16:creationId xmlns:a16="http://schemas.microsoft.com/office/drawing/2014/main" id="{E787064B-0A14-4A37-155F-31D0BF57F940}"/>
              </a:ext>
            </a:extLst>
          </p:cNvPr>
          <p:cNvSpPr>
            <a:spLocks noGrp="1"/>
          </p:cNvSpPr>
          <p:nvPr>
            <p:ph type="sldNum" sz="quarter" idx="5"/>
          </p:nvPr>
        </p:nvSpPr>
        <p:spPr/>
        <p:txBody>
          <a:bodyPr/>
          <a:lstStyle/>
          <a:p>
            <a:pPr>
              <a:defRPr/>
            </a:pPr>
            <a:fld id="{AD3A382A-C681-4CA5-97EB-4E9B3DFCCF85}" type="slidenum">
              <a:rPr lang="zh-TW" altLang="en-US" smtClean="0"/>
              <a:pPr>
                <a:defRPr/>
              </a:pPr>
              <a:t>23</a:t>
            </a:fld>
            <a:endParaRPr lang="en-US" altLang="zh-TW"/>
          </a:p>
        </p:txBody>
      </p:sp>
    </p:spTree>
    <p:extLst>
      <p:ext uri="{BB962C8B-B14F-4D97-AF65-F5344CB8AC3E}">
        <p14:creationId xmlns:p14="http://schemas.microsoft.com/office/powerpoint/2010/main" val="29341591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3BC3057-94B0-8528-3CD1-7E151820363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438CA49-64BA-9F68-AA4A-6AE73F8299F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45261DC-35EA-F5A4-0DA6-A4FEE2531B7C}"/>
              </a:ext>
            </a:extLst>
          </p:cNvPr>
          <p:cNvSpPr>
            <a:spLocks noGrp="1"/>
          </p:cNvSpPr>
          <p:nvPr>
            <p:ph type="body" idx="1"/>
          </p:nvPr>
        </p:nvSpPr>
        <p:spPr/>
        <p:txBody>
          <a:bodyPr/>
          <a:lstStyle/>
          <a:p>
            <a:r>
              <a:rPr lang="en-US"/>
              <a:t>SLMs response depends on Device ( GPUs)</a:t>
            </a:r>
          </a:p>
        </p:txBody>
      </p:sp>
      <p:sp>
        <p:nvSpPr>
          <p:cNvPr id="4" name="Slide Number Placeholder 3">
            <a:extLst>
              <a:ext uri="{FF2B5EF4-FFF2-40B4-BE49-F238E27FC236}">
                <a16:creationId xmlns:a16="http://schemas.microsoft.com/office/drawing/2014/main" id="{E46B4AFE-D486-CB8B-2CAF-84F634348446}"/>
              </a:ext>
            </a:extLst>
          </p:cNvPr>
          <p:cNvSpPr>
            <a:spLocks noGrp="1"/>
          </p:cNvSpPr>
          <p:nvPr>
            <p:ph type="sldNum" sz="quarter" idx="5"/>
          </p:nvPr>
        </p:nvSpPr>
        <p:spPr/>
        <p:txBody>
          <a:bodyPr/>
          <a:lstStyle/>
          <a:p>
            <a:pPr>
              <a:defRPr/>
            </a:pPr>
            <a:fld id="{AD3A382A-C681-4CA5-97EB-4E9B3DFCCF85}" type="slidenum">
              <a:rPr lang="zh-TW" altLang="en-US" smtClean="0"/>
              <a:pPr>
                <a:defRPr/>
              </a:pPr>
              <a:t>24</a:t>
            </a:fld>
            <a:endParaRPr lang="en-US" altLang="zh-TW"/>
          </a:p>
        </p:txBody>
      </p:sp>
    </p:spTree>
    <p:extLst>
      <p:ext uri="{BB962C8B-B14F-4D97-AF65-F5344CB8AC3E}">
        <p14:creationId xmlns:p14="http://schemas.microsoft.com/office/powerpoint/2010/main" val="15507248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2D5AA4-CC53-F7DE-2406-62F65F851B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0E0E9C7-54CD-D4B3-40C3-02A0DCEBCD09}"/>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C048435B-8EBC-A9F8-0EA8-2AB05C135DBB}"/>
              </a:ext>
            </a:extLst>
          </p:cNvPr>
          <p:cNvSpPr>
            <a:spLocks noGrp="1"/>
          </p:cNvSpPr>
          <p:nvPr>
            <p:ph type="body" idx="1"/>
          </p:nvPr>
        </p:nvSpPr>
        <p:spPr/>
        <p:txBody>
          <a:bodyPr/>
          <a:lstStyle/>
          <a:p>
            <a:r>
              <a:rPr lang="en-US"/>
              <a:t>SLMs response depends on Device ( GPUs)</a:t>
            </a:r>
          </a:p>
        </p:txBody>
      </p:sp>
      <p:sp>
        <p:nvSpPr>
          <p:cNvPr id="4" name="Slide Number Placeholder 3">
            <a:extLst>
              <a:ext uri="{FF2B5EF4-FFF2-40B4-BE49-F238E27FC236}">
                <a16:creationId xmlns:a16="http://schemas.microsoft.com/office/drawing/2014/main" id="{7D264AF5-801B-3055-1FCF-099262ABE160}"/>
              </a:ext>
            </a:extLst>
          </p:cNvPr>
          <p:cNvSpPr>
            <a:spLocks noGrp="1"/>
          </p:cNvSpPr>
          <p:nvPr>
            <p:ph type="sldNum" sz="quarter" idx="5"/>
          </p:nvPr>
        </p:nvSpPr>
        <p:spPr/>
        <p:txBody>
          <a:bodyPr/>
          <a:lstStyle/>
          <a:p>
            <a:pPr>
              <a:defRPr/>
            </a:pPr>
            <a:fld id="{AD3A382A-C681-4CA5-97EB-4E9B3DFCCF85}" type="slidenum">
              <a:rPr lang="zh-TW" altLang="en-US" smtClean="0"/>
              <a:pPr>
                <a:defRPr/>
              </a:pPr>
              <a:t>25</a:t>
            </a:fld>
            <a:endParaRPr lang="en-US" altLang="zh-TW"/>
          </a:p>
        </p:txBody>
      </p:sp>
    </p:spTree>
    <p:extLst>
      <p:ext uri="{BB962C8B-B14F-4D97-AF65-F5344CB8AC3E}">
        <p14:creationId xmlns:p14="http://schemas.microsoft.com/office/powerpoint/2010/main" val="2500049050"/>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标题幻灯片">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279467" y="377225"/>
            <a:ext cx="6640738" cy="860929"/>
          </a:xfrm>
        </p:spPr>
        <p:txBody>
          <a:bodyPr>
            <a:noAutofit/>
          </a:bodyPr>
          <a:lstStyle>
            <a:lvl1pPr algn="l">
              <a:defRPr sz="4800" b="1">
                <a:solidFill>
                  <a:schemeClr val="tx1"/>
                </a:solidFill>
                <a:latin typeface="Aptos Display" panose="020B0004020202020204" pitchFamily="34" charset="0"/>
                <a:cs typeface="Arial" pitchFamily="34" charset="0"/>
              </a:defRPr>
            </a:lvl1pPr>
          </a:lstStyle>
          <a:p>
            <a:r>
              <a:rPr lang="en-US" altLang="zh-CN" dirty="0"/>
              <a:t>Lorem ipsum</a:t>
            </a:r>
            <a:endParaRPr lang="zh-CN" altLang="en-US" dirty="0"/>
          </a:p>
        </p:txBody>
      </p:sp>
      <p:sp>
        <p:nvSpPr>
          <p:cNvPr id="3" name="副标题 2"/>
          <p:cNvSpPr>
            <a:spLocks noGrp="1"/>
          </p:cNvSpPr>
          <p:nvPr>
            <p:ph type="subTitle" idx="1" hasCustomPrompt="1"/>
          </p:nvPr>
        </p:nvSpPr>
        <p:spPr>
          <a:xfrm>
            <a:off x="279467" y="1238153"/>
            <a:ext cx="6640738" cy="1460500"/>
          </a:xfrm>
        </p:spPr>
        <p:txBody>
          <a:bodyPr>
            <a:normAutofit/>
          </a:bodyPr>
          <a:lstStyle>
            <a:lvl1pPr marL="0" indent="0" algn="l">
              <a:lnSpc>
                <a:spcPct val="100000"/>
              </a:lnSpc>
              <a:buNone/>
              <a:defRPr sz="2400" b="0">
                <a:solidFill>
                  <a:schemeClr val="tx1"/>
                </a:solidFill>
                <a:latin typeface="Aptos Display" panose="020B0004020202020204" pitchFamily="34" charset="0"/>
                <a:cs typeface="Arial"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Lorem ipsum dolor</a:t>
            </a:r>
            <a:endParaRPr lang="zh-CN" altLang="en-US" dirty="0"/>
          </a:p>
        </p:txBody>
      </p:sp>
      <p:pic>
        <p:nvPicPr>
          <p:cNvPr id="6" name="Picture 2" descr="D:\other\PPT\Patterns JE_RGB-Corporate.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08" t="1" b="1516"/>
          <a:stretch/>
        </p:blipFill>
        <p:spPr bwMode="auto">
          <a:xfrm>
            <a:off x="6900617" y="-14569"/>
            <a:ext cx="3259383" cy="5729570"/>
          </a:xfrm>
          <a:prstGeom prst="rect">
            <a:avLst/>
          </a:prstGeom>
          <a:noFill/>
          <a:extLst>
            <a:ext uri="{909E8E84-426E-40DD-AFC4-6F175D3DCCD1}">
              <a14:hiddenFill xmlns:a14="http://schemas.microsoft.com/office/drawing/2010/main">
                <a:solidFill>
                  <a:srgbClr val="FFFFFF"/>
                </a:solidFill>
              </a14:hiddenFill>
            </a:ext>
          </a:extLst>
        </p:spPr>
      </p:pic>
      <p:sp>
        <p:nvSpPr>
          <p:cNvPr id="7" name="文本占位符 4"/>
          <p:cNvSpPr>
            <a:spLocks noGrp="1"/>
          </p:cNvSpPr>
          <p:nvPr>
            <p:ph type="body" sz="quarter" idx="10" hasCustomPrompt="1"/>
          </p:nvPr>
        </p:nvSpPr>
        <p:spPr>
          <a:xfrm>
            <a:off x="278696" y="3657589"/>
            <a:ext cx="3201459" cy="800806"/>
          </a:xfrm>
        </p:spPr>
        <p:txBody>
          <a:bodyPr>
            <a:normAutofit/>
          </a:bodyPr>
          <a:lstStyle>
            <a:lvl1pPr marL="0" indent="0">
              <a:spcBef>
                <a:spcPts val="0"/>
              </a:spcBef>
              <a:buNone/>
              <a:defRPr sz="1800" b="0"/>
            </a:lvl1pPr>
          </a:lstStyle>
          <a:p>
            <a:pPr lvl="0"/>
            <a:r>
              <a:rPr lang="en-US" altLang="zh-CN"/>
              <a:t>Date</a:t>
            </a:r>
            <a:endParaRPr lang="zh-CN" altLang="en-US"/>
          </a:p>
        </p:txBody>
      </p:sp>
    </p:spTree>
    <p:extLst>
      <p:ext uri="{BB962C8B-B14F-4D97-AF65-F5344CB8AC3E}">
        <p14:creationId xmlns:p14="http://schemas.microsoft.com/office/powerpoint/2010/main" val="333080235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11_自定义版式">
    <p:spTree>
      <p:nvGrpSpPr>
        <p:cNvPr id="1" name=""/>
        <p:cNvGrpSpPr/>
        <p:nvPr/>
      </p:nvGrpSpPr>
      <p:grpSpPr>
        <a:xfrm>
          <a:off x="0" y="0"/>
          <a:ext cx="0" cy="0"/>
          <a:chOff x="0" y="0"/>
          <a:chExt cx="0" cy="0"/>
        </a:xfrm>
      </p:grpSpPr>
      <p:sp>
        <p:nvSpPr>
          <p:cNvPr id="12" name="内容占位符 11"/>
          <p:cNvSpPr>
            <a:spLocks noGrp="1"/>
          </p:cNvSpPr>
          <p:nvPr>
            <p:ph sz="quarter" idx="11" hasCustomPrompt="1"/>
          </p:nvPr>
        </p:nvSpPr>
        <p:spPr>
          <a:xfrm>
            <a:off x="119449" y="1417341"/>
            <a:ext cx="4400131" cy="3439583"/>
          </a:xfrm>
        </p:spPr>
        <p:txBody>
          <a:bodyPr/>
          <a:lstStyle>
            <a:lvl1pPr>
              <a:defRPr>
                <a:latin typeface="Aptos Display" panose="020B0004020202020204" pitchFamily="34" charset="0"/>
              </a:defRPr>
            </a:lvl1pPr>
            <a:lvl2pPr>
              <a:defRPr>
                <a:latin typeface="Aptos Display" panose="020B0004020202020204" pitchFamily="34" charset="0"/>
              </a:defRPr>
            </a:lvl2pPr>
            <a:lvl3pPr marL="1143000" marR="0"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sz="1400">
                <a:latin typeface="Aptos Display" panose="020B0004020202020204" pitchFamily="34" charset="0"/>
              </a:defRPr>
            </a:lvl3pPr>
            <a:lvl4pPr>
              <a:defRPr/>
            </a:lvl4pPr>
            <a:lvl5pPr>
              <a:defRPr/>
            </a:lvl5pPr>
          </a:lstStyle>
          <a:p>
            <a:pPr lvl="0"/>
            <a:r>
              <a:rPr lang="en-US" altLang="zh-CN" dirty="0"/>
              <a:t>Bulletpoint_1</a:t>
            </a:r>
            <a:endParaRPr lang="zh-CN" altLang="en-US" dirty="0"/>
          </a:p>
          <a:p>
            <a:pPr lvl="1"/>
            <a:r>
              <a:rPr lang="en-US" altLang="zh-CN" dirty="0"/>
              <a:t>Subbulletpoint_1_1</a:t>
            </a:r>
            <a:endParaRPr lang="zh-CN" altLang="en-US" dirty="0"/>
          </a:p>
          <a:p>
            <a:pPr lvl="2"/>
            <a:r>
              <a:rPr lang="en-US" altLang="zh-CN" dirty="0"/>
              <a:t>Subbulletpoint_1_1_1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dirty="0"/>
              <a:t>Subbulletpoint_1_1_2</a:t>
            </a:r>
          </a:p>
          <a:p>
            <a:pPr lvl="1"/>
            <a:r>
              <a:rPr lang="en-US" altLang="zh-CN" dirty="0"/>
              <a:t>Subbulletpoint_1_2</a:t>
            </a:r>
            <a:endParaRPr lang="zh-CN" altLang="en-US" dirty="0"/>
          </a:p>
          <a:p>
            <a:pPr lvl="2"/>
            <a:r>
              <a:rPr lang="en-US" altLang="zh-CN" dirty="0"/>
              <a:t>Subbulletpoint_1_2_1</a:t>
            </a:r>
          </a:p>
          <a:p>
            <a:pPr marL="1143000" marR="0" lvl="2" indent="-180000" algn="l" defTabSz="914400" rtl="0" eaLnBrk="1" fontAlgn="auto" latinLnBrk="0" hangingPunct="1">
              <a:lnSpc>
                <a:spcPct val="150000"/>
              </a:lnSpc>
              <a:spcBef>
                <a:spcPct val="20000"/>
              </a:spcBef>
              <a:spcAft>
                <a:spcPts val="0"/>
              </a:spcAft>
              <a:buClr>
                <a:srgbClr val="F58220"/>
              </a:buClr>
              <a:buSzPct val="80000"/>
              <a:buFont typeface="Wingdings" pitchFamily="2" charset="2"/>
              <a:buChar char="l"/>
              <a:tabLst/>
              <a:defRPr/>
            </a:pPr>
            <a:r>
              <a:rPr lang="en-US" altLang="zh-CN" dirty="0"/>
              <a:t>Subbulletpoint_1_2_2</a:t>
            </a:r>
          </a:p>
          <a:p>
            <a:pPr lvl="2"/>
            <a:endParaRPr lang="en-US" altLang="zh-CN" dirty="0"/>
          </a:p>
          <a:p>
            <a:pPr lvl="2"/>
            <a:endParaRPr lang="en-US" altLang="zh-CN" dirty="0"/>
          </a:p>
        </p:txBody>
      </p:sp>
      <p:sp>
        <p:nvSpPr>
          <p:cNvPr id="14" name="图片占位符 3"/>
          <p:cNvSpPr>
            <a:spLocks noGrp="1"/>
          </p:cNvSpPr>
          <p:nvPr>
            <p:ph type="pic" sz="quarter" idx="14" hasCustomPrompt="1"/>
          </p:nvPr>
        </p:nvSpPr>
        <p:spPr>
          <a:xfrm>
            <a:off x="5240018" y="1417340"/>
            <a:ext cx="4519938" cy="3440382"/>
          </a:xfrm>
          <a:solidFill>
            <a:srgbClr val="E7E2D9"/>
          </a:solidFill>
        </p:spPr>
        <p:txBody>
          <a:bodyPr/>
          <a:lstStyle>
            <a:lvl1pPr marL="0" indent="0">
              <a:buNone/>
              <a:defRPr>
                <a:latin typeface="Aptos Display" panose="020B0004020202020204" pitchFamily="34" charset="0"/>
              </a:defRPr>
            </a:lvl1pPr>
          </a:lstStyle>
          <a:p>
            <a:r>
              <a:rPr lang="en-US" altLang="zh-CN" dirty="0"/>
              <a:t>Image</a:t>
            </a:r>
            <a:endParaRPr lang="zh-CN" altLang="en-US" dirty="0"/>
          </a:p>
        </p:txBody>
      </p:sp>
      <p:sp>
        <p:nvSpPr>
          <p:cNvPr id="9" name="文本占位符 7">
            <a:extLst>
              <a:ext uri="{FF2B5EF4-FFF2-40B4-BE49-F238E27FC236}">
                <a16:creationId xmlns:a16="http://schemas.microsoft.com/office/drawing/2014/main" id="{C87528CF-A4D0-4E14-A379-E49689DA5C33}"/>
              </a:ext>
            </a:extLst>
          </p:cNvPr>
          <p:cNvSpPr>
            <a:spLocks noGrp="1"/>
          </p:cNvSpPr>
          <p:nvPr>
            <p:ph type="body" sz="quarter" idx="32" hasCustomPrompt="1"/>
          </p:nvPr>
        </p:nvSpPr>
        <p:spPr>
          <a:xfrm>
            <a:off x="1391709" y="407295"/>
            <a:ext cx="2079624" cy="365777"/>
          </a:xfrm>
        </p:spPr>
        <p:txBody>
          <a:bodyPr lIns="0" tIns="0" rIns="0" bIns="0">
            <a:noAutofit/>
          </a:bodyPr>
          <a:lstStyle>
            <a:lvl1pPr marL="0" indent="0" algn="l">
              <a:lnSpc>
                <a:spcPct val="100000"/>
              </a:lnSpc>
              <a:spcBef>
                <a:spcPts val="0"/>
              </a:spcBef>
              <a:buNone/>
              <a:defRPr lang="zh-CN" altLang="en-US" sz="1600" b="1" kern="1200" dirty="0">
                <a:solidFill>
                  <a:schemeClr val="tx1"/>
                </a:solidFill>
                <a:latin typeface="Aptos Display" panose="020B0004020202020204" pitchFamily="34" charset="0"/>
                <a:ea typeface="+mn-ea"/>
                <a:cs typeface="Arial" pitchFamily="34" charset="0"/>
              </a:defRPr>
            </a:lvl1pPr>
          </a:lstStyle>
          <a:p>
            <a:pPr lvl="0"/>
            <a:r>
              <a:rPr lang="en-US" altLang="zh-CN" dirty="0"/>
              <a:t>DIRECTORY</a:t>
            </a:r>
            <a:endParaRPr lang="zh-CN" altLang="en-US" dirty="0"/>
          </a:p>
        </p:txBody>
      </p:sp>
      <p:pic>
        <p:nvPicPr>
          <p:cNvPr id="2" name="Picture 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54704"/>
            <a:ext cx="1280271" cy="270957"/>
          </a:xfrm>
          <a:prstGeom prst="rect">
            <a:avLst/>
          </a:prstGeom>
        </p:spPr>
      </p:pic>
    </p:spTree>
    <p:extLst>
      <p:ext uri="{BB962C8B-B14F-4D97-AF65-F5344CB8AC3E}">
        <p14:creationId xmlns:p14="http://schemas.microsoft.com/office/powerpoint/2010/main" val="139791127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2_自定义版式">
    <p:spTree>
      <p:nvGrpSpPr>
        <p:cNvPr id="1" name=""/>
        <p:cNvGrpSpPr/>
        <p:nvPr/>
      </p:nvGrpSpPr>
      <p:grpSpPr>
        <a:xfrm>
          <a:off x="0" y="0"/>
          <a:ext cx="0" cy="0"/>
          <a:chOff x="0" y="0"/>
          <a:chExt cx="0" cy="0"/>
        </a:xfrm>
      </p:grpSpPr>
      <p:sp>
        <p:nvSpPr>
          <p:cNvPr id="7" name="内容占位符 6"/>
          <p:cNvSpPr>
            <a:spLocks noGrp="1"/>
          </p:cNvSpPr>
          <p:nvPr>
            <p:ph sz="quarter" idx="11" hasCustomPrompt="1"/>
          </p:nvPr>
        </p:nvSpPr>
        <p:spPr>
          <a:xfrm>
            <a:off x="199458" y="1097306"/>
            <a:ext cx="9761084" cy="3680713"/>
          </a:xfrm>
        </p:spPr>
        <p:txBody>
          <a:bodyPr/>
          <a:lstStyle>
            <a:lvl1pPr indent="-180000">
              <a:lnSpc>
                <a:spcPct val="150000"/>
              </a:lnSpc>
              <a:defRPr sz="1600">
                <a:latin typeface="Aptos Display" panose="020B0004020202020204" pitchFamily="34" charset="0"/>
              </a:defRPr>
            </a:lvl1pPr>
            <a:lvl2pPr marL="742950" indent="-180000">
              <a:buFont typeface="Wingdings" pitchFamily="2" charset="2"/>
              <a:buChar char="l"/>
              <a:defRPr sz="1200" b="0">
                <a:latin typeface="Aptos Display" panose="020B0004020202020204" pitchFamily="34" charset="0"/>
              </a:defRPr>
            </a:lvl2pPr>
            <a:lvl3pPr>
              <a:defRPr/>
            </a:lvl3pPr>
            <a:lvl4pPr>
              <a:defRPr/>
            </a:lvl4pPr>
          </a:lstStyle>
          <a:p>
            <a:pPr lvl="0"/>
            <a:r>
              <a:rPr lang="en-US" altLang="zh-CN" dirty="0"/>
              <a:t>Lorem Ipsum</a:t>
            </a:r>
          </a:p>
          <a:p>
            <a:pPr lvl="1"/>
            <a:r>
              <a:rPr lang="en-US" altLang="zh-CN" dirty="0"/>
              <a:t>Lorem ipsum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sed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labore et dolore</a:t>
            </a:r>
          </a:p>
          <a:p>
            <a:pPr lvl="1"/>
            <a:r>
              <a:rPr lang="en-US" altLang="zh-CN" dirty="0"/>
              <a:t>Lorem ipsum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sed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labore et dolore</a:t>
            </a:r>
          </a:p>
          <a:p>
            <a:pPr lvl="0"/>
            <a:r>
              <a:rPr lang="en-US" altLang="zh-CN" dirty="0"/>
              <a:t>Lorem Ipsum</a:t>
            </a:r>
          </a:p>
          <a:p>
            <a:pPr lvl="1"/>
            <a:r>
              <a:rPr lang="en-US" altLang="zh-CN" dirty="0"/>
              <a:t>Lorem ipsum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sed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labore et dolore</a:t>
            </a:r>
          </a:p>
          <a:p>
            <a:pPr lvl="1"/>
            <a:r>
              <a:rPr lang="en-US" altLang="zh-CN" dirty="0"/>
              <a:t>Lorem ipsum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sed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labore et dolore</a:t>
            </a:r>
            <a:endParaRPr lang="zh-CN" altLang="en-US" dirty="0"/>
          </a:p>
          <a:p>
            <a:pPr lvl="1"/>
            <a:endParaRPr lang="zh-CN" altLang="en-US" dirty="0"/>
          </a:p>
        </p:txBody>
      </p:sp>
      <p:sp>
        <p:nvSpPr>
          <p:cNvPr id="13" name="文本占位符 7">
            <a:extLst>
              <a:ext uri="{FF2B5EF4-FFF2-40B4-BE49-F238E27FC236}">
                <a16:creationId xmlns:a16="http://schemas.microsoft.com/office/drawing/2014/main" id="{04E8CC1C-F222-4604-8363-B8371FFE0799}"/>
              </a:ext>
            </a:extLst>
          </p:cNvPr>
          <p:cNvSpPr>
            <a:spLocks noGrp="1"/>
          </p:cNvSpPr>
          <p:nvPr>
            <p:ph type="body" sz="quarter" idx="32" hasCustomPrompt="1"/>
          </p:nvPr>
        </p:nvSpPr>
        <p:spPr>
          <a:xfrm>
            <a:off x="1391709" y="407295"/>
            <a:ext cx="2079624" cy="365777"/>
          </a:xfrm>
        </p:spPr>
        <p:txBody>
          <a:bodyPr lIns="0" tIns="0" rIns="0" bIns="0">
            <a:noAutofit/>
          </a:bodyPr>
          <a:lstStyle>
            <a:lvl1pPr marL="0" indent="0" algn="l">
              <a:lnSpc>
                <a:spcPct val="100000"/>
              </a:lnSpc>
              <a:spcBef>
                <a:spcPts val="0"/>
              </a:spcBef>
              <a:buNone/>
              <a:defRPr lang="zh-CN" altLang="en-US" sz="1600" b="1" kern="1200" dirty="0">
                <a:solidFill>
                  <a:schemeClr val="tx1"/>
                </a:solidFill>
                <a:latin typeface="Aptos Display" panose="020B0004020202020204" pitchFamily="34" charset="0"/>
                <a:ea typeface="+mn-ea"/>
                <a:cs typeface="Arial" pitchFamily="34" charset="0"/>
              </a:defRPr>
            </a:lvl1pPr>
          </a:lstStyle>
          <a:p>
            <a:pPr lvl="0"/>
            <a:r>
              <a:rPr lang="en-US" altLang="zh-CN" dirty="0"/>
              <a:t>DIRECTORY</a:t>
            </a:r>
            <a:endParaRPr lang="zh-CN" altLang="en-US" dirty="0"/>
          </a:p>
        </p:txBody>
      </p:sp>
      <p:pic>
        <p:nvPicPr>
          <p:cNvPr id="12" name="Picture 11"/>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0" y="454704"/>
            <a:ext cx="1280271" cy="270957"/>
          </a:xfrm>
          <a:prstGeom prst="rect">
            <a:avLst/>
          </a:prstGeom>
        </p:spPr>
      </p:pic>
    </p:spTree>
    <p:extLst>
      <p:ext uri="{BB962C8B-B14F-4D97-AF65-F5344CB8AC3E}">
        <p14:creationId xmlns:p14="http://schemas.microsoft.com/office/powerpoint/2010/main" val="107013097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itle" preserve="1">
  <p:cSld name="3_标题幻灯片">
    <p:bg>
      <p:bgPr>
        <a:solidFill>
          <a:srgbClr val="E7E2D9"/>
        </a:solidFill>
        <a:effectLst/>
      </p:bgPr>
    </p:bg>
    <p:spTree>
      <p:nvGrpSpPr>
        <p:cNvPr id="1" name=""/>
        <p:cNvGrpSpPr/>
        <p:nvPr/>
      </p:nvGrpSpPr>
      <p:grpSpPr>
        <a:xfrm>
          <a:off x="0" y="0"/>
          <a:ext cx="0" cy="0"/>
          <a:chOff x="0" y="0"/>
          <a:chExt cx="0" cy="0"/>
        </a:xfrm>
      </p:grpSpPr>
      <p:sp>
        <p:nvSpPr>
          <p:cNvPr id="2" name="标题 1"/>
          <p:cNvSpPr>
            <a:spLocks noGrp="1"/>
          </p:cNvSpPr>
          <p:nvPr>
            <p:ph type="ctrTitle" hasCustomPrompt="1"/>
          </p:nvPr>
        </p:nvSpPr>
        <p:spPr>
          <a:xfrm>
            <a:off x="279467" y="376054"/>
            <a:ext cx="6480720" cy="860929"/>
          </a:xfrm>
        </p:spPr>
        <p:txBody>
          <a:bodyPr>
            <a:noAutofit/>
          </a:bodyPr>
          <a:lstStyle>
            <a:lvl1pPr algn="l">
              <a:defRPr sz="4000" baseline="0">
                <a:solidFill>
                  <a:schemeClr val="tx1"/>
                </a:solidFill>
                <a:latin typeface="Aptos Display" panose="020B0004020202020204" pitchFamily="34" charset="0"/>
              </a:defRPr>
            </a:lvl1pPr>
          </a:lstStyle>
          <a:p>
            <a:r>
              <a:rPr lang="en-US" altLang="zh-CN" dirty="0"/>
              <a:t>THE END</a:t>
            </a:r>
            <a:endParaRPr lang="zh-CN" altLang="en-US" dirty="0"/>
          </a:p>
        </p:txBody>
      </p:sp>
      <p:sp>
        <p:nvSpPr>
          <p:cNvPr id="3" name="副标题 2"/>
          <p:cNvSpPr>
            <a:spLocks noGrp="1"/>
          </p:cNvSpPr>
          <p:nvPr>
            <p:ph type="subTitle" idx="1" hasCustomPrompt="1"/>
          </p:nvPr>
        </p:nvSpPr>
        <p:spPr>
          <a:xfrm>
            <a:off x="279467" y="1236982"/>
            <a:ext cx="6480720" cy="1460500"/>
          </a:xfrm>
        </p:spPr>
        <p:txBody>
          <a:bodyPr>
            <a:normAutofit/>
          </a:bodyPr>
          <a:lstStyle>
            <a:lvl1pPr marL="0" indent="0" algn="l">
              <a:buNone/>
              <a:defRPr sz="2000" b="0">
                <a:solidFill>
                  <a:schemeClr val="tx1"/>
                </a:solidFill>
                <a:latin typeface="Aptos Display" panose="020B0004020202020204" pitchFamily="34"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ltLang="zh-CN" dirty="0"/>
              <a:t>THANK YOU</a:t>
            </a:r>
            <a:endParaRPr lang="zh-CN" altLang="en-US" dirty="0"/>
          </a:p>
        </p:txBody>
      </p:sp>
      <p:pic>
        <p:nvPicPr>
          <p:cNvPr id="6" name="Picture 2" descr="D:\other\PPT\Patterns JE_RGB-Corporate.png"/>
          <p:cNvPicPr>
            <a:picLocks noChangeAspect="1" noChangeArrowheads="1"/>
          </p:cNvPicPr>
          <p:nvPr/>
        </p:nvPicPr>
        <p:blipFill rotWithShape="1">
          <a:blip r:embed="rId2" cstate="print">
            <a:extLst>
              <a:ext uri="{28A0092B-C50C-407E-A947-70E740481C1C}">
                <a14:useLocalDpi xmlns:a14="http://schemas.microsoft.com/office/drawing/2010/main" val="0"/>
              </a:ext>
            </a:extLst>
          </a:blip>
          <a:srcRect l="408" t="1" b="1516"/>
          <a:stretch/>
        </p:blipFill>
        <p:spPr bwMode="auto">
          <a:xfrm>
            <a:off x="6900617" y="-14569"/>
            <a:ext cx="3259383" cy="572957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529096199"/>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灯片编号占位符 5">
            <a:extLst>
              <a:ext uri="{FF2B5EF4-FFF2-40B4-BE49-F238E27FC236}">
                <a16:creationId xmlns:a16="http://schemas.microsoft.com/office/drawing/2014/main" id="{FDAFB4BE-E188-4E54-BF33-AA6E4929555A}"/>
              </a:ext>
            </a:extLst>
          </p:cNvPr>
          <p:cNvSpPr txBox="1">
            <a:spLocks/>
          </p:cNvSpPr>
          <p:nvPr userDrawn="1"/>
        </p:nvSpPr>
        <p:spPr>
          <a:xfrm>
            <a:off x="119449" y="5337776"/>
            <a:ext cx="880098" cy="305152"/>
          </a:xfrm>
          <a:prstGeom prst="rect">
            <a:avLst/>
          </a:prstGeom>
        </p:spPr>
        <p:txBody>
          <a:bodyPr vert="horz" lIns="91440" tIns="45720" rIns="91440" bIns="45720" rtlCol="0" anchor="ctr"/>
          <a:lstStyle>
            <a:defPPr>
              <a:defRPr lang="zh-CN"/>
            </a:defPPr>
            <a:lvl1pPr marL="0" algn="l" defTabSz="914400" rtl="0" eaLnBrk="1" latinLnBrk="0" hangingPunct="1">
              <a:defRPr sz="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a:lstStyle>
          <a:p>
            <a:r>
              <a:rPr lang="en-US" altLang="zh-CN" dirty="0">
                <a:latin typeface="Aptos Display" panose="020B0004020202020204" pitchFamily="34" charset="0"/>
              </a:rPr>
              <a:t>Page </a:t>
            </a:r>
            <a:fld id="{F8BBB196-3CE5-4D52-AAD5-A832984A2C7D}" type="slidenum">
              <a:rPr lang="zh-CN" altLang="en-US" smtClean="0">
                <a:latin typeface="Aptos Display" panose="020B0004020202020204" pitchFamily="34" charset="0"/>
              </a:rPr>
              <a:pPr/>
              <a:t>‹#›</a:t>
            </a:fld>
            <a:endParaRPr lang="zh-CN" altLang="en-US" dirty="0">
              <a:latin typeface="Aptos Display" panose="020B0004020202020204" pitchFamily="34" charset="0"/>
            </a:endParaRPr>
          </a:p>
        </p:txBody>
      </p:sp>
      <p:sp>
        <p:nvSpPr>
          <p:cNvPr id="2" name="标题占位符 1"/>
          <p:cNvSpPr>
            <a:spLocks noGrp="1"/>
          </p:cNvSpPr>
          <p:nvPr>
            <p:ph type="title"/>
          </p:nvPr>
        </p:nvSpPr>
        <p:spPr>
          <a:xfrm>
            <a:off x="508000" y="228866"/>
            <a:ext cx="9144000" cy="952500"/>
          </a:xfrm>
          <a:prstGeom prst="rect">
            <a:avLst/>
          </a:prstGeom>
        </p:spPr>
        <p:txBody>
          <a:bodyPr vert="horz" lIns="91440" tIns="45720" rIns="91440" bIns="45720" rtlCol="0" anchor="ctr">
            <a:normAutofit/>
          </a:bodyPr>
          <a:lstStyle/>
          <a:p>
            <a:r>
              <a:rPr lang="en-US" altLang="zh-CN" dirty="0"/>
              <a:t>Lorem Ipsum</a:t>
            </a:r>
            <a:endParaRPr lang="zh-CN" altLang="en-US" dirty="0"/>
          </a:p>
        </p:txBody>
      </p:sp>
      <p:sp>
        <p:nvSpPr>
          <p:cNvPr id="3" name="文本占位符 2"/>
          <p:cNvSpPr>
            <a:spLocks noGrp="1"/>
          </p:cNvSpPr>
          <p:nvPr>
            <p:ph type="body" idx="1"/>
          </p:nvPr>
        </p:nvSpPr>
        <p:spPr>
          <a:xfrm>
            <a:off x="508000" y="1333501"/>
            <a:ext cx="9144000" cy="3771636"/>
          </a:xfrm>
          <a:prstGeom prst="rect">
            <a:avLst/>
          </a:prstGeom>
        </p:spPr>
        <p:txBody>
          <a:bodyPr vert="horz" lIns="91440" tIns="45720" rIns="91440" bIns="45720" rtlCol="0">
            <a:normAutofit/>
          </a:bodyPr>
          <a:lstStyle/>
          <a:p>
            <a:pPr lvl="0"/>
            <a:r>
              <a:rPr lang="en-US" altLang="zh-CN" dirty="0"/>
              <a:t>Lorem Ipsum</a:t>
            </a:r>
          </a:p>
          <a:p>
            <a:pPr lvl="1"/>
            <a:r>
              <a:rPr lang="en-US" altLang="zh-CN" dirty="0"/>
              <a:t>Lorem Ipsum</a:t>
            </a:r>
            <a:endParaRPr lang="zh-CN" altLang="en-US" dirty="0"/>
          </a:p>
          <a:p>
            <a:pPr lvl="2"/>
            <a:r>
              <a:rPr lang="en-US" altLang="zh-CN" dirty="0"/>
              <a:t>Lorem ipsum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sed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labore et dolore</a:t>
            </a:r>
          </a:p>
          <a:p>
            <a:pPr lvl="2"/>
            <a:r>
              <a:rPr lang="en-US" altLang="zh-CN" dirty="0"/>
              <a:t>Lorem ipsum dolor sit </a:t>
            </a:r>
            <a:r>
              <a:rPr lang="en-US" altLang="zh-CN" dirty="0" err="1"/>
              <a:t>amet</a:t>
            </a:r>
            <a:r>
              <a:rPr lang="en-US" altLang="zh-CN" dirty="0"/>
              <a:t>, </a:t>
            </a:r>
            <a:r>
              <a:rPr lang="en-US" altLang="zh-CN" dirty="0" err="1"/>
              <a:t>consectetur</a:t>
            </a:r>
            <a:r>
              <a:rPr lang="en-US" altLang="zh-CN" dirty="0"/>
              <a:t> </a:t>
            </a:r>
            <a:r>
              <a:rPr lang="en-US" altLang="zh-CN" dirty="0" err="1"/>
              <a:t>adipisicing</a:t>
            </a:r>
            <a:r>
              <a:rPr lang="en-US" altLang="zh-CN" dirty="0"/>
              <a:t> </a:t>
            </a:r>
            <a:r>
              <a:rPr lang="en-US" altLang="zh-CN" dirty="0" err="1"/>
              <a:t>elit</a:t>
            </a:r>
            <a:r>
              <a:rPr lang="en-US" altLang="zh-CN" dirty="0"/>
              <a:t>, sed do </a:t>
            </a:r>
            <a:r>
              <a:rPr lang="en-US" altLang="zh-CN" dirty="0" err="1"/>
              <a:t>eiusmod</a:t>
            </a:r>
            <a:r>
              <a:rPr lang="en-US" altLang="zh-CN" dirty="0"/>
              <a:t> </a:t>
            </a:r>
            <a:r>
              <a:rPr lang="en-US" altLang="zh-CN" dirty="0" err="1"/>
              <a:t>tempor</a:t>
            </a:r>
            <a:r>
              <a:rPr lang="en-US" altLang="zh-CN" dirty="0"/>
              <a:t> </a:t>
            </a:r>
            <a:r>
              <a:rPr lang="en-US" altLang="zh-CN" dirty="0" err="1"/>
              <a:t>incididunt</a:t>
            </a:r>
            <a:r>
              <a:rPr lang="en-US" altLang="zh-CN" dirty="0"/>
              <a:t> </a:t>
            </a:r>
            <a:r>
              <a:rPr lang="en-US" altLang="zh-CN" dirty="0" err="1"/>
              <a:t>ut</a:t>
            </a:r>
            <a:r>
              <a:rPr lang="en-US" altLang="zh-CN" dirty="0"/>
              <a:t> labore et dolore</a:t>
            </a:r>
          </a:p>
        </p:txBody>
      </p:sp>
    </p:spTree>
    <p:extLst>
      <p:ext uri="{BB962C8B-B14F-4D97-AF65-F5344CB8AC3E}">
        <p14:creationId xmlns:p14="http://schemas.microsoft.com/office/powerpoint/2010/main" val="3742257397"/>
      </p:ext>
    </p:extLst>
  </p:cSld>
  <p:clrMap bg1="lt1" tx1="dk1" bg2="lt2" tx2="dk2" accent1="accent1" accent2="accent2" accent3="accent3" accent4="accent4" accent5="accent5" accent6="accent6" hlink="hlink" folHlink="folHlink"/>
  <p:sldLayoutIdLst>
    <p:sldLayoutId id="2147484345" r:id="rId1"/>
    <p:sldLayoutId id="2147484352" r:id="rId2"/>
    <p:sldLayoutId id="2147484354" r:id="rId3"/>
    <p:sldLayoutId id="2147484364" r:id="rId4"/>
  </p:sldLayoutIdLst>
  <p:hf sldNum="0" hdr="0" ftr="0" dt="0"/>
  <p:txStyles>
    <p:titleStyle>
      <a:lvl1pPr algn="ctr" defTabSz="914400" rtl="0" eaLnBrk="1" latinLnBrk="0" hangingPunct="1">
        <a:spcBef>
          <a:spcPct val="0"/>
        </a:spcBef>
        <a:buNone/>
        <a:defRPr sz="4000" b="1" kern="1200">
          <a:solidFill>
            <a:srgbClr val="F58220"/>
          </a:solidFill>
          <a:latin typeface="Aptos Display" panose="020B0004020202020204" pitchFamily="34" charset="0"/>
          <a:ea typeface="+mj-ea"/>
          <a:cs typeface="+mj-cs"/>
        </a:defRPr>
      </a:lvl1pPr>
    </p:titleStyle>
    <p:bodyStyle>
      <a:lvl1pPr marL="342900" indent="-180000" algn="l" defTabSz="914400" rtl="0" eaLnBrk="1" latinLnBrk="0" hangingPunct="1">
        <a:lnSpc>
          <a:spcPct val="150000"/>
        </a:lnSpc>
        <a:spcBef>
          <a:spcPct val="20000"/>
        </a:spcBef>
        <a:buClr>
          <a:srgbClr val="F58220"/>
        </a:buClr>
        <a:buSzPct val="80000"/>
        <a:buFont typeface="Wingdings" pitchFamily="2" charset="2"/>
        <a:buChar char="l"/>
        <a:defRPr sz="2000" b="1" kern="1200">
          <a:solidFill>
            <a:schemeClr val="tx1"/>
          </a:solidFill>
          <a:latin typeface="Aptos Display" panose="020B0004020202020204" pitchFamily="34" charset="0"/>
          <a:ea typeface="+mn-ea"/>
          <a:cs typeface="+mn-cs"/>
        </a:defRPr>
      </a:lvl1pPr>
      <a:lvl2pPr marL="742950" indent="-180000" algn="l" defTabSz="914400" rtl="0" eaLnBrk="1" latinLnBrk="0" hangingPunct="1">
        <a:lnSpc>
          <a:spcPct val="150000"/>
        </a:lnSpc>
        <a:spcBef>
          <a:spcPct val="20000"/>
        </a:spcBef>
        <a:buClr>
          <a:srgbClr val="F58220"/>
        </a:buClr>
        <a:buSzPct val="80000"/>
        <a:buFont typeface="Wingdings" pitchFamily="2" charset="2"/>
        <a:buChar char="l"/>
        <a:defRPr sz="1600" b="1" kern="1200">
          <a:solidFill>
            <a:schemeClr val="tx1"/>
          </a:solidFill>
          <a:latin typeface="Aptos Display" panose="020B0004020202020204" pitchFamily="34" charset="0"/>
          <a:ea typeface="+mn-ea"/>
          <a:cs typeface="+mn-cs"/>
        </a:defRPr>
      </a:lvl2pPr>
      <a:lvl3pPr marL="1143000" indent="-180000" algn="l" defTabSz="914400" rtl="0" eaLnBrk="1" latinLnBrk="0" hangingPunct="1">
        <a:lnSpc>
          <a:spcPct val="150000"/>
        </a:lnSpc>
        <a:spcBef>
          <a:spcPct val="20000"/>
        </a:spcBef>
        <a:buClr>
          <a:srgbClr val="F58220"/>
        </a:buClr>
        <a:buSzPct val="80000"/>
        <a:buFont typeface="Wingdings" pitchFamily="2" charset="2"/>
        <a:buChar char="l"/>
        <a:defRPr lang="zh-CN" altLang="en-US" sz="1200" kern="1200" dirty="0" smtClean="0">
          <a:solidFill>
            <a:schemeClr val="tx1"/>
          </a:solidFill>
          <a:latin typeface="Aptos Display" panose="020B0004020202020204" pitchFamily="34" charset="0"/>
          <a:ea typeface="+mn-ea"/>
          <a:cs typeface="+mn-cs"/>
        </a:defRPr>
      </a:lvl3pPr>
      <a:lvl4pPr marL="1371600" indent="0" algn="l" defTabSz="914400" rtl="0" eaLnBrk="1" latinLnBrk="0" hangingPunct="1">
        <a:spcBef>
          <a:spcPct val="20000"/>
        </a:spcBef>
        <a:buFontTx/>
        <a:buNone/>
        <a:defRPr sz="1000" kern="1200">
          <a:solidFill>
            <a:schemeClr val="tx1"/>
          </a:solidFill>
          <a:latin typeface="+mn-lt"/>
          <a:ea typeface="+mn-ea"/>
          <a:cs typeface="+mn-cs"/>
        </a:defRPr>
      </a:lvl4pPr>
      <a:lvl5pPr marL="1828800" indent="0" algn="l" defTabSz="914400" rtl="0" eaLnBrk="1" latinLnBrk="0" hangingPunct="1">
        <a:spcBef>
          <a:spcPct val="20000"/>
        </a:spcBef>
        <a:buFontTx/>
        <a:buNone/>
        <a:defRPr sz="1000" kern="1200">
          <a:solidFill>
            <a:schemeClr val="tx1"/>
          </a:solidFill>
          <a:latin typeface="+mn-lt"/>
          <a:ea typeface="+mn-ea"/>
          <a:cs typeface="+mn-cs"/>
        </a:defRPr>
      </a:lvl5pPr>
      <a:lvl6pPr marL="2286000" indent="0" algn="l" defTabSz="914400" rtl="0" eaLnBrk="1" latinLnBrk="0" hangingPunct="1">
        <a:spcBef>
          <a:spcPct val="20000"/>
        </a:spcBef>
        <a:buFontTx/>
        <a:buNone/>
        <a:defRPr sz="2000" kern="1200">
          <a:solidFill>
            <a:schemeClr val="tx1"/>
          </a:solidFill>
          <a:latin typeface="+mn-lt"/>
          <a:ea typeface="+mn-ea"/>
          <a:cs typeface="+mn-cs"/>
        </a:defRPr>
      </a:lvl6pPr>
      <a:lvl7pPr marL="2743200" indent="0" algn="l" defTabSz="914400" rtl="0" eaLnBrk="1" latinLnBrk="0" hangingPunct="1">
        <a:spcBef>
          <a:spcPct val="20000"/>
        </a:spcBef>
        <a:buFontTx/>
        <a:buNone/>
        <a:defRPr sz="2000" kern="1200">
          <a:solidFill>
            <a:schemeClr val="tx1"/>
          </a:solidFill>
          <a:latin typeface="+mn-lt"/>
          <a:ea typeface="+mn-ea"/>
          <a:cs typeface="+mn-cs"/>
        </a:defRPr>
      </a:lvl7pPr>
      <a:lvl8pPr marL="3200400" indent="0" algn="l" defTabSz="914400" rtl="0" eaLnBrk="1" latinLnBrk="0" hangingPunct="1">
        <a:spcBef>
          <a:spcPct val="20000"/>
        </a:spcBef>
        <a:buFontTx/>
        <a:buNone/>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3.xml"/><Relationship Id="rId5" Type="http://schemas.openxmlformats.org/officeDocument/2006/relationships/image" Target="../media/image6.png"/><Relationship Id="rId4" Type="http://schemas.openxmlformats.org/officeDocument/2006/relationships/image" Target="../media/image5.png"/></Relationships>
</file>

<file path=ppt/slides/_rels/slide3.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8" Type="http://schemas.openxmlformats.org/officeDocument/2006/relationships/image" Target="../media/image4.png"/><Relationship Id="rId13" Type="http://schemas.openxmlformats.org/officeDocument/2006/relationships/image" Target="../media/image17.png"/><Relationship Id="rId3" Type="http://schemas.openxmlformats.org/officeDocument/2006/relationships/image" Target="../media/image8.png"/><Relationship Id="rId7" Type="http://schemas.openxmlformats.org/officeDocument/2006/relationships/image" Target="../media/image12.png"/><Relationship Id="rId12" Type="http://schemas.openxmlformats.org/officeDocument/2006/relationships/image" Target="../media/image16.png"/><Relationship Id="rId2" Type="http://schemas.openxmlformats.org/officeDocument/2006/relationships/image" Target="../media/image7.png"/><Relationship Id="rId1" Type="http://schemas.openxmlformats.org/officeDocument/2006/relationships/slideLayout" Target="../slideLayouts/slideLayout3.xml"/><Relationship Id="rId6" Type="http://schemas.openxmlformats.org/officeDocument/2006/relationships/image" Target="../media/image11.png"/><Relationship Id="rId11" Type="http://schemas.openxmlformats.org/officeDocument/2006/relationships/image" Target="../media/image15.png"/><Relationship Id="rId5" Type="http://schemas.openxmlformats.org/officeDocument/2006/relationships/image" Target="../media/image10.png"/><Relationship Id="rId10" Type="http://schemas.openxmlformats.org/officeDocument/2006/relationships/image" Target="../media/image14.png"/><Relationship Id="rId4" Type="http://schemas.openxmlformats.org/officeDocument/2006/relationships/image" Target="../media/image9.png"/><Relationship Id="rId9" Type="http://schemas.openxmlformats.org/officeDocument/2006/relationships/image" Target="../media/image13.png"/><Relationship Id="rId14" Type="http://schemas.openxmlformats.org/officeDocument/2006/relationships/image" Target="../media/image18.png"/></Relationships>
</file>

<file path=ppt/slides/_rels/slide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image" Target="../media/image19.png"/><Relationship Id="rId1" Type="http://schemas.openxmlformats.org/officeDocument/2006/relationships/slideLayout" Target="../slideLayouts/slideLayout3.xml"/><Relationship Id="rId5" Type="http://schemas.openxmlformats.org/officeDocument/2006/relationships/image" Target="../media/image22.png"/><Relationship Id="rId4" Type="http://schemas.openxmlformats.org/officeDocument/2006/relationships/image" Target="../media/image21.png"/></Relationships>
</file>

<file path=ppt/slides/_rels/slide7.xml.rels><?xml version="1.0" encoding="UTF-8" standalone="yes"?>
<Relationships xmlns="http://schemas.openxmlformats.org/package/2006/relationships"><Relationship Id="rId3" Type="http://schemas.openxmlformats.org/officeDocument/2006/relationships/image" Target="../media/image23.png"/><Relationship Id="rId2" Type="http://schemas.openxmlformats.org/officeDocument/2006/relationships/notesSlide" Target="../notesSlides/notesSlide1.xml"/><Relationship Id="rId1" Type="http://schemas.openxmlformats.org/officeDocument/2006/relationships/slideLayout" Target="../slideLayouts/slideLayout3.xml"/><Relationship Id="rId4" Type="http://schemas.openxmlformats.org/officeDocument/2006/relationships/image" Target="../media/image1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image" Target="../media/image24.png"/><Relationship Id="rId1" Type="http://schemas.openxmlformats.org/officeDocument/2006/relationships/slideLayout" Target="../slideLayouts/slideLayout3.xml"/><Relationship Id="rId4" Type="http://schemas.openxmlformats.org/officeDocument/2006/relationships/image" Target="../media/image26.png"/></Relationships>
</file>

<file path=ppt/slides/_rels/slide11.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image" Target="../media/image27.png"/><Relationship Id="rId1" Type="http://schemas.openxmlformats.org/officeDocument/2006/relationships/slideLayout" Target="../slideLayouts/slideLayout3.xml"/><Relationship Id="rId4" Type="http://schemas.openxmlformats.org/officeDocument/2006/relationships/image" Target="../media/image29.png"/></Relationships>
</file>

<file path=ppt/slides/_rels/slide12.xml.rels><?xml version="1.0" encoding="UTF-8" standalone="yes"?>
<Relationships xmlns="http://schemas.openxmlformats.org/package/2006/relationships"><Relationship Id="rId3" Type="http://schemas.openxmlformats.org/officeDocument/2006/relationships/image" Target="../media/image31.png"/><Relationship Id="rId2" Type="http://schemas.openxmlformats.org/officeDocument/2006/relationships/image" Target="../media/image30.png"/><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image" Target="../media/image32.png"/><Relationship Id="rId1" Type="http://schemas.openxmlformats.org/officeDocument/2006/relationships/slideLayout" Target="../slideLayouts/slideLayout3.xml"/><Relationship Id="rId4" Type="http://schemas.openxmlformats.org/officeDocument/2006/relationships/image" Target="../media/image34.png"/></Relationships>
</file>

<file path=ppt/slides/_rels/slide14.xml.rels><?xml version="1.0" encoding="UTF-8" standalone="yes"?>
<Relationships xmlns="http://schemas.openxmlformats.org/package/2006/relationships"><Relationship Id="rId3" Type="http://schemas.openxmlformats.org/officeDocument/2006/relationships/image" Target="../media/image36.png"/><Relationship Id="rId2" Type="http://schemas.openxmlformats.org/officeDocument/2006/relationships/image" Target="../media/image35.png"/><Relationship Id="rId1" Type="http://schemas.openxmlformats.org/officeDocument/2006/relationships/slideLayout" Target="../slideLayouts/slideLayout3.xml"/><Relationship Id="rId5" Type="http://schemas.openxmlformats.org/officeDocument/2006/relationships/image" Target="../media/image38.png"/><Relationship Id="rId4" Type="http://schemas.openxmlformats.org/officeDocument/2006/relationships/image" Target="../media/image37.png"/></Relationships>
</file>

<file path=ppt/slides/_rels/slide15.xml.rels><?xml version="1.0" encoding="UTF-8" standalone="yes"?>
<Relationships xmlns="http://schemas.openxmlformats.org/package/2006/relationships"><Relationship Id="rId8" Type="http://schemas.openxmlformats.org/officeDocument/2006/relationships/image" Target="../media/image43.png"/><Relationship Id="rId3" Type="http://schemas.openxmlformats.org/officeDocument/2006/relationships/image" Target="../media/image40.png"/><Relationship Id="rId7" Type="http://schemas.openxmlformats.org/officeDocument/2006/relationships/image" Target="../media/image31.png"/><Relationship Id="rId2" Type="http://schemas.openxmlformats.org/officeDocument/2006/relationships/image" Target="../media/image39.png"/><Relationship Id="rId1" Type="http://schemas.openxmlformats.org/officeDocument/2006/relationships/slideLayout" Target="../slideLayouts/slideLayout3.xml"/><Relationship Id="rId6" Type="http://schemas.openxmlformats.org/officeDocument/2006/relationships/image" Target="../media/image42.png"/><Relationship Id="rId5" Type="http://schemas.openxmlformats.org/officeDocument/2006/relationships/image" Target="../media/image28.png"/><Relationship Id="rId4" Type="http://schemas.openxmlformats.org/officeDocument/2006/relationships/image" Target="../media/image41.png"/></Relationships>
</file>

<file path=ppt/slides/_rels/slide16.xml.rels><?xml version="1.0" encoding="UTF-8" standalone="yes"?>
<Relationships xmlns="http://schemas.openxmlformats.org/package/2006/relationships"><Relationship Id="rId3" Type="http://schemas.openxmlformats.org/officeDocument/2006/relationships/image" Target="../media/image34.png"/><Relationship Id="rId7" Type="http://schemas.openxmlformats.org/officeDocument/2006/relationships/image" Target="../media/image37.png"/><Relationship Id="rId2" Type="http://schemas.openxmlformats.org/officeDocument/2006/relationships/image" Target="../media/image44.png"/><Relationship Id="rId1" Type="http://schemas.openxmlformats.org/officeDocument/2006/relationships/slideLayout" Target="../slideLayouts/slideLayout3.xml"/><Relationship Id="rId6" Type="http://schemas.openxmlformats.org/officeDocument/2006/relationships/image" Target="../media/image36.png"/><Relationship Id="rId5" Type="http://schemas.openxmlformats.org/officeDocument/2006/relationships/image" Target="../media/image35.png"/><Relationship Id="rId4" Type="http://schemas.openxmlformats.org/officeDocument/2006/relationships/image" Target="../media/image33.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2" Type="http://schemas.openxmlformats.org/officeDocument/2006/relationships/image" Target="../media/image45.png"/><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image" Target="../media/image48.png"/><Relationship Id="rId7" Type="http://schemas.openxmlformats.org/officeDocument/2006/relationships/image" Target="../media/image52.png"/><Relationship Id="rId2" Type="http://schemas.openxmlformats.org/officeDocument/2006/relationships/image" Target="../media/image47.png"/><Relationship Id="rId1" Type="http://schemas.openxmlformats.org/officeDocument/2006/relationships/slideLayout" Target="../slideLayouts/slideLayout3.xml"/><Relationship Id="rId6" Type="http://schemas.openxmlformats.org/officeDocument/2006/relationships/image" Target="../media/image51.png"/><Relationship Id="rId5" Type="http://schemas.openxmlformats.org/officeDocument/2006/relationships/image" Target="../media/image50.png"/><Relationship Id="rId4" Type="http://schemas.openxmlformats.org/officeDocument/2006/relationships/image" Target="../media/image49.png"/></Relationships>
</file>

<file path=ppt/slides/_rels/slide21.xml.rels><?xml version="1.0" encoding="UTF-8" standalone="yes"?>
<Relationships xmlns="http://schemas.openxmlformats.org/package/2006/relationships"><Relationship Id="rId8" Type="http://schemas.openxmlformats.org/officeDocument/2006/relationships/image" Target="../media/image59.png"/><Relationship Id="rId3" Type="http://schemas.openxmlformats.org/officeDocument/2006/relationships/image" Target="../media/image54.png"/><Relationship Id="rId7" Type="http://schemas.openxmlformats.org/officeDocument/2006/relationships/image" Target="../media/image58.png"/><Relationship Id="rId2" Type="http://schemas.openxmlformats.org/officeDocument/2006/relationships/image" Target="../media/image53.png"/><Relationship Id="rId1" Type="http://schemas.openxmlformats.org/officeDocument/2006/relationships/slideLayout" Target="../slideLayouts/slideLayout3.xml"/><Relationship Id="rId6" Type="http://schemas.openxmlformats.org/officeDocument/2006/relationships/image" Target="../media/image57.png"/><Relationship Id="rId5" Type="http://schemas.openxmlformats.org/officeDocument/2006/relationships/image" Target="../media/image56.png"/><Relationship Id="rId4" Type="http://schemas.openxmlformats.org/officeDocument/2006/relationships/image" Target="../media/image55.png"/></Relationships>
</file>

<file path=ppt/slides/_rels/slide22.xml.rels><?xml version="1.0" encoding="UTF-8" standalone="yes"?>
<Relationships xmlns="http://schemas.openxmlformats.org/package/2006/relationships"><Relationship Id="rId3" Type="http://schemas.openxmlformats.org/officeDocument/2006/relationships/image" Target="../media/image60.png"/><Relationship Id="rId2" Type="http://schemas.openxmlformats.org/officeDocument/2006/relationships/notesSlide" Target="../notesSlides/notesSlide2.xml"/><Relationship Id="rId1" Type="http://schemas.openxmlformats.org/officeDocument/2006/relationships/slideLayout" Target="../slideLayouts/slideLayout3.xml"/><Relationship Id="rId5" Type="http://schemas.openxmlformats.org/officeDocument/2006/relationships/image" Target="../media/image62.png"/><Relationship Id="rId4" Type="http://schemas.openxmlformats.org/officeDocument/2006/relationships/image" Target="../media/image61.png"/></Relationships>
</file>

<file path=ppt/slides/_rels/slide23.xml.rels><?xml version="1.0" encoding="UTF-8" standalone="yes"?>
<Relationships xmlns="http://schemas.openxmlformats.org/package/2006/relationships"><Relationship Id="rId3" Type="http://schemas.openxmlformats.org/officeDocument/2006/relationships/image" Target="../media/image63.png"/><Relationship Id="rId2" Type="http://schemas.openxmlformats.org/officeDocument/2006/relationships/notesSlide" Target="../notesSlides/notesSlide3.xml"/><Relationship Id="rId1" Type="http://schemas.openxmlformats.org/officeDocument/2006/relationships/slideLayout" Target="../slideLayouts/slideLayout3.xml"/><Relationship Id="rId4" Type="http://schemas.openxmlformats.org/officeDocument/2006/relationships/image" Target="../media/image64.png"/></Relationships>
</file>

<file path=ppt/slides/_rels/slide24.xml.rels><?xml version="1.0" encoding="UTF-8" standalone="yes"?>
<Relationships xmlns="http://schemas.openxmlformats.org/package/2006/relationships"><Relationship Id="rId3" Type="http://schemas.openxmlformats.org/officeDocument/2006/relationships/image" Target="../media/image65.png"/><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C7C307E-D3B1-E9A7-9FD5-8A4B3BD23D2C}"/>
              </a:ext>
            </a:extLst>
          </p:cNvPr>
          <p:cNvSpPr>
            <a:spLocks noGrp="1"/>
          </p:cNvSpPr>
          <p:nvPr>
            <p:ph type="ctrTitle"/>
          </p:nvPr>
        </p:nvSpPr>
        <p:spPr>
          <a:xfrm>
            <a:off x="112710" y="1302117"/>
            <a:ext cx="7233964" cy="1964057"/>
          </a:xfrm>
        </p:spPr>
        <p:txBody>
          <a:bodyPr/>
          <a:lstStyle/>
          <a:p>
            <a:r>
              <a:rPr lang="en-US" sz="3600" dirty="0">
                <a:latin typeface="Aptos Display" panose="020B0004020202020204" pitchFamily="34" charset="0"/>
              </a:rPr>
              <a:t>Predictive Analytic of RGB Production Line</a:t>
            </a:r>
            <a:br>
              <a:rPr lang="en-US" sz="3600" dirty="0">
                <a:latin typeface="Aptos Display" panose="020B0004020202020204" pitchFamily="34" charset="0"/>
              </a:rPr>
            </a:br>
            <a:br>
              <a:rPr lang="en-US" sz="3600" dirty="0">
                <a:latin typeface="Aptos Display" panose="020B0004020202020204" pitchFamily="34" charset="0"/>
              </a:rPr>
            </a:br>
            <a:r>
              <a:rPr lang="en-US" sz="3600" dirty="0">
                <a:latin typeface="Aptos Display" panose="020B0004020202020204" pitchFamily="34" charset="0"/>
              </a:rPr>
              <a:t>(Aaron)</a:t>
            </a:r>
          </a:p>
        </p:txBody>
      </p:sp>
    </p:spTree>
    <p:extLst>
      <p:ext uri="{BB962C8B-B14F-4D97-AF65-F5344CB8AC3E}">
        <p14:creationId xmlns:p14="http://schemas.microsoft.com/office/powerpoint/2010/main" val="3298494690"/>
      </p:ext>
    </p:extLst>
  </p:cSld>
  <p:clrMapOvr>
    <a:masterClrMapping/>
  </p:clrMapOvr>
  <p:timing>
    <p:tnLst>
      <p:par>
        <p:cTn id="1" dur="indefinite" restart="never" nodeType="tmRoot">
          <p:childTnLst>
            <p:par>
              <p:cTn id="2"/>
            </p:par>
          </p:childTnLst>
        </p:cTn>
      </p:par>
    </p:tnLst>
  </p:timing>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2F251FFD-C263-17C5-83FF-88D3C54CF85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3980AF7-5B0D-84E7-51ED-1E1C0959FFBE}"/>
              </a:ext>
            </a:extLst>
          </p:cNvPr>
          <p:cNvSpPr>
            <a:spLocks noGrp="1"/>
          </p:cNvSpPr>
          <p:nvPr>
            <p:ph type="body" sz="quarter" idx="32"/>
          </p:nvPr>
        </p:nvSpPr>
        <p:spPr>
          <a:xfrm>
            <a:off x="1445498" y="380402"/>
            <a:ext cx="8386496" cy="365777"/>
          </a:xfrm>
        </p:spPr>
        <p:txBody>
          <a:bodyPr/>
          <a:lstStyle/>
          <a:p>
            <a:r>
              <a:rPr lang="en-US" sz="2800" dirty="0">
                <a:latin typeface="Aptos Display" panose="020B0004020202020204" pitchFamily="34" charset="0"/>
              </a:rPr>
              <a:t>What is Predictive Analytic of RGB Production Line ?</a:t>
            </a:r>
          </a:p>
        </p:txBody>
      </p:sp>
      <p:graphicFrame>
        <p:nvGraphicFramePr>
          <p:cNvPr id="7" name="Table 6">
            <a:extLst>
              <a:ext uri="{FF2B5EF4-FFF2-40B4-BE49-F238E27FC236}">
                <a16:creationId xmlns:a16="http://schemas.microsoft.com/office/drawing/2014/main" id="{3899A4A8-806A-072F-5D7C-49FE39CEB565}"/>
              </a:ext>
            </a:extLst>
          </p:cNvPr>
          <p:cNvGraphicFramePr>
            <a:graphicFrameLocks noGrp="1"/>
          </p:cNvGraphicFramePr>
          <p:nvPr>
            <p:extLst>
              <p:ext uri="{D42A27DB-BD31-4B8C-83A1-F6EECF244321}">
                <p14:modId xmlns:p14="http://schemas.microsoft.com/office/powerpoint/2010/main" val="251208779"/>
              </p:ext>
            </p:extLst>
          </p:nvPr>
        </p:nvGraphicFramePr>
        <p:xfrm>
          <a:off x="125505" y="935398"/>
          <a:ext cx="9897384" cy="1674637"/>
        </p:xfrm>
        <a:graphic>
          <a:graphicData uri="http://schemas.openxmlformats.org/drawingml/2006/table">
            <a:tbl>
              <a:tblPr firstRow="1" bandRow="1">
                <a:tableStyleId>{93296810-A885-4BE3-A3E7-6D5BEEA58F35}</a:tableStyleId>
              </a:tblPr>
              <a:tblGrid>
                <a:gridCol w="604262">
                  <a:extLst>
                    <a:ext uri="{9D8B030D-6E8A-4147-A177-3AD203B41FA5}">
                      <a16:colId xmlns:a16="http://schemas.microsoft.com/office/drawing/2014/main" val="654290062"/>
                    </a:ext>
                  </a:extLst>
                </a:gridCol>
                <a:gridCol w="1216025">
                  <a:extLst>
                    <a:ext uri="{9D8B030D-6E8A-4147-A177-3AD203B41FA5}">
                      <a16:colId xmlns:a16="http://schemas.microsoft.com/office/drawing/2014/main" val="3749526541"/>
                    </a:ext>
                  </a:extLst>
                </a:gridCol>
                <a:gridCol w="2461472">
                  <a:extLst>
                    <a:ext uri="{9D8B030D-6E8A-4147-A177-3AD203B41FA5}">
                      <a16:colId xmlns:a16="http://schemas.microsoft.com/office/drawing/2014/main" val="492767656"/>
                    </a:ext>
                  </a:extLst>
                </a:gridCol>
                <a:gridCol w="2831285">
                  <a:extLst>
                    <a:ext uri="{9D8B030D-6E8A-4147-A177-3AD203B41FA5}">
                      <a16:colId xmlns:a16="http://schemas.microsoft.com/office/drawing/2014/main" val="3196151450"/>
                    </a:ext>
                  </a:extLst>
                </a:gridCol>
                <a:gridCol w="2784340">
                  <a:extLst>
                    <a:ext uri="{9D8B030D-6E8A-4147-A177-3AD203B41FA5}">
                      <a16:colId xmlns:a16="http://schemas.microsoft.com/office/drawing/2014/main" val="1860891915"/>
                    </a:ext>
                  </a:extLst>
                </a:gridCol>
              </a:tblGrid>
              <a:tr h="362579">
                <a:tc>
                  <a:txBody>
                    <a:bodyPr/>
                    <a:lstStyle/>
                    <a:p>
                      <a:pPr algn="ctr"/>
                      <a:r>
                        <a:rPr lang="en-US" sz="1600" dirty="0">
                          <a:latin typeface="Aptos Display" panose="020B0004020202020204" pitchFamily="34" charset="0"/>
                        </a:rPr>
                        <a:t>No.</a:t>
                      </a:r>
                    </a:p>
                  </a:txBody>
                  <a:tcPr/>
                </a:tc>
                <a:tc>
                  <a:txBody>
                    <a:bodyPr/>
                    <a:lstStyle/>
                    <a:p>
                      <a:pPr algn="ctr"/>
                      <a:r>
                        <a:rPr lang="en-US" sz="1600" dirty="0">
                          <a:latin typeface="Aptos Display" panose="020B0004020202020204" pitchFamily="34" charset="0"/>
                        </a:rPr>
                        <a:t>Title</a:t>
                      </a:r>
                    </a:p>
                  </a:txBody>
                  <a:tcPr/>
                </a:tc>
                <a:tc>
                  <a:txBody>
                    <a:bodyPr/>
                    <a:lstStyle/>
                    <a:p>
                      <a:pPr algn="ctr"/>
                      <a:r>
                        <a:rPr lang="en-US" sz="1600" dirty="0">
                          <a:latin typeface="Aptos Display" panose="020B0004020202020204" pitchFamily="34" charset="0"/>
                        </a:rPr>
                        <a:t>Objective</a:t>
                      </a:r>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Aptos Display" panose="020B0004020202020204" pitchFamily="34" charset="0"/>
                        </a:rPr>
                        <a:t>Result</a:t>
                      </a:r>
                      <a:endParaRPr lang="en-US" sz="1600" dirty="0"/>
                    </a:p>
                  </a:txBody>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600" b="1" dirty="0">
                          <a:latin typeface="Aptos Display" panose="020B0004020202020204" pitchFamily="34" charset="0"/>
                        </a:rPr>
                        <a:t>Methodology</a:t>
                      </a:r>
                      <a:endParaRPr lang="en-US" sz="1600" dirty="0"/>
                    </a:p>
                  </a:txBody>
                  <a:tcPr/>
                </a:tc>
                <a:extLst>
                  <a:ext uri="{0D108BD9-81ED-4DB2-BD59-A6C34878D82A}">
                    <a16:rowId xmlns:a16="http://schemas.microsoft.com/office/drawing/2014/main" val="2908193618"/>
                  </a:ext>
                </a:extLst>
              </a:tr>
              <a:tr h="1312058">
                <a:tc>
                  <a:txBody>
                    <a:bodyPr/>
                    <a:lstStyle/>
                    <a:p>
                      <a:pPr algn="ctr"/>
                      <a:r>
                        <a:rPr lang="en-US" sz="900" dirty="0">
                          <a:latin typeface="Aptos Display" panose="020B0004020202020204" pitchFamily="34" charset="0"/>
                        </a:rPr>
                        <a:t>2</a:t>
                      </a:r>
                    </a:p>
                  </a:txBody>
                  <a:tcPr/>
                </a:tc>
                <a:tc>
                  <a:txBody>
                    <a:bodyPr/>
                    <a:lstStyle/>
                    <a:p>
                      <a:pPr algn="l"/>
                      <a:r>
                        <a:rPr lang="en-US" sz="900" dirty="0">
                          <a:latin typeface="Aptos Display" panose="020B0004020202020204" pitchFamily="34" charset="0"/>
                        </a:rPr>
                        <a:t>What is Predictive Analytic of RGB Production Line ?</a:t>
                      </a:r>
                    </a:p>
                  </a:txBody>
                  <a:tcPr/>
                </a:tc>
                <a:tc>
                  <a:txBody>
                    <a:bodyPr/>
                    <a:lstStyle/>
                    <a:p>
                      <a:pPr rtl="0"/>
                      <a:r>
                        <a:rPr lang="en-US" sz="900" dirty="0">
                          <a:latin typeface="Aptos Display" panose="020B0004020202020204" pitchFamily="34" charset="0"/>
                        </a:rPr>
                        <a:t>- Improve product result prediction accuracy</a:t>
                      </a:r>
                    </a:p>
                    <a:p>
                      <a:pPr rtl="0"/>
                      <a:endParaRPr lang="en-US" sz="900" dirty="0"/>
                    </a:p>
                    <a:p>
                      <a:pPr rtl="0"/>
                      <a:r>
                        <a:rPr lang="en-US" sz="900" dirty="0"/>
                        <a:t>- Enable data-driven business decisions</a:t>
                      </a:r>
                    </a:p>
                  </a:txBody>
                  <a:tcPr/>
                </a:tc>
                <a:tc>
                  <a:txBody>
                    <a:bodyPr/>
                    <a:lstStyle/>
                    <a:p>
                      <a:pPr rtl="0"/>
                      <a:r>
                        <a:rPr lang="en-US" sz="900" b="0" dirty="0">
                          <a:latin typeface="Aptos Display" panose="020B0004020202020204" pitchFamily="34" charset="0"/>
                        </a:rPr>
                        <a:t>- Data is stratified and discrete</a:t>
                      </a:r>
                    </a:p>
                    <a:p>
                      <a:pPr rtl="0"/>
                      <a:r>
                        <a:rPr lang="en-US" sz="900" b="0" dirty="0"/>
                        <a:t>- No clear linear relationship found</a:t>
                      </a:r>
                    </a:p>
                    <a:p>
                      <a:pPr rtl="0"/>
                      <a:r>
                        <a:rPr lang="en-US" sz="900" b="0" dirty="0"/>
                        <a:t>- Measurement accuracy is limited</a:t>
                      </a:r>
                    </a:p>
                    <a:p>
                      <a:pPr rtl="0"/>
                      <a:r>
                        <a:rPr lang="en-US" sz="900" b="0" dirty="0"/>
                        <a:t>- Values are highly concentrated</a:t>
                      </a:r>
                    </a:p>
                    <a:p>
                      <a:pPr rtl="0"/>
                      <a:r>
                        <a:rPr lang="en-US" sz="900" b="0" dirty="0"/>
                        <a:t>- Data quality and characteristics still limit results</a:t>
                      </a:r>
                    </a:p>
                    <a:p>
                      <a:pPr marL="0" indent="0" rtl="0">
                        <a:buFontTx/>
                        <a:buNone/>
                      </a:pPr>
                      <a:r>
                        <a:rPr lang="en-US" sz="900" b="0" dirty="0"/>
                        <a:t>- Recommend improving data accuracy and         </a:t>
                      </a:r>
                    </a:p>
                    <a:p>
                      <a:pPr marL="0" indent="0" rtl="0">
                        <a:buFontTx/>
                        <a:buNone/>
                      </a:pPr>
                      <a:r>
                        <a:rPr lang="en-US" sz="900" b="0" dirty="0"/>
                        <a:t>  richness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latin typeface="Aptos Display" panose="020B0004020202020204" pitchFamily="34" charset="0"/>
                        </a:rPr>
                        <a:t>- Data cleaning and preprocessing</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 Descriptive statistics (mean, median, range, SD)</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 Distribution and correlation analysis</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 Outlier detection</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 Train-test split (70% train, 30% test)</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 Random Forest Regressor model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 </a:t>
                      </a:r>
                      <a:r>
                        <a:rPr lang="en-US" sz="900" dirty="0" err="1"/>
                        <a:t>LightGBM</a:t>
                      </a:r>
                      <a:r>
                        <a:rPr lang="en-US" sz="900" dirty="0"/>
                        <a:t> quantile regression model</a:t>
                      </a:r>
                    </a:p>
                    <a:p>
                      <a:pPr marL="0" marR="0" lvl="0" indent="0" algn="l" defTabSz="914400" rtl="0" eaLnBrk="1" fontAlgn="auto" latinLnBrk="0" hangingPunct="1">
                        <a:lnSpc>
                          <a:spcPct val="100000"/>
                        </a:lnSpc>
                        <a:spcBef>
                          <a:spcPts val="0"/>
                        </a:spcBef>
                        <a:spcAft>
                          <a:spcPts val="0"/>
                        </a:spcAft>
                        <a:buClrTx/>
                        <a:buSzTx/>
                        <a:buFontTx/>
                        <a:buNone/>
                        <a:tabLst/>
                        <a:defRPr/>
                      </a:pPr>
                      <a:r>
                        <a:rPr lang="en-US" sz="900" dirty="0"/>
                        <a:t>- Evaluate with MAE, RMSE, not R²</a:t>
                      </a:r>
                    </a:p>
                  </a:txBody>
                  <a:tcPr/>
                </a:tc>
                <a:extLst>
                  <a:ext uri="{0D108BD9-81ED-4DB2-BD59-A6C34878D82A}">
                    <a16:rowId xmlns:a16="http://schemas.microsoft.com/office/drawing/2014/main" val="2963332861"/>
                  </a:ext>
                </a:extLst>
              </a:tr>
            </a:tbl>
          </a:graphicData>
        </a:graphic>
      </p:graphicFrame>
      <p:sp>
        <p:nvSpPr>
          <p:cNvPr id="14" name="Arrow: Right 13">
            <a:extLst>
              <a:ext uri="{FF2B5EF4-FFF2-40B4-BE49-F238E27FC236}">
                <a16:creationId xmlns:a16="http://schemas.microsoft.com/office/drawing/2014/main" id="{42358ED7-7E62-E49A-6481-61D189CCB77B}"/>
              </a:ext>
            </a:extLst>
          </p:cNvPr>
          <p:cNvSpPr/>
          <p:nvPr/>
        </p:nvSpPr>
        <p:spPr>
          <a:xfrm>
            <a:off x="2109870" y="3947338"/>
            <a:ext cx="449381" cy="299258"/>
          </a:xfrm>
          <a:prstGeom prst="rightArrow">
            <a:avLst>
              <a:gd name="adj1" fmla="val 29526"/>
              <a:gd name="adj2"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Aptos Display" panose="020B0004020202020204" pitchFamily="34" charset="0"/>
            </a:endParaRPr>
          </a:p>
        </p:txBody>
      </p:sp>
      <p:sp>
        <p:nvSpPr>
          <p:cNvPr id="34" name="TextBox 33">
            <a:extLst>
              <a:ext uri="{FF2B5EF4-FFF2-40B4-BE49-F238E27FC236}">
                <a16:creationId xmlns:a16="http://schemas.microsoft.com/office/drawing/2014/main" id="{ADA63D23-7372-BE06-B17F-E1A3277022B7}"/>
              </a:ext>
            </a:extLst>
          </p:cNvPr>
          <p:cNvSpPr txBox="1"/>
          <p:nvPr/>
        </p:nvSpPr>
        <p:spPr>
          <a:xfrm>
            <a:off x="2783102" y="4727811"/>
            <a:ext cx="2015700" cy="297517"/>
          </a:xfrm>
          <a:prstGeom prst="rect">
            <a:avLst/>
          </a:prstGeom>
          <a:noFill/>
        </p:spPr>
        <p:txBody>
          <a:bodyPr wrap="square" lIns="91440" tIns="45720" rIns="91440" bIns="45720" anchor="t">
            <a:spAutoFit/>
          </a:bodyPr>
          <a:lstStyle/>
          <a:p>
            <a:pPr algn="ctr"/>
            <a:r>
              <a:rPr lang="en-US" sz="2000" dirty="0">
                <a:latin typeface="Aptos Display" panose="020B0004020202020204" pitchFamily="34" charset="0"/>
              </a:rPr>
              <a:t>Data cleaning</a:t>
            </a:r>
            <a:endParaRPr lang="en-US" sz="2000" dirty="0">
              <a:latin typeface="Aptos Display" panose="020B0004020202020204" pitchFamily="34" charset="0"/>
              <a:cs typeface="Arial"/>
            </a:endParaRPr>
          </a:p>
        </p:txBody>
      </p:sp>
      <p:sp>
        <p:nvSpPr>
          <p:cNvPr id="2" name="Arrow: Right 1">
            <a:extLst>
              <a:ext uri="{FF2B5EF4-FFF2-40B4-BE49-F238E27FC236}">
                <a16:creationId xmlns:a16="http://schemas.microsoft.com/office/drawing/2014/main" id="{12E49181-B511-484F-521C-A3024C6C2CA2}"/>
              </a:ext>
            </a:extLst>
          </p:cNvPr>
          <p:cNvSpPr/>
          <p:nvPr/>
        </p:nvSpPr>
        <p:spPr>
          <a:xfrm>
            <a:off x="7318215" y="3947338"/>
            <a:ext cx="449381" cy="299258"/>
          </a:xfrm>
          <a:prstGeom prst="rightArrow">
            <a:avLst>
              <a:gd name="adj1" fmla="val 29526"/>
              <a:gd name="adj2"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Aptos Display" panose="020B0004020202020204" pitchFamily="34" charset="0"/>
            </a:endParaRPr>
          </a:p>
        </p:txBody>
      </p:sp>
      <p:sp>
        <p:nvSpPr>
          <p:cNvPr id="8" name="Arrow: Right 7">
            <a:extLst>
              <a:ext uri="{FF2B5EF4-FFF2-40B4-BE49-F238E27FC236}">
                <a16:creationId xmlns:a16="http://schemas.microsoft.com/office/drawing/2014/main" id="{BB5F3254-D683-AB78-7BF1-F4B74E24556C}"/>
              </a:ext>
            </a:extLst>
          </p:cNvPr>
          <p:cNvSpPr/>
          <p:nvPr/>
        </p:nvSpPr>
        <p:spPr>
          <a:xfrm>
            <a:off x="4855310" y="3947338"/>
            <a:ext cx="449381" cy="299258"/>
          </a:xfrm>
          <a:prstGeom prst="rightArrow">
            <a:avLst>
              <a:gd name="adj1" fmla="val 29526"/>
              <a:gd name="adj2"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sz="1800" dirty="0">
              <a:latin typeface="Aptos Display" panose="020B0004020202020204" pitchFamily="34" charset="0"/>
            </a:endParaRPr>
          </a:p>
        </p:txBody>
      </p:sp>
      <p:sp>
        <p:nvSpPr>
          <p:cNvPr id="18" name="TextBox 17">
            <a:extLst>
              <a:ext uri="{FF2B5EF4-FFF2-40B4-BE49-F238E27FC236}">
                <a16:creationId xmlns:a16="http://schemas.microsoft.com/office/drawing/2014/main" id="{5137ACAF-47CD-CCDB-BBE6-286590178E97}"/>
              </a:ext>
            </a:extLst>
          </p:cNvPr>
          <p:cNvSpPr txBox="1"/>
          <p:nvPr/>
        </p:nvSpPr>
        <p:spPr>
          <a:xfrm>
            <a:off x="122424" y="4681061"/>
            <a:ext cx="2015700" cy="297517"/>
          </a:xfrm>
          <a:prstGeom prst="rect">
            <a:avLst/>
          </a:prstGeom>
          <a:noFill/>
        </p:spPr>
        <p:txBody>
          <a:bodyPr wrap="square" lIns="91440" tIns="45720" rIns="91440" bIns="45720" anchor="t">
            <a:spAutoFit/>
          </a:bodyPr>
          <a:lstStyle/>
          <a:p>
            <a:pPr algn="ctr"/>
            <a:r>
              <a:rPr lang="en-US" sz="2000" dirty="0">
                <a:latin typeface="Aptos Display" panose="020B0004020202020204" pitchFamily="34" charset="0"/>
              </a:rPr>
              <a:t>Raw data from machine</a:t>
            </a:r>
            <a:endParaRPr lang="en-US" sz="2000" dirty="0">
              <a:latin typeface="Aptos Display" panose="020B0004020202020204" pitchFamily="34" charset="0"/>
              <a:cs typeface="Arial"/>
            </a:endParaRPr>
          </a:p>
        </p:txBody>
      </p:sp>
      <p:sp>
        <p:nvSpPr>
          <p:cNvPr id="20" name="TextBox 19">
            <a:extLst>
              <a:ext uri="{FF2B5EF4-FFF2-40B4-BE49-F238E27FC236}">
                <a16:creationId xmlns:a16="http://schemas.microsoft.com/office/drawing/2014/main" id="{690E6CA7-20C1-6072-C187-B3347E8597B2}"/>
              </a:ext>
            </a:extLst>
          </p:cNvPr>
          <p:cNvSpPr txBox="1"/>
          <p:nvPr/>
        </p:nvSpPr>
        <p:spPr>
          <a:xfrm>
            <a:off x="5252609" y="4685950"/>
            <a:ext cx="2015700" cy="297517"/>
          </a:xfrm>
          <a:prstGeom prst="rect">
            <a:avLst/>
          </a:prstGeom>
          <a:noFill/>
        </p:spPr>
        <p:txBody>
          <a:bodyPr wrap="square" lIns="91440" tIns="45720" rIns="91440" bIns="45720" anchor="t">
            <a:spAutoFit/>
          </a:bodyPr>
          <a:lstStyle/>
          <a:p>
            <a:pPr algn="ctr"/>
            <a:r>
              <a:rPr lang="en-US" sz="2000" dirty="0">
                <a:latin typeface="Aptos Display" panose="020B0004020202020204" pitchFamily="34" charset="0"/>
              </a:rPr>
              <a:t>Statistical analysis</a:t>
            </a:r>
            <a:endParaRPr lang="en-US" sz="2000" dirty="0">
              <a:latin typeface="Aptos Display" panose="020B0004020202020204" pitchFamily="34" charset="0"/>
              <a:cs typeface="Arial"/>
            </a:endParaRPr>
          </a:p>
        </p:txBody>
      </p:sp>
      <p:sp>
        <p:nvSpPr>
          <p:cNvPr id="23" name="TextBox 22">
            <a:extLst>
              <a:ext uri="{FF2B5EF4-FFF2-40B4-BE49-F238E27FC236}">
                <a16:creationId xmlns:a16="http://schemas.microsoft.com/office/drawing/2014/main" id="{E2F83B24-FB69-1F37-03FF-11BA8362FE77}"/>
              </a:ext>
            </a:extLst>
          </p:cNvPr>
          <p:cNvSpPr txBox="1"/>
          <p:nvPr/>
        </p:nvSpPr>
        <p:spPr>
          <a:xfrm>
            <a:off x="7816294" y="4680722"/>
            <a:ext cx="2015700" cy="297517"/>
          </a:xfrm>
          <a:prstGeom prst="rect">
            <a:avLst/>
          </a:prstGeom>
          <a:noFill/>
        </p:spPr>
        <p:txBody>
          <a:bodyPr wrap="square" lIns="91440" tIns="45720" rIns="91440" bIns="45720" anchor="t">
            <a:spAutoFit/>
          </a:bodyPr>
          <a:lstStyle/>
          <a:p>
            <a:pPr algn="ctr"/>
            <a:r>
              <a:rPr lang="en-US" sz="2000" dirty="0">
                <a:latin typeface="Aptos Display" panose="020B0004020202020204" pitchFamily="34" charset="0"/>
              </a:rPr>
              <a:t>Machine learning model</a:t>
            </a:r>
            <a:endParaRPr lang="en-US" sz="2000" dirty="0">
              <a:latin typeface="Aptos Display" panose="020B0004020202020204" pitchFamily="34" charset="0"/>
              <a:cs typeface="Arial"/>
            </a:endParaRPr>
          </a:p>
        </p:txBody>
      </p:sp>
      <p:pic>
        <p:nvPicPr>
          <p:cNvPr id="35" name="Picture 34">
            <a:extLst>
              <a:ext uri="{FF2B5EF4-FFF2-40B4-BE49-F238E27FC236}">
                <a16:creationId xmlns:a16="http://schemas.microsoft.com/office/drawing/2014/main" id="{25B93262-F8BE-31B8-82F7-5168D7924644}"/>
              </a:ext>
            </a:extLst>
          </p:cNvPr>
          <p:cNvPicPr>
            <a:picLocks noChangeAspect="1"/>
          </p:cNvPicPr>
          <p:nvPr/>
        </p:nvPicPr>
        <p:blipFill>
          <a:blip r:embed="rId2"/>
          <a:stretch>
            <a:fillRect/>
          </a:stretch>
        </p:blipFill>
        <p:spPr>
          <a:xfrm>
            <a:off x="5409378" y="3610531"/>
            <a:ext cx="1706422" cy="972923"/>
          </a:xfrm>
          <a:prstGeom prst="rect">
            <a:avLst/>
          </a:prstGeom>
        </p:spPr>
      </p:pic>
      <p:pic>
        <p:nvPicPr>
          <p:cNvPr id="5" name="Picture 4">
            <a:extLst>
              <a:ext uri="{FF2B5EF4-FFF2-40B4-BE49-F238E27FC236}">
                <a16:creationId xmlns:a16="http://schemas.microsoft.com/office/drawing/2014/main" id="{14642CE7-6FFC-A7FC-2B91-6B06A1DDEE6B}"/>
              </a:ext>
            </a:extLst>
          </p:cNvPr>
          <p:cNvPicPr>
            <a:picLocks noChangeAspect="1"/>
          </p:cNvPicPr>
          <p:nvPr/>
        </p:nvPicPr>
        <p:blipFill>
          <a:blip r:embed="rId3"/>
          <a:stretch>
            <a:fillRect/>
          </a:stretch>
        </p:blipFill>
        <p:spPr>
          <a:xfrm>
            <a:off x="2837090" y="3843697"/>
            <a:ext cx="1905453" cy="541383"/>
          </a:xfrm>
          <a:prstGeom prst="rect">
            <a:avLst/>
          </a:prstGeom>
        </p:spPr>
      </p:pic>
      <p:pic>
        <p:nvPicPr>
          <p:cNvPr id="6" name="Picture 5">
            <a:extLst>
              <a:ext uri="{FF2B5EF4-FFF2-40B4-BE49-F238E27FC236}">
                <a16:creationId xmlns:a16="http://schemas.microsoft.com/office/drawing/2014/main" id="{E54DE4AC-BF27-3DEE-A72F-CCA07C471D25}"/>
              </a:ext>
            </a:extLst>
          </p:cNvPr>
          <p:cNvPicPr>
            <a:picLocks noChangeAspect="1"/>
          </p:cNvPicPr>
          <p:nvPr/>
        </p:nvPicPr>
        <p:blipFill>
          <a:blip r:embed="rId4"/>
          <a:stretch>
            <a:fillRect/>
          </a:stretch>
        </p:blipFill>
        <p:spPr>
          <a:xfrm>
            <a:off x="559872" y="3541397"/>
            <a:ext cx="1135869" cy="1145192"/>
          </a:xfrm>
          <a:prstGeom prst="rect">
            <a:avLst/>
          </a:prstGeom>
        </p:spPr>
      </p:pic>
      <p:pic>
        <p:nvPicPr>
          <p:cNvPr id="9" name="Picture 8">
            <a:extLst>
              <a:ext uri="{FF2B5EF4-FFF2-40B4-BE49-F238E27FC236}">
                <a16:creationId xmlns:a16="http://schemas.microsoft.com/office/drawing/2014/main" id="{B5BBB7CE-4C12-BCDA-DE1F-D5B04F097700}"/>
              </a:ext>
            </a:extLst>
          </p:cNvPr>
          <p:cNvPicPr>
            <a:picLocks noChangeAspect="1"/>
          </p:cNvPicPr>
          <p:nvPr/>
        </p:nvPicPr>
        <p:blipFill>
          <a:blip r:embed="rId5"/>
          <a:srcRect l="-208" t="34667" r="3539" b="30077"/>
          <a:stretch>
            <a:fillRect/>
          </a:stretch>
        </p:blipFill>
        <p:spPr>
          <a:xfrm>
            <a:off x="7954496" y="3757394"/>
            <a:ext cx="1717645" cy="682552"/>
          </a:xfrm>
          <a:prstGeom prst="rect">
            <a:avLst/>
          </a:prstGeom>
        </p:spPr>
      </p:pic>
    </p:spTree>
    <p:extLst>
      <p:ext uri="{BB962C8B-B14F-4D97-AF65-F5344CB8AC3E}">
        <p14:creationId xmlns:p14="http://schemas.microsoft.com/office/powerpoint/2010/main" val="1824713088"/>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p:cNvGrpSpPr/>
        <p:nvPr/>
      </p:nvGrpSpPr>
      <p:grpSpPr>
        <a:xfrm>
          <a:off x="0" y="0"/>
          <a:ext cx="0" cy="0"/>
          <a:chOff x="0" y="0"/>
          <a:chExt cx="0" cy="0"/>
        </a:xfrm>
      </p:grpSpPr>
      <p:graphicFrame>
        <p:nvGraphicFramePr>
          <p:cNvPr id="9" name="Content Placeholder 8">
            <a:extLst>
              <a:ext uri="{FF2B5EF4-FFF2-40B4-BE49-F238E27FC236}">
                <a16:creationId xmlns:a16="http://schemas.microsoft.com/office/drawing/2014/main" id="{BA0CE548-EB4F-F28E-E2B1-BA521D129F00}"/>
              </a:ext>
            </a:extLst>
          </p:cNvPr>
          <p:cNvGraphicFramePr>
            <a:graphicFrameLocks noGrp="1"/>
          </p:cNvGraphicFramePr>
          <p:nvPr>
            <p:ph sz="quarter" idx="11"/>
            <p:extLst>
              <p:ext uri="{D42A27DB-BD31-4B8C-83A1-F6EECF244321}">
                <p14:modId xmlns:p14="http://schemas.microsoft.com/office/powerpoint/2010/main" val="385020268"/>
              </p:ext>
            </p:extLst>
          </p:nvPr>
        </p:nvGraphicFramePr>
        <p:xfrm>
          <a:off x="1702714" y="844184"/>
          <a:ext cx="6754571" cy="4392391"/>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7" name="Text Placeholder 2">
            <a:extLst>
              <a:ext uri="{FF2B5EF4-FFF2-40B4-BE49-F238E27FC236}">
                <a16:creationId xmlns:a16="http://schemas.microsoft.com/office/drawing/2014/main" id="{CF4FE0D1-FB90-BD06-859F-90B840745F0F}"/>
              </a:ext>
            </a:extLst>
          </p:cNvPr>
          <p:cNvSpPr>
            <a:spLocks noGrp="1"/>
          </p:cNvSpPr>
          <p:nvPr>
            <p:ph type="body" sz="quarter" idx="32"/>
          </p:nvPr>
        </p:nvSpPr>
        <p:spPr>
          <a:xfrm>
            <a:off x="1445497" y="380401"/>
            <a:ext cx="6891679" cy="365777"/>
          </a:xfrm>
        </p:spPr>
        <p:txBody>
          <a:bodyPr/>
          <a:lstStyle/>
          <a:p>
            <a:r>
              <a:rPr lang="en-US" sz="2800" dirty="0">
                <a:latin typeface="Aptos Display" panose="020B0004020202020204" pitchFamily="34" charset="0"/>
              </a:rPr>
              <a:t>Data analysis</a:t>
            </a:r>
          </a:p>
        </p:txBody>
      </p:sp>
      <p:sp>
        <p:nvSpPr>
          <p:cNvPr id="3" name="TextBox 2">
            <a:extLst>
              <a:ext uri="{FF2B5EF4-FFF2-40B4-BE49-F238E27FC236}">
                <a16:creationId xmlns:a16="http://schemas.microsoft.com/office/drawing/2014/main" id="{58EBF5DD-68EA-94F0-795A-32DD2FD2508F}"/>
              </a:ext>
            </a:extLst>
          </p:cNvPr>
          <p:cNvSpPr txBox="1"/>
          <p:nvPr/>
        </p:nvSpPr>
        <p:spPr>
          <a:xfrm>
            <a:off x="1702714" y="844184"/>
            <a:ext cx="433136" cy="338554"/>
          </a:xfrm>
          <a:prstGeom prst="rect">
            <a:avLst/>
          </a:prstGeom>
          <a:noFill/>
        </p:spPr>
        <p:txBody>
          <a:bodyPr wrap="square">
            <a:spAutoFit/>
          </a:bodyPr>
          <a:lstStyle/>
          <a:p>
            <a:r>
              <a:rPr lang="en-US"/>
              <a:t>1️⃣</a:t>
            </a:r>
          </a:p>
        </p:txBody>
      </p:sp>
      <p:sp>
        <p:nvSpPr>
          <p:cNvPr id="5" name="TextBox 4">
            <a:extLst>
              <a:ext uri="{FF2B5EF4-FFF2-40B4-BE49-F238E27FC236}">
                <a16:creationId xmlns:a16="http://schemas.microsoft.com/office/drawing/2014/main" id="{13CAC6DD-3812-73D1-CC5A-061210C3E72B}"/>
              </a:ext>
            </a:extLst>
          </p:cNvPr>
          <p:cNvSpPr txBox="1"/>
          <p:nvPr/>
        </p:nvSpPr>
        <p:spPr>
          <a:xfrm>
            <a:off x="8043399" y="844184"/>
            <a:ext cx="413886" cy="338554"/>
          </a:xfrm>
          <a:prstGeom prst="rect">
            <a:avLst/>
          </a:prstGeom>
          <a:noFill/>
        </p:spPr>
        <p:txBody>
          <a:bodyPr wrap="square">
            <a:spAutoFit/>
          </a:bodyPr>
          <a:lstStyle/>
          <a:p>
            <a:r>
              <a:rPr lang="en-US"/>
              <a:t>2️⃣</a:t>
            </a:r>
          </a:p>
        </p:txBody>
      </p:sp>
      <p:sp>
        <p:nvSpPr>
          <p:cNvPr id="8" name="TextBox 7">
            <a:extLst>
              <a:ext uri="{FF2B5EF4-FFF2-40B4-BE49-F238E27FC236}">
                <a16:creationId xmlns:a16="http://schemas.microsoft.com/office/drawing/2014/main" id="{B3C7598F-EFD3-0D70-149F-02983E3CCEA2}"/>
              </a:ext>
            </a:extLst>
          </p:cNvPr>
          <p:cNvSpPr txBox="1"/>
          <p:nvPr/>
        </p:nvSpPr>
        <p:spPr>
          <a:xfrm>
            <a:off x="8043399" y="3821562"/>
            <a:ext cx="375385" cy="338554"/>
          </a:xfrm>
          <a:prstGeom prst="rect">
            <a:avLst/>
          </a:prstGeom>
          <a:noFill/>
        </p:spPr>
        <p:txBody>
          <a:bodyPr wrap="square">
            <a:spAutoFit/>
          </a:bodyPr>
          <a:lstStyle/>
          <a:p>
            <a:r>
              <a:rPr lang="en-US" dirty="0"/>
              <a:t>3️⃣</a:t>
            </a:r>
          </a:p>
        </p:txBody>
      </p:sp>
      <p:sp>
        <p:nvSpPr>
          <p:cNvPr id="11" name="TextBox 10">
            <a:extLst>
              <a:ext uri="{FF2B5EF4-FFF2-40B4-BE49-F238E27FC236}">
                <a16:creationId xmlns:a16="http://schemas.microsoft.com/office/drawing/2014/main" id="{E9383417-8EE9-F192-8610-951105427620}"/>
              </a:ext>
            </a:extLst>
          </p:cNvPr>
          <p:cNvSpPr txBox="1"/>
          <p:nvPr/>
        </p:nvSpPr>
        <p:spPr>
          <a:xfrm>
            <a:off x="1741216" y="3821562"/>
            <a:ext cx="442762" cy="338554"/>
          </a:xfrm>
          <a:prstGeom prst="rect">
            <a:avLst/>
          </a:prstGeom>
          <a:noFill/>
        </p:spPr>
        <p:txBody>
          <a:bodyPr wrap="square">
            <a:spAutoFit/>
          </a:bodyPr>
          <a:lstStyle/>
          <a:p>
            <a:r>
              <a:rPr lang="en-US" dirty="0"/>
              <a:t>4️⃣ </a:t>
            </a:r>
          </a:p>
        </p:txBody>
      </p:sp>
    </p:spTree>
    <p:extLst>
      <p:ext uri="{BB962C8B-B14F-4D97-AF65-F5344CB8AC3E}">
        <p14:creationId xmlns:p14="http://schemas.microsoft.com/office/powerpoint/2010/main" val="270066488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EE3C3F6B-2E7A-C23F-9427-719A9F25774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365F891A-6B7E-FFE5-C892-ED62600CD569}"/>
              </a:ext>
            </a:extLst>
          </p:cNvPr>
          <p:cNvSpPr>
            <a:spLocks noGrp="1"/>
          </p:cNvSpPr>
          <p:nvPr>
            <p:ph type="body" sz="quarter" idx="32"/>
          </p:nvPr>
        </p:nvSpPr>
        <p:spPr>
          <a:xfrm>
            <a:off x="1445497" y="380401"/>
            <a:ext cx="6891679" cy="365777"/>
          </a:xfrm>
        </p:spPr>
        <p:txBody>
          <a:bodyPr/>
          <a:lstStyle/>
          <a:p>
            <a:r>
              <a:rPr lang="en-US" sz="2800" dirty="0">
                <a:latin typeface="Aptos Display" panose="020B0004020202020204" pitchFamily="34" charset="0"/>
              </a:rPr>
              <a:t>Data Cleaning </a:t>
            </a:r>
          </a:p>
        </p:txBody>
      </p:sp>
      <p:graphicFrame>
        <p:nvGraphicFramePr>
          <p:cNvPr id="7" name="Table 6">
            <a:extLst>
              <a:ext uri="{FF2B5EF4-FFF2-40B4-BE49-F238E27FC236}">
                <a16:creationId xmlns:a16="http://schemas.microsoft.com/office/drawing/2014/main" id="{3B899C4A-51CB-4976-7008-8FC3C1F9BA6E}"/>
              </a:ext>
            </a:extLst>
          </p:cNvPr>
          <p:cNvGraphicFramePr>
            <a:graphicFrameLocks noGrp="1"/>
          </p:cNvGraphicFramePr>
          <p:nvPr>
            <p:extLst>
              <p:ext uri="{D42A27DB-BD31-4B8C-83A1-F6EECF244321}">
                <p14:modId xmlns:p14="http://schemas.microsoft.com/office/powerpoint/2010/main" val="4178651024"/>
              </p:ext>
            </p:extLst>
          </p:nvPr>
        </p:nvGraphicFramePr>
        <p:xfrm>
          <a:off x="741019" y="1093949"/>
          <a:ext cx="8893985" cy="3738374"/>
        </p:xfrm>
        <a:graphic>
          <a:graphicData uri="http://schemas.openxmlformats.org/drawingml/2006/table">
            <a:tbl>
              <a:tblPr firstRow="1" bandRow="1">
                <a:tableStyleId>{93296810-A885-4BE3-A3E7-6D5BEEA58F35}</a:tableStyleId>
              </a:tblPr>
              <a:tblGrid>
                <a:gridCol w="2685200">
                  <a:extLst>
                    <a:ext uri="{9D8B030D-6E8A-4147-A177-3AD203B41FA5}">
                      <a16:colId xmlns:a16="http://schemas.microsoft.com/office/drawing/2014/main" val="3263096331"/>
                    </a:ext>
                  </a:extLst>
                </a:gridCol>
                <a:gridCol w="6208785">
                  <a:extLst>
                    <a:ext uri="{9D8B030D-6E8A-4147-A177-3AD203B41FA5}">
                      <a16:colId xmlns:a16="http://schemas.microsoft.com/office/drawing/2014/main" val="4089494338"/>
                    </a:ext>
                  </a:extLst>
                </a:gridCol>
              </a:tblGrid>
              <a:tr h="370840">
                <a:tc>
                  <a:txBody>
                    <a:bodyPr/>
                    <a:lstStyle/>
                    <a:p>
                      <a:pPr algn="ctr"/>
                      <a:r>
                        <a:rPr lang="en-US" sz="1800" dirty="0">
                          <a:latin typeface="Aptos Display" panose="020B0004020202020204" pitchFamily="34" charset="0"/>
                        </a:rPr>
                        <a:t>Aspect</a:t>
                      </a:r>
                    </a:p>
                  </a:txBody>
                  <a:tcPr/>
                </a:tc>
                <a:tc>
                  <a:txBody>
                    <a:bodyPr/>
                    <a:lstStyle/>
                    <a:p>
                      <a:pPr algn="ctr"/>
                      <a:r>
                        <a:rPr lang="en-US" sz="1800" dirty="0">
                          <a:latin typeface="Aptos Display" panose="020B0004020202020204" pitchFamily="34" charset="0"/>
                        </a:rPr>
                        <a:t>Details</a:t>
                      </a:r>
                    </a:p>
                  </a:txBody>
                  <a:tcPr/>
                </a:tc>
                <a:extLst>
                  <a:ext uri="{0D108BD9-81ED-4DB2-BD59-A6C34878D82A}">
                    <a16:rowId xmlns:a16="http://schemas.microsoft.com/office/drawing/2014/main" val="3519409410"/>
                  </a:ext>
                </a:extLst>
              </a:tr>
              <a:tr h="195469">
                <a:tc>
                  <a:txBody>
                    <a:bodyPr/>
                    <a:lstStyle/>
                    <a:p>
                      <a:pPr algn="ctr"/>
                      <a:r>
                        <a:rPr lang="en-US" sz="1200" b="1" dirty="0">
                          <a:latin typeface="Aptos Display" panose="020B0004020202020204" pitchFamily="34" charset="0"/>
                        </a:rPr>
                        <a:t>Data Structure</a:t>
                      </a:r>
                    </a:p>
                  </a:txBody>
                  <a:tcPr/>
                </a:tc>
                <a:tc>
                  <a:txBody>
                    <a:bodyPr/>
                    <a:lstStyle/>
                    <a:p>
                      <a:pPr marL="171450" indent="-171450" algn="l">
                        <a:lnSpc>
                          <a:spcPct val="150000"/>
                        </a:lnSpc>
                        <a:buFont typeface="Arial" panose="020B0604020202020204" pitchFamily="34" charset="0"/>
                        <a:buChar char="•"/>
                      </a:pPr>
                      <a:r>
                        <a:rPr lang="en-US" sz="1050" dirty="0">
                          <a:latin typeface="Aptos Display" panose="020B0004020202020204" pitchFamily="34" charset="0"/>
                        </a:rPr>
                        <a:t>5 input variables: Temperature, dosing time, and 3 other parameters</a:t>
                      </a:r>
                    </a:p>
                    <a:p>
                      <a:pPr marL="171450" indent="-171450" algn="l">
                        <a:lnSpc>
                          <a:spcPct val="150000"/>
                        </a:lnSpc>
                        <a:buFont typeface="Arial" panose="020B0604020202020204" pitchFamily="34" charset="0"/>
                        <a:buChar char="•"/>
                      </a:pPr>
                      <a:r>
                        <a:rPr lang="en-US" sz="1050" dirty="0"/>
                        <a:t>3 output variables: Thickness, inner diameter, outer diameter</a:t>
                      </a:r>
                    </a:p>
                    <a:p>
                      <a:pPr marL="171450" indent="-171450" algn="l">
                        <a:lnSpc>
                          <a:spcPct val="150000"/>
                        </a:lnSpc>
                        <a:buFont typeface="Arial" panose="020B0604020202020204" pitchFamily="34" charset="0"/>
                        <a:buChar char="•"/>
                      </a:pPr>
                      <a:r>
                        <a:rPr lang="en-US" sz="1050" dirty="0"/>
                        <a:t>Machine source: Production equipment generating continuous measurements</a:t>
                      </a:r>
                    </a:p>
                  </a:txBody>
                  <a:tcPr/>
                </a:tc>
                <a:extLst>
                  <a:ext uri="{0D108BD9-81ED-4DB2-BD59-A6C34878D82A}">
                    <a16:rowId xmlns:a16="http://schemas.microsoft.com/office/drawing/2014/main" val="1829748077"/>
                  </a:ext>
                </a:extLst>
              </a:tr>
              <a:tr h="586407">
                <a:tc>
                  <a:txBody>
                    <a:bodyPr/>
                    <a:lstStyle/>
                    <a:p>
                      <a:pPr algn="ctr"/>
                      <a:r>
                        <a:rPr lang="en-US" sz="1200" b="1" dirty="0">
                          <a:latin typeface="Aptos Display" panose="020B0004020202020204" pitchFamily="34" charset="0"/>
                        </a:rPr>
                        <a:t>Why Exact Time Alignment?</a:t>
                      </a:r>
                    </a:p>
                  </a:txBody>
                  <a:tcPr/>
                </a:tc>
                <a:tc>
                  <a:txBody>
                    <a:bodyPr/>
                    <a:lstStyle/>
                    <a:p>
                      <a:pPr marL="171450" indent="-171450" algn="l">
                        <a:lnSpc>
                          <a:spcPct val="150000"/>
                        </a:lnSpc>
                        <a:buFont typeface="Arial" panose="020B0604020202020204" pitchFamily="34" charset="0"/>
                        <a:buChar char="•"/>
                      </a:pPr>
                      <a:r>
                        <a:rPr lang="en-US" sz="1050" dirty="0">
                          <a:latin typeface="Aptos Display" panose="020B0004020202020204" pitchFamily="34" charset="0"/>
                        </a:rPr>
                        <a:t>Maximize data retention - Preserve all 5 input variables (temp, dosing time, etc.)</a:t>
                      </a:r>
                    </a:p>
                    <a:p>
                      <a:pPr marL="171450" indent="-171450" algn="l">
                        <a:lnSpc>
                          <a:spcPct val="150000"/>
                        </a:lnSpc>
                        <a:buFont typeface="Arial" panose="020B0604020202020204" pitchFamily="34" charset="0"/>
                        <a:buChar char="•"/>
                      </a:pPr>
                      <a:r>
                        <a:rPr lang="en-US" sz="1050" dirty="0"/>
                        <a:t>Retain small changes - Capture subtle temperature and pressure variations</a:t>
                      </a:r>
                    </a:p>
                    <a:p>
                      <a:pPr marL="171450" indent="-171450" algn="l">
                        <a:lnSpc>
                          <a:spcPct val="150000"/>
                        </a:lnSpc>
                        <a:buFont typeface="Arial" panose="020B0604020202020204" pitchFamily="34" charset="0"/>
                        <a:buChar char="•"/>
                      </a:pPr>
                      <a:r>
                        <a:rPr lang="en-US" sz="1050" dirty="0"/>
                        <a:t>Keep noises - Maintain natural machine operation patterns</a:t>
                      </a:r>
                    </a:p>
                  </a:txBody>
                  <a:tcPr/>
                </a:tc>
                <a:extLst>
                  <a:ext uri="{0D108BD9-81ED-4DB2-BD59-A6C34878D82A}">
                    <a16:rowId xmlns:a16="http://schemas.microsoft.com/office/drawing/2014/main" val="25545752"/>
                  </a:ext>
                </a:extLst>
              </a:tr>
              <a:tr h="436601">
                <a:tc>
                  <a:txBody>
                    <a:bodyPr/>
                    <a:lstStyle/>
                    <a:p>
                      <a:pPr algn="ctr"/>
                      <a:r>
                        <a:rPr lang="en-US" sz="1200" b="1" dirty="0">
                          <a:latin typeface="Aptos Display" panose="020B0004020202020204" pitchFamily="34" charset="0"/>
                        </a:rPr>
                        <a:t>Time Alignment Challenge</a:t>
                      </a:r>
                    </a:p>
                  </a:txBody>
                  <a:tcPr/>
                </a:tc>
                <a:tc>
                  <a:txBody>
                    <a:bodyPr/>
                    <a:lstStyle/>
                    <a:p>
                      <a:pPr marL="171450" indent="-171450" algn="l">
                        <a:lnSpc>
                          <a:spcPct val="150000"/>
                        </a:lnSpc>
                        <a:buFont typeface="Arial" panose="020B0604020202020204" pitchFamily="34" charset="0"/>
                        <a:buChar char="•"/>
                      </a:pPr>
                      <a:r>
                        <a:rPr lang="en-US" sz="1050" dirty="0">
                          <a:latin typeface="Aptos Display" panose="020B0004020202020204" pitchFamily="34" charset="0"/>
                        </a:rPr>
                        <a:t>Input frequency: Data collected every 17 seconds</a:t>
                      </a:r>
                    </a:p>
                    <a:p>
                      <a:pPr marL="171450" indent="-171450" algn="l">
                        <a:lnSpc>
                          <a:spcPct val="150000"/>
                        </a:lnSpc>
                        <a:buFont typeface="Arial" panose="020B0604020202020204" pitchFamily="34" charset="0"/>
                        <a:buChar char="•"/>
                      </a:pPr>
                      <a:r>
                        <a:rPr lang="en-US" sz="1050" dirty="0"/>
                        <a:t>Output frequency: Results generated every 30 seconds</a:t>
                      </a:r>
                    </a:p>
                    <a:p>
                      <a:pPr marL="171450" indent="-171450" algn="l">
                        <a:lnSpc>
                          <a:spcPct val="150000"/>
                        </a:lnSpc>
                        <a:buFont typeface="Arial" panose="020B0604020202020204" pitchFamily="34" charset="0"/>
                        <a:buChar char="•"/>
                      </a:pPr>
                      <a:r>
                        <a:rPr lang="en-US" sz="1050" dirty="0"/>
                        <a:t>Mismatch resolution: Exact alignment despite 13-second difference</a:t>
                      </a:r>
                    </a:p>
                    <a:p>
                      <a:pPr marL="171450" indent="-171450" algn="l">
                        <a:lnSpc>
                          <a:spcPct val="150000"/>
                        </a:lnSpc>
                        <a:buFont typeface="Arial" panose="020B0604020202020204" pitchFamily="34" charset="0"/>
                        <a:buChar char="•"/>
                      </a:pPr>
                      <a:r>
                        <a:rPr lang="en-US" sz="1050" dirty="0"/>
                        <a:t>Data completeness priority: Focus on preserving all measurements</a:t>
                      </a:r>
                    </a:p>
                  </a:txBody>
                  <a:tcPr/>
                </a:tc>
                <a:extLst>
                  <a:ext uri="{0D108BD9-81ED-4DB2-BD59-A6C34878D82A}">
                    <a16:rowId xmlns:a16="http://schemas.microsoft.com/office/drawing/2014/main" val="3427082974"/>
                  </a:ext>
                </a:extLst>
              </a:tr>
              <a:tr h="195469">
                <a:tc>
                  <a:txBody>
                    <a:bodyPr/>
                    <a:lstStyle/>
                    <a:p>
                      <a:pPr algn="ctr"/>
                      <a:r>
                        <a:rPr lang="en-US" sz="1200" b="1" dirty="0">
                          <a:latin typeface="Aptos Display" panose="020B0004020202020204" pitchFamily="34" charset="0"/>
                        </a:rPr>
                        <a:t>Alignment Strategy</a:t>
                      </a:r>
                    </a:p>
                  </a:txBody>
                  <a:tcPr/>
                </a:tc>
                <a:tc>
                  <a:txBody>
                    <a:bodyPr/>
                    <a:lstStyle/>
                    <a:p>
                      <a:pPr marL="171450" indent="-171450" algn="l">
                        <a:lnSpc>
                          <a:spcPct val="150000"/>
                        </a:lnSpc>
                        <a:buFont typeface="Arial" panose="020B0604020202020204" pitchFamily="34" charset="0"/>
                        <a:buChar char="•"/>
                      </a:pPr>
                      <a:r>
                        <a:rPr lang="en-US" sz="1050" dirty="0">
                          <a:latin typeface="Aptos Display" panose="020B0004020202020204" pitchFamily="34" charset="0"/>
                        </a:rPr>
                        <a:t>Exact matching approach - Most suitable for 30-second real delay</a:t>
                      </a:r>
                    </a:p>
                    <a:p>
                      <a:pPr marL="171450" indent="-171450" algn="l">
                        <a:lnSpc>
                          <a:spcPct val="150000"/>
                        </a:lnSpc>
                        <a:buFont typeface="Arial" panose="020B0604020202020204" pitchFamily="34" charset="0"/>
                        <a:buChar char="•"/>
                      </a:pPr>
                      <a:r>
                        <a:rPr lang="en-US" sz="1050" dirty="0"/>
                        <a:t>Time element trade-off - Neglects temporal precision for data completeness</a:t>
                      </a:r>
                    </a:p>
                    <a:p>
                      <a:pPr marL="171450" indent="-171450" algn="l">
                        <a:lnSpc>
                          <a:spcPct val="150000"/>
                        </a:lnSpc>
                        <a:buFont typeface="Arial" panose="020B0604020202020204" pitchFamily="34" charset="0"/>
                        <a:buChar char="•"/>
                      </a:pPr>
                      <a:r>
                        <a:rPr lang="en-US" sz="1050" dirty="0"/>
                        <a:t>Volume preservation - Maintain maximum available data points</a:t>
                      </a:r>
                    </a:p>
                  </a:txBody>
                  <a:tcPr/>
                </a:tc>
                <a:extLst>
                  <a:ext uri="{0D108BD9-81ED-4DB2-BD59-A6C34878D82A}">
                    <a16:rowId xmlns:a16="http://schemas.microsoft.com/office/drawing/2014/main" val="152209485"/>
                  </a:ext>
                </a:extLst>
              </a:tr>
            </a:tbl>
          </a:graphicData>
        </a:graphic>
      </p:graphicFrame>
    </p:spTree>
    <p:extLst>
      <p:ext uri="{BB962C8B-B14F-4D97-AF65-F5344CB8AC3E}">
        <p14:creationId xmlns:p14="http://schemas.microsoft.com/office/powerpoint/2010/main" val="674975389"/>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2F251FFD-C263-17C5-83FF-88D3C54CF85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93980AF7-5B0D-84E7-51ED-1E1C0959FFBE}"/>
              </a:ext>
            </a:extLst>
          </p:cNvPr>
          <p:cNvSpPr>
            <a:spLocks noGrp="1"/>
          </p:cNvSpPr>
          <p:nvPr>
            <p:ph type="body" sz="quarter" idx="32"/>
          </p:nvPr>
        </p:nvSpPr>
        <p:spPr>
          <a:xfrm>
            <a:off x="1445497" y="380401"/>
            <a:ext cx="6891679" cy="365777"/>
          </a:xfrm>
        </p:spPr>
        <p:txBody>
          <a:bodyPr/>
          <a:lstStyle/>
          <a:p>
            <a:r>
              <a:rPr lang="en-US" sz="2800" dirty="0">
                <a:latin typeface="Aptos Display" panose="020B0004020202020204" pitchFamily="34" charset="0"/>
              </a:rPr>
              <a:t>Data Cleaning - Steps</a:t>
            </a:r>
          </a:p>
        </p:txBody>
      </p:sp>
      <p:sp>
        <p:nvSpPr>
          <p:cNvPr id="5" name="TextBox 4">
            <a:extLst>
              <a:ext uri="{FF2B5EF4-FFF2-40B4-BE49-F238E27FC236}">
                <a16:creationId xmlns:a16="http://schemas.microsoft.com/office/drawing/2014/main" id="{1CBB9D67-4706-4C22-2788-1324321022EC}"/>
              </a:ext>
            </a:extLst>
          </p:cNvPr>
          <p:cNvSpPr txBox="1"/>
          <p:nvPr/>
        </p:nvSpPr>
        <p:spPr>
          <a:xfrm>
            <a:off x="41557" y="897778"/>
            <a:ext cx="1888674" cy="338554"/>
          </a:xfrm>
          <a:prstGeom prst="rect">
            <a:avLst/>
          </a:prstGeom>
          <a:noFill/>
        </p:spPr>
        <p:txBody>
          <a:bodyPr wrap="square">
            <a:spAutoFit/>
          </a:bodyPr>
          <a:lstStyle/>
          <a:p>
            <a:r>
              <a:rPr lang="en-US" dirty="0"/>
              <a:t>1️⃣ </a:t>
            </a:r>
            <a:r>
              <a:rPr lang="en-US" dirty="0">
                <a:latin typeface="Aptos Display" panose="020B0004020202020204" pitchFamily="34" charset="0"/>
              </a:rPr>
              <a:t>Remove the digit</a:t>
            </a:r>
          </a:p>
        </p:txBody>
      </p:sp>
      <p:sp>
        <p:nvSpPr>
          <p:cNvPr id="6" name="TextBox 5">
            <a:extLst>
              <a:ext uri="{FF2B5EF4-FFF2-40B4-BE49-F238E27FC236}">
                <a16:creationId xmlns:a16="http://schemas.microsoft.com/office/drawing/2014/main" id="{2E047C48-426C-E075-E2DB-59BE2E3A9061}"/>
              </a:ext>
            </a:extLst>
          </p:cNvPr>
          <p:cNvSpPr txBox="1"/>
          <p:nvPr/>
        </p:nvSpPr>
        <p:spPr>
          <a:xfrm>
            <a:off x="5080000" y="897778"/>
            <a:ext cx="4805145" cy="338554"/>
          </a:xfrm>
          <a:prstGeom prst="rect">
            <a:avLst/>
          </a:prstGeom>
          <a:noFill/>
        </p:spPr>
        <p:txBody>
          <a:bodyPr wrap="square">
            <a:spAutoFit/>
          </a:bodyPr>
          <a:lstStyle/>
          <a:p>
            <a:r>
              <a:rPr lang="en-US" dirty="0"/>
              <a:t>2️⃣ </a:t>
            </a:r>
            <a:r>
              <a:rPr lang="en-US" dirty="0">
                <a:latin typeface="Aptos Display" panose="020B0004020202020204" pitchFamily="34" charset="0"/>
              </a:rPr>
              <a:t>merge all the files by time (d/m/</a:t>
            </a:r>
            <a:r>
              <a:rPr lang="en-US" dirty="0" err="1">
                <a:latin typeface="Aptos Display" panose="020B0004020202020204" pitchFamily="34" charset="0"/>
              </a:rPr>
              <a:t>yyyy</a:t>
            </a:r>
            <a:r>
              <a:rPr lang="en-US" dirty="0">
                <a:latin typeface="Aptos Display" panose="020B0004020202020204" pitchFamily="34" charset="0"/>
              </a:rPr>
              <a:t> h:mm:ss)</a:t>
            </a:r>
          </a:p>
        </p:txBody>
      </p:sp>
      <p:grpSp>
        <p:nvGrpSpPr>
          <p:cNvPr id="9" name="Group 8">
            <a:extLst>
              <a:ext uri="{FF2B5EF4-FFF2-40B4-BE49-F238E27FC236}">
                <a16:creationId xmlns:a16="http://schemas.microsoft.com/office/drawing/2014/main" id="{C8DAA948-9E5D-1833-8781-07A472EAE2E4}"/>
              </a:ext>
            </a:extLst>
          </p:cNvPr>
          <p:cNvGrpSpPr/>
          <p:nvPr/>
        </p:nvGrpSpPr>
        <p:grpSpPr>
          <a:xfrm>
            <a:off x="305931" y="1387931"/>
            <a:ext cx="1665152" cy="1362149"/>
            <a:chOff x="748848" y="2129505"/>
            <a:chExt cx="3224514" cy="2834381"/>
          </a:xfrm>
        </p:grpSpPr>
        <p:pic>
          <p:nvPicPr>
            <p:cNvPr id="10" name="Picture 9">
              <a:extLst>
                <a:ext uri="{FF2B5EF4-FFF2-40B4-BE49-F238E27FC236}">
                  <a16:creationId xmlns:a16="http://schemas.microsoft.com/office/drawing/2014/main" id="{BD92CB2B-0BDF-B8BA-7A2C-0DFC86460E30}"/>
                </a:ext>
              </a:extLst>
            </p:cNvPr>
            <p:cNvPicPr>
              <a:picLocks noChangeAspect="1"/>
            </p:cNvPicPr>
            <p:nvPr/>
          </p:nvPicPr>
          <p:blipFill>
            <a:blip r:embed="rId2"/>
            <a:stretch>
              <a:fillRect/>
            </a:stretch>
          </p:blipFill>
          <p:spPr>
            <a:xfrm>
              <a:off x="748848" y="2129506"/>
              <a:ext cx="3077004" cy="2834380"/>
            </a:xfrm>
            <a:prstGeom prst="rect">
              <a:avLst/>
            </a:prstGeom>
          </p:spPr>
        </p:pic>
        <p:sp>
          <p:nvSpPr>
            <p:cNvPr id="11" name="Frame 10">
              <a:extLst>
                <a:ext uri="{FF2B5EF4-FFF2-40B4-BE49-F238E27FC236}">
                  <a16:creationId xmlns:a16="http://schemas.microsoft.com/office/drawing/2014/main" id="{CE558C6E-7D22-0BBB-33EE-AB09AF17CEF3}"/>
                </a:ext>
              </a:extLst>
            </p:cNvPr>
            <p:cNvSpPr/>
            <p:nvPr/>
          </p:nvSpPr>
          <p:spPr>
            <a:xfrm>
              <a:off x="2870184" y="2129505"/>
              <a:ext cx="1103178" cy="2834380"/>
            </a:xfrm>
            <a:prstGeom prst="frame">
              <a:avLst>
                <a:gd name="adj1" fmla="val 2979"/>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schemeClr val="tx1"/>
                </a:solidFill>
                <a:latin typeface="Aptos Display" panose="020B0004020202020204" pitchFamily="34" charset="0"/>
              </a:endParaRPr>
            </a:p>
          </p:txBody>
        </p:sp>
      </p:grpSp>
      <p:sp>
        <p:nvSpPr>
          <p:cNvPr id="12" name="Arrow: Right 11">
            <a:extLst>
              <a:ext uri="{FF2B5EF4-FFF2-40B4-BE49-F238E27FC236}">
                <a16:creationId xmlns:a16="http://schemas.microsoft.com/office/drawing/2014/main" id="{5972C26E-9164-6227-705E-A248B13E8941}"/>
              </a:ext>
            </a:extLst>
          </p:cNvPr>
          <p:cNvSpPr/>
          <p:nvPr/>
        </p:nvSpPr>
        <p:spPr>
          <a:xfrm>
            <a:off x="2335395" y="1872824"/>
            <a:ext cx="437972" cy="267155"/>
          </a:xfrm>
          <a:prstGeom prst="rightArrow">
            <a:avLst>
              <a:gd name="adj1" fmla="val 31354"/>
              <a:gd name="adj2" fmla="val 50000"/>
            </a:avLst>
          </a:prstGeom>
          <a:solidFill>
            <a:srgbClr val="0070C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dirty="0">
              <a:latin typeface="Aptos Display" panose="020B0004020202020204" pitchFamily="34" charset="0"/>
            </a:endParaRPr>
          </a:p>
        </p:txBody>
      </p:sp>
      <p:grpSp>
        <p:nvGrpSpPr>
          <p:cNvPr id="13" name="Group 12">
            <a:extLst>
              <a:ext uri="{FF2B5EF4-FFF2-40B4-BE49-F238E27FC236}">
                <a16:creationId xmlns:a16="http://schemas.microsoft.com/office/drawing/2014/main" id="{B394A444-25B7-0324-6394-8B08BF286EAB}"/>
              </a:ext>
            </a:extLst>
          </p:cNvPr>
          <p:cNvGrpSpPr/>
          <p:nvPr/>
        </p:nvGrpSpPr>
        <p:grpSpPr>
          <a:xfrm>
            <a:off x="3115582" y="1236333"/>
            <a:ext cx="1365861" cy="1513748"/>
            <a:chOff x="8100771" y="1915393"/>
            <a:chExt cx="2124281" cy="3132757"/>
          </a:xfrm>
        </p:grpSpPr>
        <p:pic>
          <p:nvPicPr>
            <p:cNvPr id="14" name="Picture 13">
              <a:extLst>
                <a:ext uri="{FF2B5EF4-FFF2-40B4-BE49-F238E27FC236}">
                  <a16:creationId xmlns:a16="http://schemas.microsoft.com/office/drawing/2014/main" id="{8924666B-B54C-F46E-6EEE-AAE8BE497C7A}"/>
                </a:ext>
              </a:extLst>
            </p:cNvPr>
            <p:cNvPicPr>
              <a:picLocks noChangeAspect="1"/>
            </p:cNvPicPr>
            <p:nvPr/>
          </p:nvPicPr>
          <p:blipFill>
            <a:blip r:embed="rId3"/>
            <a:stretch>
              <a:fillRect/>
            </a:stretch>
          </p:blipFill>
          <p:spPr>
            <a:xfrm>
              <a:off x="8100771" y="1947711"/>
              <a:ext cx="2006074" cy="3016174"/>
            </a:xfrm>
            <a:prstGeom prst="rect">
              <a:avLst/>
            </a:prstGeom>
          </p:spPr>
        </p:pic>
        <p:sp>
          <p:nvSpPr>
            <p:cNvPr id="15" name="Frame 14">
              <a:extLst>
                <a:ext uri="{FF2B5EF4-FFF2-40B4-BE49-F238E27FC236}">
                  <a16:creationId xmlns:a16="http://schemas.microsoft.com/office/drawing/2014/main" id="{45A546A4-32BC-91B0-A474-044E18669240}"/>
                </a:ext>
              </a:extLst>
            </p:cNvPr>
            <p:cNvSpPr/>
            <p:nvPr/>
          </p:nvSpPr>
          <p:spPr>
            <a:xfrm>
              <a:off x="9121874" y="1915393"/>
              <a:ext cx="1103178" cy="3132757"/>
            </a:xfrm>
            <a:prstGeom prst="frame">
              <a:avLst>
                <a:gd name="adj1" fmla="val 2979"/>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schemeClr val="tx1"/>
                </a:solidFill>
                <a:latin typeface="Aptos Display" panose="020B0004020202020204" pitchFamily="34" charset="0"/>
              </a:endParaRPr>
            </a:p>
          </p:txBody>
        </p:sp>
      </p:grpSp>
      <p:grpSp>
        <p:nvGrpSpPr>
          <p:cNvPr id="16" name="Group 15">
            <a:extLst>
              <a:ext uri="{FF2B5EF4-FFF2-40B4-BE49-F238E27FC236}">
                <a16:creationId xmlns:a16="http://schemas.microsoft.com/office/drawing/2014/main" id="{EB6D07AB-60E1-433D-9425-468C4091676B}"/>
              </a:ext>
            </a:extLst>
          </p:cNvPr>
          <p:cNvGrpSpPr/>
          <p:nvPr/>
        </p:nvGrpSpPr>
        <p:grpSpPr>
          <a:xfrm>
            <a:off x="6200556" y="1429485"/>
            <a:ext cx="2668934" cy="1213839"/>
            <a:chOff x="1132598" y="2704999"/>
            <a:chExt cx="9570435" cy="3471964"/>
          </a:xfrm>
        </p:grpSpPr>
        <p:pic>
          <p:nvPicPr>
            <p:cNvPr id="17" name="Picture 16">
              <a:extLst>
                <a:ext uri="{FF2B5EF4-FFF2-40B4-BE49-F238E27FC236}">
                  <a16:creationId xmlns:a16="http://schemas.microsoft.com/office/drawing/2014/main" id="{17A4710F-98EF-DC17-F24D-34A17BF4C8A3}"/>
                </a:ext>
              </a:extLst>
            </p:cNvPr>
            <p:cNvPicPr>
              <a:picLocks noChangeAspect="1"/>
            </p:cNvPicPr>
            <p:nvPr/>
          </p:nvPicPr>
          <p:blipFill>
            <a:blip r:embed="rId4"/>
            <a:stretch>
              <a:fillRect/>
            </a:stretch>
          </p:blipFill>
          <p:spPr>
            <a:xfrm>
              <a:off x="1132598" y="2704999"/>
              <a:ext cx="4239217" cy="628738"/>
            </a:xfrm>
            <a:prstGeom prst="rect">
              <a:avLst/>
            </a:prstGeom>
          </p:spPr>
        </p:pic>
        <p:pic>
          <p:nvPicPr>
            <p:cNvPr id="18" name="Picture 17">
              <a:extLst>
                <a:ext uri="{FF2B5EF4-FFF2-40B4-BE49-F238E27FC236}">
                  <a16:creationId xmlns:a16="http://schemas.microsoft.com/office/drawing/2014/main" id="{078FF38E-4A62-FE29-AFC1-BDC645CF9018}"/>
                </a:ext>
              </a:extLst>
            </p:cNvPr>
            <p:cNvPicPr>
              <a:picLocks noChangeAspect="1"/>
            </p:cNvPicPr>
            <p:nvPr/>
          </p:nvPicPr>
          <p:blipFill>
            <a:blip r:embed="rId5"/>
            <a:stretch>
              <a:fillRect/>
            </a:stretch>
          </p:blipFill>
          <p:spPr>
            <a:xfrm>
              <a:off x="7397397" y="2704999"/>
              <a:ext cx="3305636" cy="724001"/>
            </a:xfrm>
            <a:prstGeom prst="rect">
              <a:avLst/>
            </a:prstGeom>
          </p:spPr>
        </p:pic>
        <p:pic>
          <p:nvPicPr>
            <p:cNvPr id="19" name="Picture 18">
              <a:extLst>
                <a:ext uri="{FF2B5EF4-FFF2-40B4-BE49-F238E27FC236}">
                  <a16:creationId xmlns:a16="http://schemas.microsoft.com/office/drawing/2014/main" id="{2B09E049-06CB-34BC-9A6C-708D9E7B376E}"/>
                </a:ext>
              </a:extLst>
            </p:cNvPr>
            <p:cNvPicPr>
              <a:picLocks noChangeAspect="1"/>
            </p:cNvPicPr>
            <p:nvPr/>
          </p:nvPicPr>
          <p:blipFill>
            <a:blip r:embed="rId6"/>
            <a:stretch>
              <a:fillRect/>
            </a:stretch>
          </p:blipFill>
          <p:spPr>
            <a:xfrm>
              <a:off x="3647733" y="4403637"/>
              <a:ext cx="4896533" cy="638264"/>
            </a:xfrm>
            <a:prstGeom prst="rect">
              <a:avLst/>
            </a:prstGeom>
          </p:spPr>
        </p:pic>
        <p:pic>
          <p:nvPicPr>
            <p:cNvPr id="20" name="Picture 19">
              <a:extLst>
                <a:ext uri="{FF2B5EF4-FFF2-40B4-BE49-F238E27FC236}">
                  <a16:creationId xmlns:a16="http://schemas.microsoft.com/office/drawing/2014/main" id="{FAF4D92D-5B7E-ABE7-B34C-D5E12C9614BA}"/>
                </a:ext>
              </a:extLst>
            </p:cNvPr>
            <p:cNvPicPr>
              <a:picLocks noChangeAspect="1"/>
            </p:cNvPicPr>
            <p:nvPr/>
          </p:nvPicPr>
          <p:blipFill>
            <a:blip r:embed="rId7"/>
            <a:stretch>
              <a:fillRect/>
            </a:stretch>
          </p:blipFill>
          <p:spPr>
            <a:xfrm>
              <a:off x="1362506" y="5729226"/>
              <a:ext cx="9231013" cy="447737"/>
            </a:xfrm>
            <a:prstGeom prst="rect">
              <a:avLst/>
            </a:prstGeom>
          </p:spPr>
        </p:pic>
        <p:cxnSp>
          <p:nvCxnSpPr>
            <p:cNvPr id="21" name="Straight Arrow Connector 20">
              <a:extLst>
                <a:ext uri="{FF2B5EF4-FFF2-40B4-BE49-F238E27FC236}">
                  <a16:creationId xmlns:a16="http://schemas.microsoft.com/office/drawing/2014/main" id="{8CE4B0B0-8438-68BD-54FB-A30F3C9A086E}"/>
                </a:ext>
              </a:extLst>
            </p:cNvPr>
            <p:cNvCxnSpPr/>
            <p:nvPr/>
          </p:nvCxnSpPr>
          <p:spPr>
            <a:xfrm>
              <a:off x="3786809" y="3588026"/>
              <a:ext cx="1585006" cy="62616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cxnSp>
          <p:nvCxnSpPr>
            <p:cNvPr id="22" name="Straight Arrow Connector 21">
              <a:extLst>
                <a:ext uri="{FF2B5EF4-FFF2-40B4-BE49-F238E27FC236}">
                  <a16:creationId xmlns:a16="http://schemas.microsoft.com/office/drawing/2014/main" id="{3FA7CF57-F68E-9F7B-955A-41E147D4924E}"/>
                </a:ext>
              </a:extLst>
            </p:cNvPr>
            <p:cNvCxnSpPr>
              <a:cxnSpLocks/>
            </p:cNvCxnSpPr>
            <p:nvPr/>
          </p:nvCxnSpPr>
          <p:spPr>
            <a:xfrm flipH="1">
              <a:off x="6518128" y="3620743"/>
              <a:ext cx="1631959" cy="528605"/>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grpSp>
      <p:sp>
        <p:nvSpPr>
          <p:cNvPr id="30" name="TextBox 29">
            <a:extLst>
              <a:ext uri="{FF2B5EF4-FFF2-40B4-BE49-F238E27FC236}">
                <a16:creationId xmlns:a16="http://schemas.microsoft.com/office/drawing/2014/main" id="{2ED0B3D5-0882-7ABF-CB74-E90B269CEE00}"/>
              </a:ext>
            </a:extLst>
          </p:cNvPr>
          <p:cNvSpPr txBox="1"/>
          <p:nvPr/>
        </p:nvSpPr>
        <p:spPr>
          <a:xfrm>
            <a:off x="6234" y="3149911"/>
            <a:ext cx="5028046" cy="830997"/>
          </a:xfrm>
          <a:prstGeom prst="rect">
            <a:avLst/>
          </a:prstGeom>
          <a:noFill/>
        </p:spPr>
        <p:txBody>
          <a:bodyPr wrap="square">
            <a:spAutoFit/>
          </a:bodyPr>
          <a:lstStyle/>
          <a:p>
            <a:r>
              <a:rPr lang="en-US" dirty="0"/>
              <a:t>3️⃣ </a:t>
            </a:r>
            <a:r>
              <a:rPr lang="en-US" dirty="0">
                <a:latin typeface="Aptos Display" panose="020B0004020202020204" pitchFamily="34" charset="0"/>
              </a:rPr>
              <a:t>Delete duplicate rows based on the time column ('Time') and keep the first record of each time point.</a:t>
            </a:r>
          </a:p>
          <a:p>
            <a:endParaRPr lang="en-US" dirty="0">
              <a:latin typeface="Aptos Display" panose="020B0004020202020204" pitchFamily="34" charset="0"/>
            </a:endParaRPr>
          </a:p>
        </p:txBody>
      </p:sp>
      <p:sp>
        <p:nvSpPr>
          <p:cNvPr id="31" name="TextBox 30">
            <a:extLst>
              <a:ext uri="{FF2B5EF4-FFF2-40B4-BE49-F238E27FC236}">
                <a16:creationId xmlns:a16="http://schemas.microsoft.com/office/drawing/2014/main" id="{37DEBE14-B5F3-4CCA-9CD5-9C4243520EC5}"/>
              </a:ext>
            </a:extLst>
          </p:cNvPr>
          <p:cNvSpPr txBox="1"/>
          <p:nvPr/>
        </p:nvSpPr>
        <p:spPr>
          <a:xfrm>
            <a:off x="5080000" y="3149911"/>
            <a:ext cx="2717800" cy="338554"/>
          </a:xfrm>
          <a:prstGeom prst="rect">
            <a:avLst/>
          </a:prstGeom>
          <a:noFill/>
        </p:spPr>
        <p:txBody>
          <a:bodyPr wrap="square">
            <a:spAutoFit/>
          </a:bodyPr>
          <a:lstStyle/>
          <a:p>
            <a:r>
              <a:rPr lang="en-US" dirty="0"/>
              <a:t>4️⃣ </a:t>
            </a:r>
            <a:r>
              <a:rPr lang="en-US" dirty="0">
                <a:latin typeface="Aptos Display" panose="020B0004020202020204" pitchFamily="34" charset="0"/>
              </a:rPr>
              <a:t>Checking for null value</a:t>
            </a:r>
          </a:p>
        </p:txBody>
      </p:sp>
      <p:pic>
        <p:nvPicPr>
          <p:cNvPr id="32" name="Picture 31">
            <a:extLst>
              <a:ext uri="{FF2B5EF4-FFF2-40B4-BE49-F238E27FC236}">
                <a16:creationId xmlns:a16="http://schemas.microsoft.com/office/drawing/2014/main" id="{335FDA41-A2C8-49F5-D824-A42D56C090BF}"/>
              </a:ext>
            </a:extLst>
          </p:cNvPr>
          <p:cNvPicPr>
            <a:picLocks noChangeAspect="1"/>
          </p:cNvPicPr>
          <p:nvPr/>
        </p:nvPicPr>
        <p:blipFill>
          <a:blip r:embed="rId8"/>
          <a:stretch>
            <a:fillRect/>
          </a:stretch>
        </p:blipFill>
        <p:spPr>
          <a:xfrm>
            <a:off x="704688" y="4015300"/>
            <a:ext cx="3631138" cy="1138513"/>
          </a:xfrm>
          <a:prstGeom prst="rect">
            <a:avLst/>
          </a:prstGeom>
        </p:spPr>
      </p:pic>
      <p:pic>
        <p:nvPicPr>
          <p:cNvPr id="33" name="Content Placeholder 6">
            <a:extLst>
              <a:ext uri="{FF2B5EF4-FFF2-40B4-BE49-F238E27FC236}">
                <a16:creationId xmlns:a16="http://schemas.microsoft.com/office/drawing/2014/main" id="{2EFD97AD-87B7-26B0-F067-8F827D4F3D13}"/>
              </a:ext>
            </a:extLst>
          </p:cNvPr>
          <p:cNvPicPr>
            <a:picLocks noChangeAspect="1"/>
          </p:cNvPicPr>
          <p:nvPr/>
        </p:nvPicPr>
        <p:blipFill>
          <a:blip r:embed="rId9"/>
          <a:stretch>
            <a:fillRect/>
          </a:stretch>
        </p:blipFill>
        <p:spPr>
          <a:xfrm>
            <a:off x="5223758" y="4143936"/>
            <a:ext cx="2159000" cy="666022"/>
          </a:xfrm>
          <a:prstGeom prst="rect">
            <a:avLst/>
          </a:prstGeom>
        </p:spPr>
      </p:pic>
      <p:grpSp>
        <p:nvGrpSpPr>
          <p:cNvPr id="37" name="Group 36">
            <a:extLst>
              <a:ext uri="{FF2B5EF4-FFF2-40B4-BE49-F238E27FC236}">
                <a16:creationId xmlns:a16="http://schemas.microsoft.com/office/drawing/2014/main" id="{C90C60E0-FAF3-67A8-EEEA-C8FD346725E1}"/>
              </a:ext>
            </a:extLst>
          </p:cNvPr>
          <p:cNvGrpSpPr/>
          <p:nvPr/>
        </p:nvGrpSpPr>
        <p:grpSpPr>
          <a:xfrm>
            <a:off x="6660393" y="4183331"/>
            <a:ext cx="722365" cy="230188"/>
            <a:chOff x="7816646" y="2584103"/>
            <a:chExt cx="3537154" cy="1073497"/>
          </a:xfrm>
        </p:grpSpPr>
        <p:sp>
          <p:nvSpPr>
            <p:cNvPr id="38" name="Frame 37">
              <a:extLst>
                <a:ext uri="{FF2B5EF4-FFF2-40B4-BE49-F238E27FC236}">
                  <a16:creationId xmlns:a16="http://schemas.microsoft.com/office/drawing/2014/main" id="{42B9D87B-C91F-B2A6-EC68-95E4EBE5E015}"/>
                </a:ext>
              </a:extLst>
            </p:cNvPr>
            <p:cNvSpPr/>
            <p:nvPr/>
          </p:nvSpPr>
          <p:spPr>
            <a:xfrm>
              <a:off x="7816646" y="2584103"/>
              <a:ext cx="3537154" cy="247587"/>
            </a:xfrm>
            <a:prstGeom prst="frame">
              <a:avLst>
                <a:gd name="adj1" fmla="val 695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schemeClr val="tx1"/>
                </a:solidFill>
                <a:latin typeface="Aptos Display" panose="020B0004020202020204" pitchFamily="34" charset="0"/>
              </a:endParaRPr>
            </a:p>
          </p:txBody>
        </p:sp>
        <p:sp>
          <p:nvSpPr>
            <p:cNvPr id="39" name="Frame 38">
              <a:extLst>
                <a:ext uri="{FF2B5EF4-FFF2-40B4-BE49-F238E27FC236}">
                  <a16:creationId xmlns:a16="http://schemas.microsoft.com/office/drawing/2014/main" id="{168B0689-01FC-7863-E24E-F10954E99DCF}"/>
                </a:ext>
              </a:extLst>
            </p:cNvPr>
            <p:cNvSpPr/>
            <p:nvPr/>
          </p:nvSpPr>
          <p:spPr>
            <a:xfrm>
              <a:off x="7816646" y="3263849"/>
              <a:ext cx="3537154" cy="393751"/>
            </a:xfrm>
            <a:prstGeom prst="frame">
              <a:avLst>
                <a:gd name="adj1" fmla="val 5476"/>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schemeClr val="tx1"/>
                </a:solidFill>
                <a:latin typeface="Aptos Display" panose="020B0004020202020204" pitchFamily="34" charset="0"/>
              </a:endParaRPr>
            </a:p>
          </p:txBody>
        </p:sp>
      </p:grpSp>
      <p:pic>
        <p:nvPicPr>
          <p:cNvPr id="40" name="Picture 39">
            <a:extLst>
              <a:ext uri="{FF2B5EF4-FFF2-40B4-BE49-F238E27FC236}">
                <a16:creationId xmlns:a16="http://schemas.microsoft.com/office/drawing/2014/main" id="{8A11854B-D270-44C8-36EE-DA2AFD16E9C7}"/>
              </a:ext>
            </a:extLst>
          </p:cNvPr>
          <p:cNvPicPr>
            <a:picLocks noChangeAspect="1"/>
          </p:cNvPicPr>
          <p:nvPr/>
        </p:nvPicPr>
        <p:blipFill>
          <a:blip r:embed="rId10"/>
          <a:stretch>
            <a:fillRect/>
          </a:stretch>
        </p:blipFill>
        <p:spPr>
          <a:xfrm>
            <a:off x="8102787" y="3022865"/>
            <a:ext cx="1817918" cy="216288"/>
          </a:xfrm>
          <a:prstGeom prst="rect">
            <a:avLst/>
          </a:prstGeom>
        </p:spPr>
      </p:pic>
      <p:grpSp>
        <p:nvGrpSpPr>
          <p:cNvPr id="41" name="Group 40">
            <a:extLst>
              <a:ext uri="{FF2B5EF4-FFF2-40B4-BE49-F238E27FC236}">
                <a16:creationId xmlns:a16="http://schemas.microsoft.com/office/drawing/2014/main" id="{1862D904-C994-47D2-D4BB-78AB2922AF6F}"/>
              </a:ext>
            </a:extLst>
          </p:cNvPr>
          <p:cNvGrpSpPr/>
          <p:nvPr/>
        </p:nvGrpSpPr>
        <p:grpSpPr>
          <a:xfrm>
            <a:off x="8013469" y="3503052"/>
            <a:ext cx="1817918" cy="640884"/>
            <a:chOff x="1057070" y="1174698"/>
            <a:chExt cx="9764546" cy="3790335"/>
          </a:xfrm>
        </p:grpSpPr>
        <p:pic>
          <p:nvPicPr>
            <p:cNvPr id="42" name="Picture 41">
              <a:extLst>
                <a:ext uri="{FF2B5EF4-FFF2-40B4-BE49-F238E27FC236}">
                  <a16:creationId xmlns:a16="http://schemas.microsoft.com/office/drawing/2014/main" id="{DDBED4D3-263D-954F-BBF1-99696DE9DD01}"/>
                </a:ext>
              </a:extLst>
            </p:cNvPr>
            <p:cNvPicPr>
              <a:picLocks noChangeAspect="1"/>
            </p:cNvPicPr>
            <p:nvPr/>
          </p:nvPicPr>
          <p:blipFill>
            <a:blip r:embed="rId11"/>
            <a:stretch>
              <a:fillRect/>
            </a:stretch>
          </p:blipFill>
          <p:spPr>
            <a:xfrm>
              <a:off x="1057070" y="1356852"/>
              <a:ext cx="1861419" cy="3539613"/>
            </a:xfrm>
            <a:prstGeom prst="rect">
              <a:avLst/>
            </a:prstGeom>
          </p:spPr>
        </p:pic>
        <p:pic>
          <p:nvPicPr>
            <p:cNvPr id="43" name="Picture 42">
              <a:extLst>
                <a:ext uri="{FF2B5EF4-FFF2-40B4-BE49-F238E27FC236}">
                  <a16:creationId xmlns:a16="http://schemas.microsoft.com/office/drawing/2014/main" id="{38B636E4-9696-B928-0BE8-E560A0C300A4}"/>
                </a:ext>
              </a:extLst>
            </p:cNvPr>
            <p:cNvPicPr>
              <a:picLocks noChangeAspect="1"/>
            </p:cNvPicPr>
            <p:nvPr/>
          </p:nvPicPr>
          <p:blipFill>
            <a:blip r:embed="rId12"/>
            <a:stretch>
              <a:fillRect/>
            </a:stretch>
          </p:blipFill>
          <p:spPr>
            <a:xfrm>
              <a:off x="4886632" y="1281180"/>
              <a:ext cx="1499947" cy="3541543"/>
            </a:xfrm>
            <a:prstGeom prst="rect">
              <a:avLst/>
            </a:prstGeom>
          </p:spPr>
        </p:pic>
        <p:pic>
          <p:nvPicPr>
            <p:cNvPr id="44" name="Picture 43">
              <a:extLst>
                <a:ext uri="{FF2B5EF4-FFF2-40B4-BE49-F238E27FC236}">
                  <a16:creationId xmlns:a16="http://schemas.microsoft.com/office/drawing/2014/main" id="{7CF44F32-C775-1B62-4B48-63AD69BFF4BF}"/>
                </a:ext>
              </a:extLst>
            </p:cNvPr>
            <p:cNvPicPr>
              <a:picLocks noChangeAspect="1"/>
            </p:cNvPicPr>
            <p:nvPr/>
          </p:nvPicPr>
          <p:blipFill>
            <a:blip r:embed="rId13"/>
            <a:stretch>
              <a:fillRect/>
            </a:stretch>
          </p:blipFill>
          <p:spPr>
            <a:xfrm>
              <a:off x="9292674" y="1174698"/>
              <a:ext cx="1528942" cy="3790335"/>
            </a:xfrm>
            <a:prstGeom prst="rect">
              <a:avLst/>
            </a:prstGeom>
          </p:spPr>
        </p:pic>
      </p:grpSp>
      <p:pic>
        <p:nvPicPr>
          <p:cNvPr id="49" name="Content Placeholder 4">
            <a:extLst>
              <a:ext uri="{FF2B5EF4-FFF2-40B4-BE49-F238E27FC236}">
                <a16:creationId xmlns:a16="http://schemas.microsoft.com/office/drawing/2014/main" id="{84D39506-0E6A-09FB-BC1C-C89FF57497A0}"/>
              </a:ext>
            </a:extLst>
          </p:cNvPr>
          <p:cNvPicPr>
            <a:picLocks noChangeAspect="1"/>
          </p:cNvPicPr>
          <p:nvPr/>
        </p:nvPicPr>
        <p:blipFill>
          <a:blip r:embed="rId14"/>
          <a:stretch>
            <a:fillRect/>
          </a:stretch>
        </p:blipFill>
        <p:spPr>
          <a:xfrm>
            <a:off x="7947638" y="4476947"/>
            <a:ext cx="1949918" cy="141388"/>
          </a:xfrm>
          <a:prstGeom prst="rect">
            <a:avLst/>
          </a:prstGeom>
        </p:spPr>
      </p:pic>
      <p:cxnSp>
        <p:nvCxnSpPr>
          <p:cNvPr id="51" name="Straight Arrow Connector 50">
            <a:extLst>
              <a:ext uri="{FF2B5EF4-FFF2-40B4-BE49-F238E27FC236}">
                <a16:creationId xmlns:a16="http://schemas.microsoft.com/office/drawing/2014/main" id="{9C25248F-48D3-6631-6E93-DF19F1591441}"/>
              </a:ext>
            </a:extLst>
          </p:cNvPr>
          <p:cNvCxnSpPr/>
          <p:nvPr/>
        </p:nvCxnSpPr>
        <p:spPr>
          <a:xfrm>
            <a:off x="8157543" y="4143936"/>
            <a:ext cx="399082" cy="315352"/>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2" name="Straight Arrow Connector 51">
            <a:extLst>
              <a:ext uri="{FF2B5EF4-FFF2-40B4-BE49-F238E27FC236}">
                <a16:creationId xmlns:a16="http://schemas.microsoft.com/office/drawing/2014/main" id="{46CF5E38-57C1-DA42-917B-8D90AE90E49A}"/>
              </a:ext>
            </a:extLst>
          </p:cNvPr>
          <p:cNvCxnSpPr>
            <a:cxnSpLocks/>
          </p:cNvCxnSpPr>
          <p:nvPr/>
        </p:nvCxnSpPr>
        <p:spPr>
          <a:xfrm>
            <a:off x="8806151" y="4152766"/>
            <a:ext cx="306099" cy="324181"/>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a:extLst>
              <a:ext uri="{FF2B5EF4-FFF2-40B4-BE49-F238E27FC236}">
                <a16:creationId xmlns:a16="http://schemas.microsoft.com/office/drawing/2014/main" id="{C54422BA-8A6C-9EDB-E743-81EE0F5688E3}"/>
              </a:ext>
            </a:extLst>
          </p:cNvPr>
          <p:cNvCxnSpPr>
            <a:cxnSpLocks/>
          </p:cNvCxnSpPr>
          <p:nvPr/>
        </p:nvCxnSpPr>
        <p:spPr>
          <a:xfrm flipH="1">
            <a:off x="9174163" y="4164360"/>
            <a:ext cx="440443" cy="312587"/>
          </a:xfrm>
          <a:prstGeom prst="straightConnector1">
            <a:avLst/>
          </a:prstGeom>
          <a:ln>
            <a:solidFill>
              <a:srgbClr val="FF0000"/>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91662857"/>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9"/>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12"/>
                                        </p:tgtEl>
                                        <p:attrNameLst>
                                          <p:attrName>style.visibility</p:attrName>
                                        </p:attrNameLst>
                                      </p:cBhvr>
                                      <p:to>
                                        <p:strVal val="visible"/>
                                      </p:to>
                                    </p:set>
                                  </p:childTnLst>
                                </p:cTn>
                              </p:par>
                              <p:par>
                                <p:cTn id="11" presetID="1" presetClass="entr" presetSubtype="0" fill="hold" nodeType="withEffect">
                                  <p:stCondLst>
                                    <p:cond delay="0"/>
                                  </p:stCondLst>
                                  <p:childTnLst>
                                    <p:set>
                                      <p:cBhvr>
                                        <p:cTn id="12" dur="1" fill="hold">
                                          <p:stCondLst>
                                            <p:cond delay="0"/>
                                          </p:stCondLst>
                                        </p:cTn>
                                        <p:tgtEl>
                                          <p:spTgt spid="13"/>
                                        </p:tgtEl>
                                        <p:attrNameLst>
                                          <p:attrName>style.visibility</p:attrName>
                                        </p:attrNameLst>
                                      </p:cBhvr>
                                      <p:to>
                                        <p:strVal val="visible"/>
                                      </p:to>
                                    </p:set>
                                  </p:childTnLst>
                                </p:cTn>
                              </p:par>
                            </p:childTnLst>
                          </p:cTn>
                        </p:par>
                      </p:childTnLst>
                    </p:cTn>
                  </p:par>
                  <p:par>
                    <p:cTn id="13" fill="hold">
                      <p:stCondLst>
                        <p:cond delay="indefinite"/>
                      </p:stCondLst>
                      <p:childTnLst>
                        <p:par>
                          <p:cTn id="14" fill="hold">
                            <p:stCondLst>
                              <p:cond delay="0"/>
                            </p:stCondLst>
                            <p:childTnLst>
                              <p:par>
                                <p:cTn id="15" presetID="1" presetClass="entr" presetSubtype="0" fill="hold" grpId="0" nodeType="clickEffect">
                                  <p:stCondLst>
                                    <p:cond delay="0"/>
                                  </p:stCondLst>
                                  <p:childTnLst>
                                    <p:set>
                                      <p:cBhvr>
                                        <p:cTn id="16" dur="1" fill="hold">
                                          <p:stCondLst>
                                            <p:cond delay="0"/>
                                          </p:stCondLst>
                                        </p:cTn>
                                        <p:tgtEl>
                                          <p:spTgt spid="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16"/>
                                        </p:tgtEl>
                                        <p:attrNameLst>
                                          <p:attrName>style.visibility</p:attrName>
                                        </p:attrNameLst>
                                      </p:cBhvr>
                                      <p:to>
                                        <p:strVal val="visible"/>
                                      </p:to>
                                    </p:set>
                                  </p:childTnLst>
                                </p:cTn>
                              </p:par>
                            </p:childTnLst>
                          </p:cTn>
                        </p:par>
                      </p:childTnLst>
                    </p:cTn>
                  </p:par>
                  <p:par>
                    <p:cTn id="19" fill="hold">
                      <p:stCondLst>
                        <p:cond delay="indefinite"/>
                      </p:stCondLst>
                      <p:childTnLst>
                        <p:par>
                          <p:cTn id="20" fill="hold">
                            <p:stCondLst>
                              <p:cond delay="0"/>
                            </p:stCondLst>
                            <p:childTnLst>
                              <p:par>
                                <p:cTn id="21" presetID="1" presetClass="entr" presetSubtype="0" fill="hold" grpId="0" nodeType="clickEffect">
                                  <p:stCondLst>
                                    <p:cond delay="0"/>
                                  </p:stCondLst>
                                  <p:childTnLst>
                                    <p:set>
                                      <p:cBhvr>
                                        <p:cTn id="22" dur="1" fill="hold">
                                          <p:stCondLst>
                                            <p:cond delay="0"/>
                                          </p:stCondLst>
                                        </p:cTn>
                                        <p:tgtEl>
                                          <p:spTgt spid="30"/>
                                        </p:tgtEl>
                                        <p:attrNameLst>
                                          <p:attrName>style.visibility</p:attrName>
                                        </p:attrNameLst>
                                      </p:cBhvr>
                                      <p:to>
                                        <p:strVal val="visible"/>
                                      </p:to>
                                    </p:set>
                                  </p:childTnLst>
                                </p:cTn>
                              </p:par>
                              <p:par>
                                <p:cTn id="23" presetID="1" presetClass="entr" presetSubtype="0" fill="hold" nodeType="withEffect">
                                  <p:stCondLst>
                                    <p:cond delay="0"/>
                                  </p:stCondLst>
                                  <p:childTnLst>
                                    <p:set>
                                      <p:cBhvr>
                                        <p:cTn id="24" dur="1" fill="hold">
                                          <p:stCondLst>
                                            <p:cond delay="0"/>
                                          </p:stCondLst>
                                        </p:cTn>
                                        <p:tgtEl>
                                          <p:spTgt spid="32"/>
                                        </p:tgtEl>
                                        <p:attrNameLst>
                                          <p:attrName>style.visibility</p:attrName>
                                        </p:attrNameLst>
                                      </p:cBhvr>
                                      <p:to>
                                        <p:strVal val="visible"/>
                                      </p:to>
                                    </p:set>
                                  </p:childTnLst>
                                </p:cTn>
                              </p:par>
                            </p:childTnLst>
                          </p:cTn>
                        </p:par>
                      </p:childTnLst>
                    </p:cTn>
                  </p:par>
                  <p:par>
                    <p:cTn id="25" fill="hold">
                      <p:stCondLst>
                        <p:cond delay="indefinite"/>
                      </p:stCondLst>
                      <p:childTnLst>
                        <p:par>
                          <p:cTn id="26" fill="hold">
                            <p:stCondLst>
                              <p:cond delay="0"/>
                            </p:stCondLst>
                            <p:childTnLst>
                              <p:par>
                                <p:cTn id="27" presetID="1" presetClass="entr" presetSubtype="0" fill="hold" nodeType="clickEffect">
                                  <p:stCondLst>
                                    <p:cond delay="0"/>
                                  </p:stCondLst>
                                  <p:childTnLst>
                                    <p:set>
                                      <p:cBhvr>
                                        <p:cTn id="28" dur="1" fill="hold">
                                          <p:stCondLst>
                                            <p:cond delay="0"/>
                                          </p:stCondLst>
                                        </p:cTn>
                                        <p:tgtEl>
                                          <p:spTgt spid="37"/>
                                        </p:tgtEl>
                                        <p:attrNameLst>
                                          <p:attrName>style.visibility</p:attrName>
                                        </p:attrNameLst>
                                      </p:cBhvr>
                                      <p:to>
                                        <p:strVal val="visible"/>
                                      </p:to>
                                    </p:set>
                                  </p:childTnLst>
                                </p:cTn>
                              </p:par>
                              <p:par>
                                <p:cTn id="29" presetID="1" presetClass="entr" presetSubtype="0" fill="hold" nodeType="withEffect">
                                  <p:stCondLst>
                                    <p:cond delay="0"/>
                                  </p:stCondLst>
                                  <p:childTnLst>
                                    <p:set>
                                      <p:cBhvr>
                                        <p:cTn id="30" dur="1" fill="hold">
                                          <p:stCondLst>
                                            <p:cond delay="0"/>
                                          </p:stCondLst>
                                        </p:cTn>
                                        <p:tgtEl>
                                          <p:spTgt spid="33"/>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1"/>
                                        </p:tgtEl>
                                        <p:attrNameLst>
                                          <p:attrName>style.visibility</p:attrName>
                                        </p:attrNameLst>
                                      </p:cBhvr>
                                      <p:to>
                                        <p:strVal val="visible"/>
                                      </p:to>
                                    </p:set>
                                  </p:childTnLst>
                                </p:cTn>
                              </p:par>
                              <p:par>
                                <p:cTn id="33" presetID="1" presetClass="entr" presetSubtype="0" fill="hold" nodeType="withEffect">
                                  <p:stCondLst>
                                    <p:cond delay="0"/>
                                  </p:stCondLst>
                                  <p:childTnLst>
                                    <p:set>
                                      <p:cBhvr>
                                        <p:cTn id="34" dur="1" fill="hold">
                                          <p:stCondLst>
                                            <p:cond delay="0"/>
                                          </p:stCondLst>
                                        </p:cTn>
                                        <p:tgtEl>
                                          <p:spTgt spid="40"/>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41"/>
                                        </p:tgtEl>
                                        <p:attrNameLst>
                                          <p:attrName>style.visibility</p:attrName>
                                        </p:attrNameLst>
                                      </p:cBhvr>
                                      <p:to>
                                        <p:strVal val="visible"/>
                                      </p:to>
                                    </p:set>
                                  </p:childTnLst>
                                </p:cTn>
                              </p:par>
                              <p:par>
                                <p:cTn id="37" presetID="1" presetClass="entr" presetSubtype="0" fill="hold" nodeType="withEffect">
                                  <p:stCondLst>
                                    <p:cond delay="0"/>
                                  </p:stCondLst>
                                  <p:childTnLst>
                                    <p:set>
                                      <p:cBhvr>
                                        <p:cTn id="38" dur="1" fill="hold">
                                          <p:stCondLst>
                                            <p:cond delay="0"/>
                                          </p:stCondLst>
                                        </p:cTn>
                                        <p:tgtEl>
                                          <p:spTgt spid="49"/>
                                        </p:tgtEl>
                                        <p:attrNameLst>
                                          <p:attrName>style.visibility</p:attrName>
                                        </p:attrNameLst>
                                      </p:cBhvr>
                                      <p:to>
                                        <p:strVal val="visible"/>
                                      </p:to>
                                    </p:set>
                                  </p:childTnLst>
                                </p:cTn>
                              </p:par>
                            </p:childTnLst>
                          </p:cTn>
                        </p:par>
                      </p:childTnLst>
                    </p:cTn>
                  </p:par>
                  <p:par>
                    <p:cTn id="39" fill="hold">
                      <p:stCondLst>
                        <p:cond delay="indefinite"/>
                      </p:stCondLst>
                      <p:childTnLst>
                        <p:par>
                          <p:cTn id="40" fill="hold">
                            <p:stCondLst>
                              <p:cond delay="0"/>
                            </p:stCondLst>
                            <p:childTnLst>
                              <p:par>
                                <p:cTn id="41" presetID="1" presetClass="entr" presetSubtype="0" fill="hold" nodeType="clickEffect">
                                  <p:stCondLst>
                                    <p:cond delay="0"/>
                                  </p:stCondLst>
                                  <p:childTnLst>
                                    <p:set>
                                      <p:cBhvr>
                                        <p:cTn id="42" dur="1" fill="hold">
                                          <p:stCondLst>
                                            <p:cond delay="0"/>
                                          </p:stCondLst>
                                        </p:cTn>
                                        <p:tgtEl>
                                          <p:spTgt spid="51"/>
                                        </p:tgtEl>
                                        <p:attrNameLst>
                                          <p:attrName>style.visibility</p:attrName>
                                        </p:attrNameLst>
                                      </p:cBhvr>
                                      <p:to>
                                        <p:strVal val="visible"/>
                                      </p:to>
                                    </p:set>
                                  </p:childTnLst>
                                </p:cTn>
                              </p:par>
                            </p:childTnLst>
                          </p:cTn>
                        </p:par>
                      </p:childTnLst>
                    </p:cTn>
                  </p:par>
                  <p:par>
                    <p:cTn id="43" fill="hold">
                      <p:stCondLst>
                        <p:cond delay="indefinite"/>
                      </p:stCondLst>
                      <p:childTnLst>
                        <p:par>
                          <p:cTn id="44" fill="hold">
                            <p:stCondLst>
                              <p:cond delay="0"/>
                            </p:stCondLst>
                            <p:childTnLst>
                              <p:par>
                                <p:cTn id="45" presetID="1" presetClass="entr" presetSubtype="0" fill="hold" nodeType="clickEffect">
                                  <p:stCondLst>
                                    <p:cond delay="0"/>
                                  </p:stCondLst>
                                  <p:childTnLst>
                                    <p:set>
                                      <p:cBhvr>
                                        <p:cTn id="46" dur="1" fill="hold">
                                          <p:stCondLst>
                                            <p:cond delay="0"/>
                                          </p:stCondLst>
                                        </p:cTn>
                                        <p:tgtEl>
                                          <p:spTgt spid="52"/>
                                        </p:tgtEl>
                                        <p:attrNameLst>
                                          <p:attrName>style.visibility</p:attrName>
                                        </p:attrNameLst>
                                      </p:cBhvr>
                                      <p:to>
                                        <p:strVal val="visible"/>
                                      </p:to>
                                    </p:set>
                                  </p:childTnLst>
                                </p:cTn>
                              </p:par>
                            </p:childTnLst>
                          </p:cTn>
                        </p:par>
                      </p:childTnLst>
                    </p:cTn>
                  </p:par>
                  <p:par>
                    <p:cTn id="47" fill="hold">
                      <p:stCondLst>
                        <p:cond delay="indefinite"/>
                      </p:stCondLst>
                      <p:childTnLst>
                        <p:par>
                          <p:cTn id="48" fill="hold">
                            <p:stCondLst>
                              <p:cond delay="0"/>
                            </p:stCondLst>
                            <p:childTnLst>
                              <p:par>
                                <p:cTn id="49" presetID="1" presetClass="entr" presetSubtype="0" fill="hold" nodeType="clickEffect">
                                  <p:stCondLst>
                                    <p:cond delay="0"/>
                                  </p:stCondLst>
                                  <p:childTnLst>
                                    <p:set>
                                      <p:cBhvr>
                                        <p:cTn id="50" dur="1" fill="hold">
                                          <p:stCondLst>
                                            <p:cond delay="0"/>
                                          </p:stCondLst>
                                        </p:cTn>
                                        <p:tgtEl>
                                          <p:spTgt spid="54"/>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par>
              <p:cTn id="51"/>
            </p:par>
          </p:childTnLst>
        </p:cTn>
      </p:par>
    </p:tnLst>
    <p:bldLst>
      <p:bldP spid="5" grpId="0"/>
      <p:bldP spid="6" grpId="0"/>
      <p:bldP spid="12" grpId="0" animBg="1"/>
      <p:bldP spid="30" grpId="0"/>
      <p:bldP spid="31" grpId="0"/>
    </p:bldLst>
  </p:timing>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45B0FDB0-40F9-B2DC-D69E-E6CAF69E2E1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64F1EB1-5E03-3A50-F094-24647DCC1D85}"/>
              </a:ext>
            </a:extLst>
          </p:cNvPr>
          <p:cNvSpPr>
            <a:spLocks noGrp="1"/>
          </p:cNvSpPr>
          <p:nvPr>
            <p:ph type="body" sz="quarter" idx="32"/>
          </p:nvPr>
        </p:nvSpPr>
        <p:spPr>
          <a:xfrm>
            <a:off x="1445497" y="380401"/>
            <a:ext cx="6891679" cy="365777"/>
          </a:xfrm>
        </p:spPr>
        <p:txBody>
          <a:bodyPr/>
          <a:lstStyle/>
          <a:p>
            <a:r>
              <a:rPr lang="en-US" sz="2800" dirty="0">
                <a:latin typeface="Aptos Display" panose="020B0004020202020204" pitchFamily="34" charset="0"/>
              </a:rPr>
              <a:t>Data Cleaning - Steps</a:t>
            </a:r>
          </a:p>
        </p:txBody>
      </p:sp>
      <p:sp>
        <p:nvSpPr>
          <p:cNvPr id="5" name="TextBox 4">
            <a:extLst>
              <a:ext uri="{FF2B5EF4-FFF2-40B4-BE49-F238E27FC236}">
                <a16:creationId xmlns:a16="http://schemas.microsoft.com/office/drawing/2014/main" id="{35F289D3-B9E0-1E0C-75DC-E62FB29D6206}"/>
              </a:ext>
            </a:extLst>
          </p:cNvPr>
          <p:cNvSpPr txBox="1"/>
          <p:nvPr/>
        </p:nvSpPr>
        <p:spPr>
          <a:xfrm>
            <a:off x="41556" y="897778"/>
            <a:ext cx="2418335" cy="338554"/>
          </a:xfrm>
          <a:prstGeom prst="rect">
            <a:avLst/>
          </a:prstGeom>
          <a:noFill/>
        </p:spPr>
        <p:txBody>
          <a:bodyPr wrap="square">
            <a:spAutoFit/>
          </a:bodyPr>
          <a:lstStyle/>
          <a:p>
            <a:r>
              <a:rPr lang="en-US"/>
              <a:t>5️⃣ </a:t>
            </a:r>
            <a:r>
              <a:rPr lang="en-US">
                <a:latin typeface="Aptos Display" panose="020B0004020202020204" pitchFamily="34" charset="0"/>
              </a:rPr>
              <a:t>Checking data info</a:t>
            </a:r>
          </a:p>
        </p:txBody>
      </p:sp>
      <p:sp>
        <p:nvSpPr>
          <p:cNvPr id="6" name="TextBox 5">
            <a:extLst>
              <a:ext uri="{FF2B5EF4-FFF2-40B4-BE49-F238E27FC236}">
                <a16:creationId xmlns:a16="http://schemas.microsoft.com/office/drawing/2014/main" id="{946B5835-6FBF-4FFB-9EDF-B4AA615F7BF5}"/>
              </a:ext>
            </a:extLst>
          </p:cNvPr>
          <p:cNvSpPr txBox="1"/>
          <p:nvPr/>
        </p:nvSpPr>
        <p:spPr>
          <a:xfrm>
            <a:off x="5080000" y="897778"/>
            <a:ext cx="5821082" cy="584775"/>
          </a:xfrm>
          <a:prstGeom prst="rect">
            <a:avLst/>
          </a:prstGeom>
          <a:noFill/>
        </p:spPr>
        <p:txBody>
          <a:bodyPr wrap="square">
            <a:spAutoFit/>
          </a:bodyPr>
          <a:lstStyle/>
          <a:p>
            <a:r>
              <a:rPr lang="en-US"/>
              <a:t>6️⃣ </a:t>
            </a:r>
            <a:r>
              <a:rPr lang="en-US" err="1">
                <a:latin typeface="Aptos Display" panose="020B0004020202020204" pitchFamily="34" charset="0"/>
              </a:rPr>
              <a:t>complete_df_total</a:t>
            </a:r>
            <a:r>
              <a:rPr lang="en-US">
                <a:latin typeface="Aptos Display" panose="020B0004020202020204" pitchFamily="34" charset="0"/>
              </a:rPr>
              <a:t> -&gt; data without null value &amp;</a:t>
            </a:r>
          </a:p>
          <a:p>
            <a:r>
              <a:rPr lang="en-US">
                <a:latin typeface="Aptos Display" panose="020B0004020202020204" pitchFamily="34" charset="0"/>
              </a:rPr>
              <a:t> data proportion</a:t>
            </a:r>
          </a:p>
        </p:txBody>
      </p:sp>
      <p:pic>
        <p:nvPicPr>
          <p:cNvPr id="2" name="Picture 1">
            <a:extLst>
              <a:ext uri="{FF2B5EF4-FFF2-40B4-BE49-F238E27FC236}">
                <a16:creationId xmlns:a16="http://schemas.microsoft.com/office/drawing/2014/main" id="{D07EE0C9-3BED-7363-D873-0EF81FB89866}"/>
              </a:ext>
            </a:extLst>
          </p:cNvPr>
          <p:cNvPicPr>
            <a:picLocks noChangeAspect="1"/>
          </p:cNvPicPr>
          <p:nvPr/>
        </p:nvPicPr>
        <p:blipFill>
          <a:blip r:embed="rId2"/>
          <a:stretch>
            <a:fillRect/>
          </a:stretch>
        </p:blipFill>
        <p:spPr>
          <a:xfrm>
            <a:off x="561327" y="1387932"/>
            <a:ext cx="1898565" cy="1308784"/>
          </a:xfrm>
          <a:prstGeom prst="rect">
            <a:avLst/>
          </a:prstGeom>
        </p:spPr>
      </p:pic>
      <p:pic>
        <p:nvPicPr>
          <p:cNvPr id="4" name="Content Placeholder 10">
            <a:extLst>
              <a:ext uri="{FF2B5EF4-FFF2-40B4-BE49-F238E27FC236}">
                <a16:creationId xmlns:a16="http://schemas.microsoft.com/office/drawing/2014/main" id="{F5795BF5-D152-3AEE-B52D-5F762A5E7D69}"/>
              </a:ext>
            </a:extLst>
          </p:cNvPr>
          <p:cNvPicPr>
            <a:picLocks noChangeAspect="1"/>
          </p:cNvPicPr>
          <p:nvPr/>
        </p:nvPicPr>
        <p:blipFill>
          <a:blip r:embed="rId3"/>
          <a:stretch>
            <a:fillRect/>
          </a:stretch>
        </p:blipFill>
        <p:spPr>
          <a:xfrm>
            <a:off x="3209222" y="1454092"/>
            <a:ext cx="1630048" cy="1138513"/>
          </a:xfrm>
          <a:prstGeom prst="rect">
            <a:avLst/>
          </a:prstGeom>
        </p:spPr>
      </p:pic>
      <p:pic>
        <p:nvPicPr>
          <p:cNvPr id="7" name="Content Placeholder 6">
            <a:extLst>
              <a:ext uri="{FF2B5EF4-FFF2-40B4-BE49-F238E27FC236}">
                <a16:creationId xmlns:a16="http://schemas.microsoft.com/office/drawing/2014/main" id="{7DF2B39A-DCA1-F26F-8771-B93EC111C6DC}"/>
              </a:ext>
            </a:extLst>
          </p:cNvPr>
          <p:cNvPicPr>
            <a:picLocks noChangeAspect="1"/>
          </p:cNvPicPr>
          <p:nvPr/>
        </p:nvPicPr>
        <p:blipFill>
          <a:blip r:embed="rId4"/>
          <a:stretch>
            <a:fillRect/>
          </a:stretch>
        </p:blipFill>
        <p:spPr>
          <a:xfrm>
            <a:off x="6714644" y="1313704"/>
            <a:ext cx="1809943" cy="1419288"/>
          </a:xfrm>
          <a:prstGeom prst="rect">
            <a:avLst/>
          </a:prstGeom>
        </p:spPr>
      </p:pic>
      <p:pic>
        <p:nvPicPr>
          <p:cNvPr id="8" name="Picture 7">
            <a:extLst>
              <a:ext uri="{FF2B5EF4-FFF2-40B4-BE49-F238E27FC236}">
                <a16:creationId xmlns:a16="http://schemas.microsoft.com/office/drawing/2014/main" id="{135C9C20-4452-39CA-0DA3-D7B5B065C8AE}"/>
              </a:ext>
            </a:extLst>
          </p:cNvPr>
          <p:cNvPicPr>
            <a:picLocks noChangeAspect="1"/>
          </p:cNvPicPr>
          <p:nvPr/>
        </p:nvPicPr>
        <p:blipFill>
          <a:blip r:embed="rId5"/>
          <a:stretch>
            <a:fillRect/>
          </a:stretch>
        </p:blipFill>
        <p:spPr>
          <a:xfrm>
            <a:off x="8680823" y="1935586"/>
            <a:ext cx="1348358" cy="106738"/>
          </a:xfrm>
          <a:prstGeom prst="rect">
            <a:avLst/>
          </a:prstGeom>
        </p:spPr>
      </p:pic>
    </p:spTree>
    <p:extLst>
      <p:ext uri="{BB962C8B-B14F-4D97-AF65-F5344CB8AC3E}">
        <p14:creationId xmlns:p14="http://schemas.microsoft.com/office/powerpoint/2010/main" val="2672247837"/>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nodeType="withEffect">
                                  <p:stCondLst>
                                    <p:cond delay="0"/>
                                  </p:stCondLst>
                                  <p:childTnLst>
                                    <p:set>
                                      <p:cBhvr>
                                        <p:cTn id="8" dur="1" fill="hold">
                                          <p:stCondLst>
                                            <p:cond delay="0"/>
                                          </p:stCondLst>
                                        </p:cTn>
                                        <p:tgtEl>
                                          <p:spTgt spid="2"/>
                                        </p:tgtEl>
                                        <p:attrNameLst>
                                          <p:attrName>style.visibility</p:attrName>
                                        </p:attrNameLst>
                                      </p:cBhvr>
                                      <p:to>
                                        <p:strVal val="visible"/>
                                      </p:to>
                                    </p:set>
                                  </p:childTnLst>
                                </p:cTn>
                              </p:par>
                              <p:par>
                                <p:cTn id="9" presetID="1" presetClass="entr" presetSubtype="0" fill="hold" nodeType="withEffect">
                                  <p:stCondLst>
                                    <p:cond delay="0"/>
                                  </p:stCondLst>
                                  <p:childTnLst>
                                    <p:set>
                                      <p:cBhvr>
                                        <p:cTn id="10" dur="1" fill="hold">
                                          <p:stCondLst>
                                            <p:cond delay="0"/>
                                          </p:stCondLst>
                                        </p:cTn>
                                        <p:tgtEl>
                                          <p:spTgt spid="4"/>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nodeType="clickEffect">
                                  <p:stCondLst>
                                    <p:cond delay="0"/>
                                  </p:stCondLst>
                                  <p:childTnLst>
                                    <p:set>
                                      <p:cBhvr>
                                        <p:cTn id="14" dur="1" fill="hold">
                                          <p:stCondLst>
                                            <p:cond delay="0"/>
                                          </p:stCondLst>
                                        </p:cTn>
                                        <p:tgtEl>
                                          <p:spTgt spid="7"/>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6"/>
                                        </p:tgtEl>
                                        <p:attrNameLst>
                                          <p:attrName>style.visibility</p:attrName>
                                        </p:attrNameLst>
                                      </p:cBhvr>
                                      <p:to>
                                        <p:strVal val="visible"/>
                                      </p:to>
                                    </p:set>
                                  </p:childTnLst>
                                </p:cTn>
                              </p:par>
                            </p:childTnLst>
                          </p:cTn>
                        </p:par>
                        <p:par>
                          <p:cTn id="17" fill="hold">
                            <p:stCondLst>
                              <p:cond delay="0"/>
                            </p:stCondLst>
                            <p:childTnLst>
                              <p:par>
                                <p:cTn id="18" presetID="1" presetClass="entr" presetSubtype="0" fill="hold" nodeType="afterEffect">
                                  <p:stCondLst>
                                    <p:cond delay="0"/>
                                  </p:stCondLst>
                                  <p:childTnLst>
                                    <p:set>
                                      <p:cBhvr>
                                        <p:cTn id="19" dur="1" fill="hold">
                                          <p:stCondLst>
                                            <p:cond delay="0"/>
                                          </p:stCondLst>
                                        </p:cTn>
                                        <p:tgtEl>
                                          <p:spTgt spid="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par>
              <p:cTn id="20"/>
            </p:par>
          </p:childTnLst>
        </p:cTn>
      </p:par>
    </p:tnLst>
    <p:bldLst>
      <p:bldP spid="5" grpId="0"/>
      <p:bldP spid="6" grpId="0"/>
    </p:bldLst>
  </p:timing>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3BAC004A-1C79-DA9F-7516-92EA302ECAA7}"/>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8A5EF206-9A69-4723-0F77-D8EBF0208193}"/>
              </a:ext>
            </a:extLst>
          </p:cNvPr>
          <p:cNvSpPr>
            <a:spLocks noGrp="1"/>
          </p:cNvSpPr>
          <p:nvPr>
            <p:ph type="body" sz="quarter" idx="32"/>
          </p:nvPr>
        </p:nvSpPr>
        <p:spPr>
          <a:xfrm>
            <a:off x="1445497" y="380401"/>
            <a:ext cx="7969436" cy="531899"/>
          </a:xfrm>
        </p:spPr>
        <p:txBody>
          <a:bodyPr/>
          <a:lstStyle/>
          <a:p>
            <a:r>
              <a:rPr lang="en-US" sz="2800" dirty="0"/>
              <a:t>Data Cleaning</a:t>
            </a:r>
          </a:p>
        </p:txBody>
      </p:sp>
      <p:sp>
        <p:nvSpPr>
          <p:cNvPr id="4" name="TextBox 3">
            <a:extLst>
              <a:ext uri="{FF2B5EF4-FFF2-40B4-BE49-F238E27FC236}">
                <a16:creationId xmlns:a16="http://schemas.microsoft.com/office/drawing/2014/main" id="{A7292656-66DC-5EE3-852B-73736EEBC23B}"/>
              </a:ext>
            </a:extLst>
          </p:cNvPr>
          <p:cNvSpPr txBox="1"/>
          <p:nvPr/>
        </p:nvSpPr>
        <p:spPr>
          <a:xfrm>
            <a:off x="1176556" y="2460213"/>
            <a:ext cx="2771192" cy="8891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800" dirty="0">
                <a:latin typeface="Aptos Display" panose="020B0004020202020204" pitchFamily="34" charset="0"/>
                <a:cs typeface="Arial" panose="020B0604020202020204" pitchFamily="34" charset="0"/>
              </a:rPr>
              <a:t>Delete all rows with null values</a:t>
            </a:r>
          </a:p>
          <a:p>
            <a:pPr marL="285750" indent="-285750">
              <a:lnSpc>
                <a:spcPct val="150000"/>
              </a:lnSpc>
              <a:buFont typeface="Arial" panose="020B0604020202020204" pitchFamily="34" charset="0"/>
              <a:buChar char="•"/>
            </a:pPr>
            <a:r>
              <a:rPr lang="en-US" sz="1800" dirty="0">
                <a:latin typeface="Aptos Display" panose="020B0004020202020204" pitchFamily="34" charset="0"/>
                <a:cs typeface="Arial" panose="020B0604020202020204" pitchFamily="34" charset="0"/>
              </a:rPr>
              <a:t>With a smaller sample size</a:t>
            </a:r>
          </a:p>
          <a:p>
            <a:pPr marL="285750" indent="-285750">
              <a:lnSpc>
                <a:spcPct val="150000"/>
              </a:lnSpc>
              <a:buFont typeface="Arial" panose="020B0604020202020204" pitchFamily="34" charset="0"/>
              <a:buChar char="•"/>
            </a:pPr>
            <a:r>
              <a:rPr lang="en-US" sz="1800" dirty="0">
                <a:latin typeface="Aptos Display" panose="020B0004020202020204" pitchFamily="34" charset="0"/>
                <a:cs typeface="Arial" panose="020B0604020202020204" pitchFamily="34" charset="0"/>
              </a:rPr>
              <a:t>Cleaned data</a:t>
            </a:r>
          </a:p>
        </p:txBody>
      </p:sp>
      <p:sp>
        <p:nvSpPr>
          <p:cNvPr id="9" name="TextBox 8">
            <a:extLst>
              <a:ext uri="{FF2B5EF4-FFF2-40B4-BE49-F238E27FC236}">
                <a16:creationId xmlns:a16="http://schemas.microsoft.com/office/drawing/2014/main" id="{0721D001-643E-7262-1E20-E3F4D1A16D82}"/>
              </a:ext>
            </a:extLst>
          </p:cNvPr>
          <p:cNvSpPr txBox="1"/>
          <p:nvPr/>
        </p:nvSpPr>
        <p:spPr>
          <a:xfrm>
            <a:off x="1642907" y="847247"/>
            <a:ext cx="2056651" cy="338554"/>
          </a:xfrm>
          <a:prstGeom prst="rect">
            <a:avLst/>
          </a:prstGeom>
          <a:noFill/>
        </p:spPr>
        <p:txBody>
          <a:bodyPr wrap="square" rtlCol="0">
            <a:spAutoFit/>
          </a:bodyPr>
          <a:lstStyle/>
          <a:p>
            <a:r>
              <a:rPr lang="en-US" b="1" dirty="0" err="1">
                <a:latin typeface="Aptos Display" panose="020B0004020202020204" pitchFamily="34" charset="0"/>
                <a:cs typeface="Arial" panose="020B0604020202020204" pitchFamily="34" charset="0"/>
              </a:rPr>
              <a:t>complete_df_total</a:t>
            </a:r>
            <a:endParaRPr lang="en-US" b="1" dirty="0">
              <a:latin typeface="Aptos Display" panose="020B0004020202020204" pitchFamily="34" charset="0"/>
              <a:cs typeface="Arial" panose="020B0604020202020204" pitchFamily="34" charset="0"/>
            </a:endParaRPr>
          </a:p>
        </p:txBody>
      </p:sp>
      <p:sp>
        <p:nvSpPr>
          <p:cNvPr id="10" name="TextBox 9">
            <a:extLst>
              <a:ext uri="{FF2B5EF4-FFF2-40B4-BE49-F238E27FC236}">
                <a16:creationId xmlns:a16="http://schemas.microsoft.com/office/drawing/2014/main" id="{18942272-9772-0DA0-D6BB-8A15C77D31C5}"/>
              </a:ext>
            </a:extLst>
          </p:cNvPr>
          <p:cNvSpPr txBox="1"/>
          <p:nvPr/>
        </p:nvSpPr>
        <p:spPr>
          <a:xfrm>
            <a:off x="6763624" y="847247"/>
            <a:ext cx="1685361" cy="338554"/>
          </a:xfrm>
          <a:prstGeom prst="rect">
            <a:avLst/>
          </a:prstGeom>
          <a:noFill/>
        </p:spPr>
        <p:txBody>
          <a:bodyPr wrap="square" rtlCol="0">
            <a:spAutoFit/>
          </a:bodyPr>
          <a:lstStyle/>
          <a:p>
            <a:r>
              <a:rPr lang="en-US" b="1" dirty="0" err="1">
                <a:latin typeface="Aptos Display" panose="020B0004020202020204" pitchFamily="34" charset="0"/>
                <a:cs typeface="Arial" panose="020B0604020202020204" pitchFamily="34" charset="0"/>
              </a:rPr>
              <a:t>merged_total</a:t>
            </a:r>
            <a:endParaRPr lang="en-US" b="1" dirty="0">
              <a:latin typeface="Aptos Display" panose="020B0004020202020204" pitchFamily="34" charset="0"/>
              <a:cs typeface="Arial" panose="020B0604020202020204" pitchFamily="34" charset="0"/>
            </a:endParaRPr>
          </a:p>
        </p:txBody>
      </p:sp>
      <p:sp>
        <p:nvSpPr>
          <p:cNvPr id="12" name="TextBox 11">
            <a:extLst>
              <a:ext uri="{FF2B5EF4-FFF2-40B4-BE49-F238E27FC236}">
                <a16:creationId xmlns:a16="http://schemas.microsoft.com/office/drawing/2014/main" id="{EA049517-BFD4-EF65-C65B-625ACAA4C168}"/>
              </a:ext>
            </a:extLst>
          </p:cNvPr>
          <p:cNvSpPr txBox="1"/>
          <p:nvPr/>
        </p:nvSpPr>
        <p:spPr>
          <a:xfrm>
            <a:off x="6614107" y="2476177"/>
            <a:ext cx="2860240" cy="889154"/>
          </a:xfrm>
          <a:prstGeom prst="rect">
            <a:avLst/>
          </a:prstGeom>
          <a:noFill/>
        </p:spPr>
        <p:txBody>
          <a:bodyPr wrap="square">
            <a:spAutoFit/>
          </a:bodyPr>
          <a:lstStyle/>
          <a:p>
            <a:pPr marL="285750" indent="-285750">
              <a:lnSpc>
                <a:spcPct val="150000"/>
              </a:lnSpc>
              <a:buFont typeface="Arial" panose="020B0604020202020204" pitchFamily="34" charset="0"/>
              <a:buChar char="•"/>
            </a:pPr>
            <a:r>
              <a:rPr lang="en-US" sz="1800" dirty="0">
                <a:latin typeface="Aptos Display" panose="020B0004020202020204" pitchFamily="34" charset="0"/>
                <a:cs typeface="Arial" panose="020B0604020202020204" pitchFamily="34" charset="0"/>
              </a:rPr>
              <a:t>Keep the original sample structure</a:t>
            </a:r>
          </a:p>
          <a:p>
            <a:pPr marL="285750" indent="-285750">
              <a:lnSpc>
                <a:spcPct val="150000"/>
              </a:lnSpc>
              <a:buFont typeface="Arial" panose="020B0604020202020204" pitchFamily="34" charset="0"/>
              <a:buChar char="•"/>
            </a:pPr>
            <a:r>
              <a:rPr lang="en-US" sz="1800" dirty="0">
                <a:latin typeface="Aptos Display" panose="020B0004020202020204" pitchFamily="34" charset="0"/>
                <a:cs typeface="Arial" panose="020B0604020202020204" pitchFamily="34" charset="0"/>
              </a:rPr>
              <a:t>With a larger sample size</a:t>
            </a:r>
          </a:p>
          <a:p>
            <a:pPr marL="285750" indent="-285750">
              <a:lnSpc>
                <a:spcPct val="150000"/>
              </a:lnSpc>
              <a:buFont typeface="Arial" panose="020B0604020202020204" pitchFamily="34" charset="0"/>
              <a:buChar char="•"/>
            </a:pPr>
            <a:r>
              <a:rPr lang="en-US" sz="1800" dirty="0">
                <a:latin typeface="Aptos Display" panose="020B0004020202020204" pitchFamily="34" charset="0"/>
                <a:cs typeface="Arial" panose="020B0604020202020204" pitchFamily="34" charset="0"/>
              </a:rPr>
              <a:t>With null values</a:t>
            </a:r>
          </a:p>
        </p:txBody>
      </p:sp>
      <p:pic>
        <p:nvPicPr>
          <p:cNvPr id="2" name="Picture 1">
            <a:extLst>
              <a:ext uri="{FF2B5EF4-FFF2-40B4-BE49-F238E27FC236}">
                <a16:creationId xmlns:a16="http://schemas.microsoft.com/office/drawing/2014/main" id="{E70320DC-A643-1A48-0280-E548E81B3B86}"/>
              </a:ext>
            </a:extLst>
          </p:cNvPr>
          <p:cNvPicPr>
            <a:picLocks noChangeAspect="1"/>
          </p:cNvPicPr>
          <p:nvPr/>
        </p:nvPicPr>
        <p:blipFill>
          <a:blip r:embed="rId3"/>
          <a:stretch>
            <a:fillRect/>
          </a:stretch>
        </p:blipFill>
        <p:spPr>
          <a:xfrm>
            <a:off x="928366" y="1386187"/>
            <a:ext cx="3485734" cy="873640"/>
          </a:xfrm>
          <a:prstGeom prst="rect">
            <a:avLst/>
          </a:prstGeom>
        </p:spPr>
      </p:pic>
      <p:grpSp>
        <p:nvGrpSpPr>
          <p:cNvPr id="5" name="Group 4">
            <a:extLst>
              <a:ext uri="{FF2B5EF4-FFF2-40B4-BE49-F238E27FC236}">
                <a16:creationId xmlns:a16="http://schemas.microsoft.com/office/drawing/2014/main" id="{87700408-C9D5-DB47-3659-294865669C64}"/>
              </a:ext>
            </a:extLst>
          </p:cNvPr>
          <p:cNvGrpSpPr/>
          <p:nvPr/>
        </p:nvGrpSpPr>
        <p:grpSpPr>
          <a:xfrm>
            <a:off x="6290122" y="1386187"/>
            <a:ext cx="2632363" cy="781774"/>
            <a:chOff x="6746423" y="2004028"/>
            <a:chExt cx="5300873" cy="1635246"/>
          </a:xfrm>
        </p:grpSpPr>
        <p:pic>
          <p:nvPicPr>
            <p:cNvPr id="7" name="Content Placeholder 6">
              <a:extLst>
                <a:ext uri="{FF2B5EF4-FFF2-40B4-BE49-F238E27FC236}">
                  <a16:creationId xmlns:a16="http://schemas.microsoft.com/office/drawing/2014/main" id="{7DB8A6BC-F09F-DDFF-F0EC-C67CA4DFAEDF}"/>
                </a:ext>
              </a:extLst>
            </p:cNvPr>
            <p:cNvPicPr>
              <a:picLocks noChangeAspect="1"/>
            </p:cNvPicPr>
            <p:nvPr/>
          </p:nvPicPr>
          <p:blipFill>
            <a:blip r:embed="rId4"/>
            <a:stretch>
              <a:fillRect/>
            </a:stretch>
          </p:blipFill>
          <p:spPr>
            <a:xfrm>
              <a:off x="6746423" y="2004028"/>
              <a:ext cx="5300873" cy="1635246"/>
            </a:xfrm>
            <a:prstGeom prst="rect">
              <a:avLst/>
            </a:prstGeom>
          </p:spPr>
        </p:pic>
        <p:sp>
          <p:nvSpPr>
            <p:cNvPr id="14" name="Frame 13">
              <a:extLst>
                <a:ext uri="{FF2B5EF4-FFF2-40B4-BE49-F238E27FC236}">
                  <a16:creationId xmlns:a16="http://schemas.microsoft.com/office/drawing/2014/main" id="{FFC077B6-9B4B-E477-ADFC-28EABBFDED37}"/>
                </a:ext>
              </a:extLst>
            </p:cNvPr>
            <p:cNvSpPr/>
            <p:nvPr/>
          </p:nvSpPr>
          <p:spPr>
            <a:xfrm>
              <a:off x="10278719" y="2109165"/>
              <a:ext cx="1768577" cy="126035"/>
            </a:xfrm>
            <a:prstGeom prst="frame">
              <a:avLst>
                <a:gd name="adj1" fmla="val 695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schemeClr val="tx1"/>
                </a:solidFill>
                <a:latin typeface="Aptos Display" panose="020B0004020202020204" pitchFamily="34" charset="0"/>
              </a:endParaRPr>
            </a:p>
          </p:txBody>
        </p:sp>
        <p:sp>
          <p:nvSpPr>
            <p:cNvPr id="15" name="Frame 14">
              <a:extLst>
                <a:ext uri="{FF2B5EF4-FFF2-40B4-BE49-F238E27FC236}">
                  <a16:creationId xmlns:a16="http://schemas.microsoft.com/office/drawing/2014/main" id="{7E107658-267E-D5CA-0BEE-1D65CDC08F85}"/>
                </a:ext>
              </a:extLst>
            </p:cNvPr>
            <p:cNvSpPr/>
            <p:nvPr/>
          </p:nvSpPr>
          <p:spPr>
            <a:xfrm>
              <a:off x="10278719" y="2424747"/>
              <a:ext cx="1768577" cy="216854"/>
            </a:xfrm>
            <a:prstGeom prst="frame">
              <a:avLst>
                <a:gd name="adj1" fmla="val 6950"/>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schemeClr val="tx1"/>
                </a:solidFill>
                <a:latin typeface="Aptos Display" panose="020B0004020202020204" pitchFamily="34" charset="0"/>
              </a:endParaRPr>
            </a:p>
          </p:txBody>
        </p:sp>
      </p:grpSp>
      <p:sp>
        <p:nvSpPr>
          <p:cNvPr id="16" name="Arrow: Right 15">
            <a:extLst>
              <a:ext uri="{FF2B5EF4-FFF2-40B4-BE49-F238E27FC236}">
                <a16:creationId xmlns:a16="http://schemas.microsoft.com/office/drawing/2014/main" id="{049C81F2-F7E2-DC47-3FD3-0A6BD6D010FE}"/>
              </a:ext>
            </a:extLst>
          </p:cNvPr>
          <p:cNvSpPr/>
          <p:nvPr/>
        </p:nvSpPr>
        <p:spPr>
          <a:xfrm rot="5400000">
            <a:off x="2204953" y="3585975"/>
            <a:ext cx="258917" cy="186473"/>
          </a:xfrm>
          <a:prstGeom prst="rightArrow">
            <a:avLst>
              <a:gd name="adj1" fmla="val 29526"/>
              <a:gd name="adj2"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18" name="TextBox 17">
            <a:extLst>
              <a:ext uri="{FF2B5EF4-FFF2-40B4-BE49-F238E27FC236}">
                <a16:creationId xmlns:a16="http://schemas.microsoft.com/office/drawing/2014/main" id="{8D0CE300-94E0-B6E5-DFA0-E364943EBD31}"/>
              </a:ext>
            </a:extLst>
          </p:cNvPr>
          <p:cNvSpPr txBox="1"/>
          <p:nvPr/>
        </p:nvSpPr>
        <p:spPr>
          <a:xfrm>
            <a:off x="85652" y="3837934"/>
            <a:ext cx="5562600" cy="276999"/>
          </a:xfrm>
          <a:prstGeom prst="rect">
            <a:avLst/>
          </a:prstGeom>
          <a:noFill/>
        </p:spPr>
        <p:txBody>
          <a:bodyPr wrap="square">
            <a:spAutoFit/>
          </a:bodyPr>
          <a:lstStyle/>
          <a:p>
            <a:r>
              <a:rPr lang="en-US" altLang="zh-HK" sz="1800" dirty="0">
                <a:latin typeface="Aptos Display" panose="020B0004020202020204" pitchFamily="34" charset="0"/>
              </a:rPr>
              <a:t>Remove null values ​​and keep the original association between variables</a:t>
            </a:r>
            <a:endParaRPr lang="zh-HK" altLang="en-US" sz="1800" dirty="0">
              <a:latin typeface="Aptos Display" panose="020B0004020202020204" pitchFamily="34" charset="0"/>
            </a:endParaRPr>
          </a:p>
        </p:txBody>
      </p:sp>
      <p:sp>
        <p:nvSpPr>
          <p:cNvPr id="19" name="Arrow: Right 18">
            <a:extLst>
              <a:ext uri="{FF2B5EF4-FFF2-40B4-BE49-F238E27FC236}">
                <a16:creationId xmlns:a16="http://schemas.microsoft.com/office/drawing/2014/main" id="{0C506ECA-8B0E-1F0C-F811-39C803F80B29}"/>
              </a:ext>
            </a:extLst>
          </p:cNvPr>
          <p:cNvSpPr/>
          <p:nvPr/>
        </p:nvSpPr>
        <p:spPr>
          <a:xfrm rot="5400000">
            <a:off x="2204953" y="4365035"/>
            <a:ext cx="258917" cy="186473"/>
          </a:xfrm>
          <a:prstGeom prst="rightArrow">
            <a:avLst>
              <a:gd name="adj1" fmla="val 29526"/>
              <a:gd name="adj2"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20" name="TextBox 19">
            <a:extLst>
              <a:ext uri="{FF2B5EF4-FFF2-40B4-BE49-F238E27FC236}">
                <a16:creationId xmlns:a16="http://schemas.microsoft.com/office/drawing/2014/main" id="{C53DAA2D-AF11-C142-4E0D-BE049D1363A0}"/>
              </a:ext>
            </a:extLst>
          </p:cNvPr>
          <p:cNvSpPr txBox="1"/>
          <p:nvPr/>
        </p:nvSpPr>
        <p:spPr>
          <a:xfrm>
            <a:off x="85652" y="4650475"/>
            <a:ext cx="5562600" cy="276999"/>
          </a:xfrm>
          <a:prstGeom prst="rect">
            <a:avLst/>
          </a:prstGeom>
          <a:noFill/>
        </p:spPr>
        <p:txBody>
          <a:bodyPr wrap="square">
            <a:spAutoFit/>
          </a:bodyPr>
          <a:lstStyle/>
          <a:p>
            <a:r>
              <a:rPr lang="en-US" altLang="zh-HK" sz="1800" dirty="0">
                <a:latin typeface="Aptos Display" panose="020B0004020202020204" pitchFamily="34" charset="0"/>
              </a:rPr>
              <a:t>Remove null values ​​and keep the original association between variables</a:t>
            </a:r>
            <a:endParaRPr lang="zh-HK" altLang="en-US" sz="1800" dirty="0">
              <a:latin typeface="Aptos Display" panose="020B0004020202020204" pitchFamily="34" charset="0"/>
            </a:endParaRPr>
          </a:p>
        </p:txBody>
      </p:sp>
      <p:sp>
        <p:nvSpPr>
          <p:cNvPr id="21" name="Arrow: Right 20">
            <a:extLst>
              <a:ext uri="{FF2B5EF4-FFF2-40B4-BE49-F238E27FC236}">
                <a16:creationId xmlns:a16="http://schemas.microsoft.com/office/drawing/2014/main" id="{C25D0FE5-7904-58C9-BEE5-A74D60A757B5}"/>
              </a:ext>
            </a:extLst>
          </p:cNvPr>
          <p:cNvSpPr/>
          <p:nvPr/>
        </p:nvSpPr>
        <p:spPr>
          <a:xfrm rot="5400000">
            <a:off x="7256826" y="3621554"/>
            <a:ext cx="258917" cy="186473"/>
          </a:xfrm>
          <a:prstGeom prst="rightArrow">
            <a:avLst>
              <a:gd name="adj1" fmla="val 29526"/>
              <a:gd name="adj2" fmla="val 50000"/>
            </a:avLst>
          </a:prstGeom>
          <a:solidFill>
            <a:schemeClr val="bg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24" name="TextBox 23">
            <a:extLst>
              <a:ext uri="{FF2B5EF4-FFF2-40B4-BE49-F238E27FC236}">
                <a16:creationId xmlns:a16="http://schemas.microsoft.com/office/drawing/2014/main" id="{33CA3C71-AB63-704E-8760-2569820DFA9E}"/>
              </a:ext>
            </a:extLst>
          </p:cNvPr>
          <p:cNvSpPr txBox="1"/>
          <p:nvPr/>
        </p:nvSpPr>
        <p:spPr>
          <a:xfrm>
            <a:off x="5531128" y="3913364"/>
            <a:ext cx="4150349" cy="461665"/>
          </a:xfrm>
          <a:prstGeom prst="rect">
            <a:avLst/>
          </a:prstGeom>
          <a:noFill/>
        </p:spPr>
        <p:txBody>
          <a:bodyPr wrap="square">
            <a:spAutoFit/>
          </a:bodyPr>
          <a:lstStyle/>
          <a:p>
            <a:r>
              <a:rPr lang="en-US" altLang="zh-HK" sz="1800" dirty="0">
                <a:latin typeface="Aptos Display" panose="020B0004020202020204" pitchFamily="34" charset="0"/>
              </a:rPr>
              <a:t>Random forests require a large number of samples to build a robust decision tree</a:t>
            </a:r>
          </a:p>
        </p:txBody>
      </p:sp>
    </p:spTree>
    <p:extLst>
      <p:ext uri="{BB962C8B-B14F-4D97-AF65-F5344CB8AC3E}">
        <p14:creationId xmlns:p14="http://schemas.microsoft.com/office/powerpoint/2010/main" val="4062491156"/>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EFE6EA29-8067-A2B2-F1A4-C87295BA6372}"/>
            </a:ext>
          </a:extLst>
        </p:cNvPr>
        <p:cNvGrpSpPr/>
        <p:nvPr/>
      </p:nvGrpSpPr>
      <p:grpSpPr>
        <a:xfrm>
          <a:off x="0" y="0"/>
          <a:ext cx="0" cy="0"/>
          <a:chOff x="0" y="0"/>
          <a:chExt cx="0" cy="0"/>
        </a:xfrm>
      </p:grpSpPr>
      <p:sp>
        <p:nvSpPr>
          <p:cNvPr id="32" name="Arrow: Right 31">
            <a:extLst>
              <a:ext uri="{FF2B5EF4-FFF2-40B4-BE49-F238E27FC236}">
                <a16:creationId xmlns:a16="http://schemas.microsoft.com/office/drawing/2014/main" id="{51312172-D6AC-9A5B-2AF5-B7547FF55B4A}"/>
              </a:ext>
            </a:extLst>
          </p:cNvPr>
          <p:cNvSpPr/>
          <p:nvPr/>
        </p:nvSpPr>
        <p:spPr>
          <a:xfrm>
            <a:off x="4460638" y="3025000"/>
            <a:ext cx="1006027" cy="1301088"/>
          </a:xfrm>
          <a:prstGeom prst="rightArrow">
            <a:avLst>
              <a:gd name="adj1" fmla="val 75000"/>
              <a:gd name="adj2" fmla="val 50000"/>
            </a:avLst>
          </a:prstGeom>
          <a:solidFill>
            <a:srgbClr val="D1D8E6"/>
          </a:solidFill>
          <a:ln>
            <a:solidFill>
              <a:schemeClr val="bg1"/>
            </a:solidFill>
          </a:ln>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n-US" dirty="0">
              <a:latin typeface="Aptos Display" panose="020B0004020202020204" pitchFamily="34" charset="0"/>
            </a:endParaRPr>
          </a:p>
        </p:txBody>
      </p:sp>
      <p:sp>
        <p:nvSpPr>
          <p:cNvPr id="30" name="Arrow: Right 29">
            <a:extLst>
              <a:ext uri="{FF2B5EF4-FFF2-40B4-BE49-F238E27FC236}">
                <a16:creationId xmlns:a16="http://schemas.microsoft.com/office/drawing/2014/main" id="{1ED4849F-EB76-2F13-AA3D-E471D10830CC}"/>
              </a:ext>
            </a:extLst>
          </p:cNvPr>
          <p:cNvSpPr/>
          <p:nvPr/>
        </p:nvSpPr>
        <p:spPr>
          <a:xfrm>
            <a:off x="4514843" y="1558874"/>
            <a:ext cx="958736" cy="1301088"/>
          </a:xfrm>
          <a:prstGeom prst="rightArrow">
            <a:avLst>
              <a:gd name="adj1" fmla="val 75000"/>
              <a:gd name="adj2" fmla="val 50000"/>
            </a:avLst>
          </a:prstGeom>
          <a:solidFill>
            <a:srgbClr val="D1D8E6"/>
          </a:solidFill>
          <a:ln>
            <a:solidFill>
              <a:schemeClr val="bg1"/>
            </a:solidFill>
          </a:ln>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n-US" dirty="0">
              <a:latin typeface="Aptos Display" panose="020B0004020202020204" pitchFamily="34" charset="0"/>
            </a:endParaRPr>
          </a:p>
        </p:txBody>
      </p:sp>
      <p:grpSp>
        <p:nvGrpSpPr>
          <p:cNvPr id="9" name="Group 8">
            <a:extLst>
              <a:ext uri="{FF2B5EF4-FFF2-40B4-BE49-F238E27FC236}">
                <a16:creationId xmlns:a16="http://schemas.microsoft.com/office/drawing/2014/main" id="{AE3F8D66-8D9A-50BD-0D77-A8F9F4930C6D}"/>
              </a:ext>
            </a:extLst>
          </p:cNvPr>
          <p:cNvGrpSpPr/>
          <p:nvPr/>
        </p:nvGrpSpPr>
        <p:grpSpPr>
          <a:xfrm>
            <a:off x="8145443" y="1527960"/>
            <a:ext cx="1804398" cy="1273169"/>
            <a:chOff x="751542" y="1534868"/>
            <a:chExt cx="1521096" cy="980753"/>
          </a:xfrm>
          <a:solidFill>
            <a:srgbClr val="89C6A3"/>
          </a:solidFill>
        </p:grpSpPr>
        <p:sp>
          <p:nvSpPr>
            <p:cNvPr id="10" name="Rectangle: Rounded Corners 9">
              <a:extLst>
                <a:ext uri="{FF2B5EF4-FFF2-40B4-BE49-F238E27FC236}">
                  <a16:creationId xmlns:a16="http://schemas.microsoft.com/office/drawing/2014/main" id="{4114791E-B441-9038-FAA8-A1B6E0553F52}"/>
                </a:ext>
              </a:extLst>
            </p:cNvPr>
            <p:cNvSpPr/>
            <p:nvPr/>
          </p:nvSpPr>
          <p:spPr>
            <a:xfrm>
              <a:off x="751542" y="1534868"/>
              <a:ext cx="1521096" cy="980753"/>
            </a:xfrm>
            <a:prstGeom prst="round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latin typeface="Aptos Display" panose="020B0004020202020204" pitchFamily="34" charset="0"/>
              </a:endParaRPr>
            </a:p>
          </p:txBody>
        </p:sp>
        <p:sp>
          <p:nvSpPr>
            <p:cNvPr id="12" name="Rectangle: Rounded Corners 4">
              <a:extLst>
                <a:ext uri="{FF2B5EF4-FFF2-40B4-BE49-F238E27FC236}">
                  <a16:creationId xmlns:a16="http://schemas.microsoft.com/office/drawing/2014/main" id="{19930FEB-2C6D-5FE4-5665-14BAD5750C64}"/>
                </a:ext>
              </a:extLst>
            </p:cNvPr>
            <p:cNvSpPr txBox="1"/>
            <p:nvPr/>
          </p:nvSpPr>
          <p:spPr>
            <a:xfrm>
              <a:off x="826758" y="1582743"/>
              <a:ext cx="1375972" cy="870484"/>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71450" tIns="85725" rIns="171450" bIns="85725" numCol="1" spcCol="1270" anchor="ctr" anchorCtr="0">
              <a:noAutofit/>
            </a:bodyPr>
            <a:lstStyle/>
            <a:p>
              <a:pPr marL="0" lvl="0" indent="0" algn="ctr" defTabSz="2000250">
                <a:lnSpc>
                  <a:spcPct val="90000"/>
                </a:lnSpc>
                <a:spcBef>
                  <a:spcPct val="0"/>
                </a:spcBef>
                <a:spcAft>
                  <a:spcPct val="35000"/>
                </a:spcAft>
                <a:buNone/>
              </a:pPr>
              <a:r>
                <a:rPr lang="en-US" sz="1600" b="1" kern="1200" dirty="0">
                  <a:latin typeface="Aptos Display" panose="020B0004020202020204" pitchFamily="34" charset="0"/>
                </a:rPr>
                <a:t>Statistical analysis</a:t>
              </a:r>
            </a:p>
          </p:txBody>
        </p:sp>
      </p:grpSp>
      <p:sp>
        <p:nvSpPr>
          <p:cNvPr id="25" name="Arrow: Right 24">
            <a:extLst>
              <a:ext uri="{FF2B5EF4-FFF2-40B4-BE49-F238E27FC236}">
                <a16:creationId xmlns:a16="http://schemas.microsoft.com/office/drawing/2014/main" id="{F757BDB8-60F9-CCE4-72FF-7F7E20D60C7D}"/>
              </a:ext>
            </a:extLst>
          </p:cNvPr>
          <p:cNvSpPr/>
          <p:nvPr/>
        </p:nvSpPr>
        <p:spPr>
          <a:xfrm>
            <a:off x="7139416" y="1493277"/>
            <a:ext cx="1006027" cy="1301088"/>
          </a:xfrm>
          <a:prstGeom prst="rightArrow">
            <a:avLst>
              <a:gd name="adj1" fmla="val 75000"/>
              <a:gd name="adj2" fmla="val 50000"/>
            </a:avLst>
          </a:prstGeom>
          <a:solidFill>
            <a:srgbClr val="89C6A3"/>
          </a:solidFill>
          <a:ln>
            <a:solidFill>
              <a:schemeClr val="bg1"/>
            </a:solidFill>
          </a:ln>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n-US" dirty="0">
              <a:latin typeface="Aptos Display" panose="020B0004020202020204" pitchFamily="34" charset="0"/>
            </a:endParaRPr>
          </a:p>
        </p:txBody>
      </p:sp>
      <p:grpSp>
        <p:nvGrpSpPr>
          <p:cNvPr id="74" name="Group 73">
            <a:extLst>
              <a:ext uri="{FF2B5EF4-FFF2-40B4-BE49-F238E27FC236}">
                <a16:creationId xmlns:a16="http://schemas.microsoft.com/office/drawing/2014/main" id="{373F39E8-DB1D-37E9-2959-9155BE083A48}"/>
              </a:ext>
            </a:extLst>
          </p:cNvPr>
          <p:cNvGrpSpPr/>
          <p:nvPr/>
        </p:nvGrpSpPr>
        <p:grpSpPr>
          <a:xfrm>
            <a:off x="2912123" y="1337990"/>
            <a:ext cx="1804398" cy="3181059"/>
            <a:chOff x="751542" y="1534868"/>
            <a:chExt cx="1521096" cy="980753"/>
          </a:xfrm>
          <a:solidFill>
            <a:srgbClr val="D1D8E6"/>
          </a:solidFill>
        </p:grpSpPr>
        <p:sp>
          <p:nvSpPr>
            <p:cNvPr id="75" name="Rectangle: Rounded Corners 74">
              <a:extLst>
                <a:ext uri="{FF2B5EF4-FFF2-40B4-BE49-F238E27FC236}">
                  <a16:creationId xmlns:a16="http://schemas.microsoft.com/office/drawing/2014/main" id="{07CCECB3-8314-7867-28B2-82D08C30372C}"/>
                </a:ext>
              </a:extLst>
            </p:cNvPr>
            <p:cNvSpPr/>
            <p:nvPr/>
          </p:nvSpPr>
          <p:spPr>
            <a:xfrm>
              <a:off x="751542" y="1534868"/>
              <a:ext cx="1521096" cy="980753"/>
            </a:xfrm>
            <a:prstGeom prst="round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latin typeface="Aptos Display" panose="020B0004020202020204" pitchFamily="34" charset="0"/>
              </a:endParaRPr>
            </a:p>
          </p:txBody>
        </p:sp>
        <p:sp>
          <p:nvSpPr>
            <p:cNvPr id="76" name="Rectangle: Rounded Corners 4">
              <a:extLst>
                <a:ext uri="{FF2B5EF4-FFF2-40B4-BE49-F238E27FC236}">
                  <a16:creationId xmlns:a16="http://schemas.microsoft.com/office/drawing/2014/main" id="{16655696-8C99-920A-91D7-1F9F38025D90}"/>
                </a:ext>
              </a:extLst>
            </p:cNvPr>
            <p:cNvSpPr txBox="1"/>
            <p:nvPr/>
          </p:nvSpPr>
          <p:spPr>
            <a:xfrm>
              <a:off x="800415" y="1582744"/>
              <a:ext cx="1423350" cy="88500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71450" tIns="85725" rIns="171450" bIns="85725" numCol="1" spcCol="1270" anchor="ctr" anchorCtr="0">
              <a:noAutofit/>
            </a:bodyPr>
            <a:lstStyle/>
            <a:p>
              <a:pPr marL="0" lvl="0" indent="0" algn="ctr" defTabSz="2000250">
                <a:lnSpc>
                  <a:spcPct val="90000"/>
                </a:lnSpc>
                <a:spcBef>
                  <a:spcPct val="0"/>
                </a:spcBef>
                <a:spcAft>
                  <a:spcPct val="35000"/>
                </a:spcAft>
                <a:buNone/>
              </a:pPr>
              <a:endParaRPr lang="en-US" sz="4500" kern="1200" dirty="0">
                <a:latin typeface="Aptos Display" panose="020B0004020202020204" pitchFamily="34" charset="0"/>
              </a:endParaRPr>
            </a:p>
          </p:txBody>
        </p:sp>
        <p:sp>
          <p:nvSpPr>
            <p:cNvPr id="77" name="Rectangle: Rounded Corners 4">
              <a:extLst>
                <a:ext uri="{FF2B5EF4-FFF2-40B4-BE49-F238E27FC236}">
                  <a16:creationId xmlns:a16="http://schemas.microsoft.com/office/drawing/2014/main" id="{0A9D2B03-E84F-5100-C80E-8A76AD0FB313}"/>
                </a:ext>
              </a:extLst>
            </p:cNvPr>
            <p:cNvSpPr txBox="1"/>
            <p:nvPr/>
          </p:nvSpPr>
          <p:spPr>
            <a:xfrm>
              <a:off x="800415" y="1582745"/>
              <a:ext cx="1423350" cy="88500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71450" tIns="85725" rIns="171450" bIns="85725" numCol="1" spcCol="1270" anchor="ctr" anchorCtr="0">
              <a:noAutofit/>
            </a:bodyPr>
            <a:lstStyle/>
            <a:p>
              <a:pPr marL="0" lvl="0" indent="0" algn="ctr" defTabSz="2000250">
                <a:lnSpc>
                  <a:spcPct val="90000"/>
                </a:lnSpc>
                <a:spcBef>
                  <a:spcPct val="0"/>
                </a:spcBef>
                <a:spcAft>
                  <a:spcPct val="35000"/>
                </a:spcAft>
                <a:buNone/>
              </a:pPr>
              <a:r>
                <a:rPr lang="en-US" sz="1600" b="1" kern="1200" dirty="0">
                  <a:solidFill>
                    <a:schemeClr val="bg1"/>
                  </a:solidFill>
                  <a:latin typeface="Aptos Display" panose="020B0004020202020204" pitchFamily="34" charset="0"/>
                </a:rPr>
                <a:t>Data Cleaning</a:t>
              </a:r>
            </a:p>
          </p:txBody>
        </p:sp>
      </p:grpSp>
      <p:grpSp>
        <p:nvGrpSpPr>
          <p:cNvPr id="13" name="Group 12">
            <a:extLst>
              <a:ext uri="{FF2B5EF4-FFF2-40B4-BE49-F238E27FC236}">
                <a16:creationId xmlns:a16="http://schemas.microsoft.com/office/drawing/2014/main" id="{837225DA-3A62-1ECE-69B0-DAE1B2473B26}"/>
              </a:ext>
            </a:extLst>
          </p:cNvPr>
          <p:cNvGrpSpPr/>
          <p:nvPr/>
        </p:nvGrpSpPr>
        <p:grpSpPr>
          <a:xfrm>
            <a:off x="8145443" y="3025000"/>
            <a:ext cx="1804398" cy="1273169"/>
            <a:chOff x="751542" y="1534868"/>
            <a:chExt cx="1521096" cy="980753"/>
          </a:xfrm>
          <a:solidFill>
            <a:srgbClr val="C689AC"/>
          </a:solidFill>
        </p:grpSpPr>
        <p:sp>
          <p:nvSpPr>
            <p:cNvPr id="14" name="Rectangle: Rounded Corners 13">
              <a:extLst>
                <a:ext uri="{FF2B5EF4-FFF2-40B4-BE49-F238E27FC236}">
                  <a16:creationId xmlns:a16="http://schemas.microsoft.com/office/drawing/2014/main" id="{117FAAC6-406F-8074-146B-CB3CCDC3ECEF}"/>
                </a:ext>
              </a:extLst>
            </p:cNvPr>
            <p:cNvSpPr/>
            <p:nvPr/>
          </p:nvSpPr>
          <p:spPr>
            <a:xfrm>
              <a:off x="751542" y="1534868"/>
              <a:ext cx="1521096" cy="980753"/>
            </a:xfrm>
            <a:prstGeom prst="round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latin typeface="Aptos Display" panose="020B0004020202020204" pitchFamily="34" charset="0"/>
              </a:endParaRPr>
            </a:p>
          </p:txBody>
        </p:sp>
        <p:sp>
          <p:nvSpPr>
            <p:cNvPr id="16" name="Rectangle: Rounded Corners 4">
              <a:extLst>
                <a:ext uri="{FF2B5EF4-FFF2-40B4-BE49-F238E27FC236}">
                  <a16:creationId xmlns:a16="http://schemas.microsoft.com/office/drawing/2014/main" id="{56FA7B40-15C8-AAAE-7EEE-0E6BED2EA4B5}"/>
                </a:ext>
              </a:extLst>
            </p:cNvPr>
            <p:cNvSpPr txBox="1"/>
            <p:nvPr/>
          </p:nvSpPr>
          <p:spPr>
            <a:xfrm>
              <a:off x="830716" y="1582744"/>
              <a:ext cx="1363494" cy="885002"/>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71450" tIns="85725" rIns="171450" bIns="85725" numCol="1" spcCol="1270" anchor="ctr" anchorCtr="0">
              <a:noAutofit/>
            </a:bodyPr>
            <a:lstStyle/>
            <a:p>
              <a:pPr algn="ctr" defTabSz="2000250">
                <a:lnSpc>
                  <a:spcPct val="90000"/>
                </a:lnSpc>
                <a:spcAft>
                  <a:spcPct val="35000"/>
                </a:spcAft>
              </a:pPr>
              <a:r>
                <a:rPr lang="en-US" altLang="zh-HK" sz="1600" b="1" dirty="0">
                  <a:latin typeface="Aptos Display" panose="020B0004020202020204" pitchFamily="34" charset="0"/>
                </a:rPr>
                <a:t>Machine learning model</a:t>
              </a:r>
              <a:endParaRPr lang="en-US" sz="1600" b="1" dirty="0">
                <a:latin typeface="Aptos Display" panose="020B0004020202020204" pitchFamily="34" charset="0"/>
              </a:endParaRPr>
            </a:p>
          </p:txBody>
        </p:sp>
      </p:grpSp>
      <p:sp>
        <p:nvSpPr>
          <p:cNvPr id="3" name="Text Placeholder 2">
            <a:extLst>
              <a:ext uri="{FF2B5EF4-FFF2-40B4-BE49-F238E27FC236}">
                <a16:creationId xmlns:a16="http://schemas.microsoft.com/office/drawing/2014/main" id="{FC21D330-7AA5-2544-B680-09A031B486C4}"/>
              </a:ext>
            </a:extLst>
          </p:cNvPr>
          <p:cNvSpPr>
            <a:spLocks noGrp="1"/>
          </p:cNvSpPr>
          <p:nvPr>
            <p:ph type="body" sz="quarter" idx="32"/>
          </p:nvPr>
        </p:nvSpPr>
        <p:spPr>
          <a:xfrm>
            <a:off x="1445497" y="380401"/>
            <a:ext cx="6891679" cy="365777"/>
          </a:xfrm>
        </p:spPr>
        <p:txBody>
          <a:bodyPr/>
          <a:lstStyle/>
          <a:p>
            <a:r>
              <a:rPr lang="en-US" sz="2800" dirty="0">
                <a:latin typeface="Aptos Display" panose="020B0004020202020204" pitchFamily="34" charset="0"/>
              </a:rPr>
              <a:t>Data Cleaning - Result</a:t>
            </a:r>
          </a:p>
        </p:txBody>
      </p:sp>
      <p:sp>
        <p:nvSpPr>
          <p:cNvPr id="57" name="Arrow: Right 56">
            <a:extLst>
              <a:ext uri="{FF2B5EF4-FFF2-40B4-BE49-F238E27FC236}">
                <a16:creationId xmlns:a16="http://schemas.microsoft.com/office/drawing/2014/main" id="{16227DBA-F766-6A9A-E390-A58F76AA7694}"/>
              </a:ext>
            </a:extLst>
          </p:cNvPr>
          <p:cNvSpPr/>
          <p:nvPr/>
        </p:nvSpPr>
        <p:spPr>
          <a:xfrm>
            <a:off x="7139416" y="2997081"/>
            <a:ext cx="1006027" cy="1301088"/>
          </a:xfrm>
          <a:prstGeom prst="rightArrow">
            <a:avLst>
              <a:gd name="adj1" fmla="val 75000"/>
              <a:gd name="adj2" fmla="val 50000"/>
            </a:avLst>
          </a:prstGeom>
          <a:solidFill>
            <a:srgbClr val="C689AC"/>
          </a:solidFill>
          <a:ln>
            <a:solidFill>
              <a:schemeClr val="bg1"/>
            </a:solidFill>
          </a:ln>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n-US" dirty="0">
              <a:latin typeface="Aptos Display" panose="020B0004020202020204" pitchFamily="34" charset="0"/>
            </a:endParaRPr>
          </a:p>
        </p:txBody>
      </p:sp>
      <p:grpSp>
        <p:nvGrpSpPr>
          <p:cNvPr id="71" name="Group 70">
            <a:extLst>
              <a:ext uri="{FF2B5EF4-FFF2-40B4-BE49-F238E27FC236}">
                <a16:creationId xmlns:a16="http://schemas.microsoft.com/office/drawing/2014/main" id="{86789C75-3FDE-B908-A87E-9A0761DEC831}"/>
              </a:ext>
            </a:extLst>
          </p:cNvPr>
          <p:cNvGrpSpPr/>
          <p:nvPr/>
        </p:nvGrpSpPr>
        <p:grpSpPr>
          <a:xfrm>
            <a:off x="5504827" y="1545194"/>
            <a:ext cx="1804399" cy="1301088"/>
            <a:chOff x="751542" y="1534868"/>
            <a:chExt cx="1521096" cy="980753"/>
          </a:xfrm>
          <a:solidFill>
            <a:srgbClr val="89C6A3"/>
          </a:solidFill>
        </p:grpSpPr>
        <p:sp>
          <p:nvSpPr>
            <p:cNvPr id="48" name="Rectangle: Rounded Corners 47">
              <a:extLst>
                <a:ext uri="{FF2B5EF4-FFF2-40B4-BE49-F238E27FC236}">
                  <a16:creationId xmlns:a16="http://schemas.microsoft.com/office/drawing/2014/main" id="{E92504A2-B1A4-BA27-2F80-16832961C6EA}"/>
                </a:ext>
              </a:extLst>
            </p:cNvPr>
            <p:cNvSpPr/>
            <p:nvPr/>
          </p:nvSpPr>
          <p:spPr>
            <a:xfrm>
              <a:off x="751542" y="1534868"/>
              <a:ext cx="1521096" cy="980753"/>
            </a:xfrm>
            <a:prstGeom prst="round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latin typeface="Aptos Display" panose="020B0004020202020204" pitchFamily="34" charset="0"/>
              </a:endParaRPr>
            </a:p>
          </p:txBody>
        </p:sp>
        <p:sp>
          <p:nvSpPr>
            <p:cNvPr id="50" name="Rectangle: Rounded Corners 4">
              <a:extLst>
                <a:ext uri="{FF2B5EF4-FFF2-40B4-BE49-F238E27FC236}">
                  <a16:creationId xmlns:a16="http://schemas.microsoft.com/office/drawing/2014/main" id="{6E0EEF8A-3DD7-7BB7-7B4E-3F036D679803}"/>
                </a:ext>
              </a:extLst>
            </p:cNvPr>
            <p:cNvSpPr txBox="1"/>
            <p:nvPr/>
          </p:nvSpPr>
          <p:spPr>
            <a:xfrm>
              <a:off x="800415" y="1582744"/>
              <a:ext cx="1423350" cy="885001"/>
            </a:xfrm>
            <a:prstGeom prst="rect">
              <a:avLst/>
            </a:prstGeom>
            <a:grpFill/>
          </p:spPr>
          <p:style>
            <a:lnRef idx="0">
              <a:scrgbClr r="0" g="0" b="0"/>
            </a:lnRef>
            <a:fillRef idx="0">
              <a:scrgbClr r="0" g="0" b="0"/>
            </a:fillRef>
            <a:effectRef idx="0">
              <a:scrgbClr r="0" g="0" b="0"/>
            </a:effectRef>
            <a:fontRef idx="minor">
              <a:schemeClr val="lt1"/>
            </a:fontRef>
          </p:style>
          <p:txBody>
            <a:bodyPr spcFirstLastPara="0" vert="horz" wrap="square" lIns="171450" tIns="85725" rIns="171450" bIns="85725" numCol="1" spcCol="1270" anchor="ctr" anchorCtr="0">
              <a:noAutofit/>
            </a:bodyPr>
            <a:lstStyle/>
            <a:p>
              <a:pPr marL="0" lvl="0" indent="0" algn="ctr" defTabSz="2000250">
                <a:lnSpc>
                  <a:spcPct val="90000"/>
                </a:lnSpc>
                <a:spcBef>
                  <a:spcPct val="0"/>
                </a:spcBef>
                <a:spcAft>
                  <a:spcPct val="35000"/>
                </a:spcAft>
                <a:buNone/>
              </a:pPr>
              <a:endParaRPr lang="en-US" sz="4500" kern="1200" dirty="0">
                <a:latin typeface="Aptos Display" panose="020B0004020202020204" pitchFamily="34" charset="0"/>
              </a:endParaRPr>
            </a:p>
          </p:txBody>
        </p:sp>
      </p:grpSp>
      <p:sp>
        <p:nvSpPr>
          <p:cNvPr id="58" name="Rectangle: Rounded Corners 57">
            <a:extLst>
              <a:ext uri="{FF2B5EF4-FFF2-40B4-BE49-F238E27FC236}">
                <a16:creationId xmlns:a16="http://schemas.microsoft.com/office/drawing/2014/main" id="{ADEB6293-A6B5-6575-7AE7-9FA7969AF377}"/>
              </a:ext>
            </a:extLst>
          </p:cNvPr>
          <p:cNvSpPr/>
          <p:nvPr/>
        </p:nvSpPr>
        <p:spPr>
          <a:xfrm>
            <a:off x="5504827" y="2997082"/>
            <a:ext cx="1804399" cy="1301088"/>
          </a:xfrm>
          <a:prstGeom prst="roundRect">
            <a:avLst/>
          </a:prstGeom>
          <a:solidFill>
            <a:srgbClr val="C689AC"/>
          </a:solid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latin typeface="Aptos Display" panose="020B0004020202020204" pitchFamily="34" charset="0"/>
            </a:endParaRPr>
          </a:p>
        </p:txBody>
      </p:sp>
      <p:sp>
        <p:nvSpPr>
          <p:cNvPr id="5" name="Rectangle 4">
            <a:extLst>
              <a:ext uri="{FF2B5EF4-FFF2-40B4-BE49-F238E27FC236}">
                <a16:creationId xmlns:a16="http://schemas.microsoft.com/office/drawing/2014/main" id="{540BAE93-AD4D-D426-D611-A1C734C69E7A}"/>
              </a:ext>
            </a:extLst>
          </p:cNvPr>
          <p:cNvSpPr/>
          <p:nvPr/>
        </p:nvSpPr>
        <p:spPr>
          <a:xfrm>
            <a:off x="5581151" y="3093235"/>
            <a:ext cx="1652185" cy="1109567"/>
          </a:xfrm>
          <a:prstGeom prst="rect">
            <a:avLst/>
          </a:prstGeom>
          <a:solidFill>
            <a:srgbClr val="C689AC"/>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err="1">
                <a:solidFill>
                  <a:schemeClr val="bg1"/>
                </a:solidFill>
                <a:latin typeface="Aptos Display" panose="020B0004020202020204" pitchFamily="34" charset="0"/>
                <a:cs typeface="Arial" panose="020B0604020202020204" pitchFamily="34" charset="0"/>
              </a:rPr>
              <a:t>merged_total</a:t>
            </a:r>
            <a:endParaRPr lang="en-US" sz="1600" b="1" dirty="0">
              <a:solidFill>
                <a:schemeClr val="bg1"/>
              </a:solidFill>
              <a:latin typeface="Aptos Display" panose="020B0004020202020204" pitchFamily="34" charset="0"/>
              <a:cs typeface="Arial" panose="020B0604020202020204" pitchFamily="34" charset="0"/>
            </a:endParaRPr>
          </a:p>
        </p:txBody>
      </p:sp>
      <p:sp>
        <p:nvSpPr>
          <p:cNvPr id="6" name="Rectangle 5">
            <a:extLst>
              <a:ext uri="{FF2B5EF4-FFF2-40B4-BE49-F238E27FC236}">
                <a16:creationId xmlns:a16="http://schemas.microsoft.com/office/drawing/2014/main" id="{7D9AC4F3-E497-6470-A3BC-9E43EA9AFDA0}"/>
              </a:ext>
            </a:extLst>
          </p:cNvPr>
          <p:cNvSpPr/>
          <p:nvPr/>
        </p:nvSpPr>
        <p:spPr>
          <a:xfrm>
            <a:off x="5581152" y="1636623"/>
            <a:ext cx="1652182" cy="1146146"/>
          </a:xfrm>
          <a:prstGeom prst="rect">
            <a:avLst/>
          </a:prstGeom>
          <a:solidFill>
            <a:srgbClr val="89C6A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err="1">
                <a:solidFill>
                  <a:schemeClr val="bg1"/>
                </a:solidFill>
                <a:latin typeface="Aptos Display" panose="020B0004020202020204" pitchFamily="34" charset="0"/>
                <a:cs typeface="Arial" panose="020B0604020202020204" pitchFamily="34" charset="0"/>
              </a:rPr>
              <a:t>complete_df_total</a:t>
            </a:r>
            <a:endParaRPr lang="en-US" sz="1600" b="1" dirty="0">
              <a:solidFill>
                <a:schemeClr val="bg1"/>
              </a:solidFill>
              <a:latin typeface="Aptos Display" panose="020B0004020202020204" pitchFamily="34" charset="0"/>
              <a:cs typeface="Arial" panose="020B0604020202020204" pitchFamily="34" charset="0"/>
            </a:endParaRPr>
          </a:p>
        </p:txBody>
      </p:sp>
      <p:grpSp>
        <p:nvGrpSpPr>
          <p:cNvPr id="31" name="Group 30">
            <a:extLst>
              <a:ext uri="{FF2B5EF4-FFF2-40B4-BE49-F238E27FC236}">
                <a16:creationId xmlns:a16="http://schemas.microsoft.com/office/drawing/2014/main" id="{86E53D60-986A-9BBF-98D5-C51845E4A87E}"/>
              </a:ext>
            </a:extLst>
          </p:cNvPr>
          <p:cNvGrpSpPr/>
          <p:nvPr/>
        </p:nvGrpSpPr>
        <p:grpSpPr>
          <a:xfrm>
            <a:off x="282005" y="2277977"/>
            <a:ext cx="2640616" cy="1301089"/>
            <a:chOff x="584031" y="2206955"/>
            <a:chExt cx="2640616" cy="1301089"/>
          </a:xfrm>
        </p:grpSpPr>
        <p:grpSp>
          <p:nvGrpSpPr>
            <p:cNvPr id="24" name="Group 23">
              <a:extLst>
                <a:ext uri="{FF2B5EF4-FFF2-40B4-BE49-F238E27FC236}">
                  <a16:creationId xmlns:a16="http://schemas.microsoft.com/office/drawing/2014/main" id="{9B09BC29-03A1-6CF5-BEE3-4345C6C29CC2}"/>
                </a:ext>
              </a:extLst>
            </p:cNvPr>
            <p:cNvGrpSpPr/>
            <p:nvPr/>
          </p:nvGrpSpPr>
          <p:grpSpPr>
            <a:xfrm>
              <a:off x="584031" y="2206955"/>
              <a:ext cx="2640616" cy="1301089"/>
              <a:chOff x="945286" y="2259453"/>
              <a:chExt cx="2640616" cy="1301089"/>
            </a:xfrm>
            <a:solidFill>
              <a:srgbClr val="A389C6"/>
            </a:solidFill>
          </p:grpSpPr>
          <p:sp>
            <p:nvSpPr>
              <p:cNvPr id="22" name="Arrow: Right 21">
                <a:extLst>
                  <a:ext uri="{FF2B5EF4-FFF2-40B4-BE49-F238E27FC236}">
                    <a16:creationId xmlns:a16="http://schemas.microsoft.com/office/drawing/2014/main" id="{19740747-B520-107B-EF23-94696AD59E2E}"/>
                  </a:ext>
                </a:extLst>
              </p:cNvPr>
              <p:cNvSpPr/>
              <p:nvPr/>
            </p:nvSpPr>
            <p:spPr>
              <a:xfrm>
                <a:off x="2579875" y="2259453"/>
                <a:ext cx="1006027" cy="1301088"/>
              </a:xfrm>
              <a:prstGeom prst="rightArrow">
                <a:avLst>
                  <a:gd name="adj1" fmla="val 75000"/>
                  <a:gd name="adj2" fmla="val 50000"/>
                </a:avLst>
              </a:prstGeom>
              <a:grpFill/>
              <a:ln>
                <a:solidFill>
                  <a:schemeClr val="bg1"/>
                </a:solidFill>
              </a:ln>
            </p:spPr>
            <p:style>
              <a:lnRef idx="2">
                <a:schemeClr val="accent1">
                  <a:alpha val="90000"/>
                  <a:tint val="40000"/>
                  <a:hueOff val="0"/>
                  <a:satOff val="0"/>
                  <a:lumOff val="0"/>
                  <a:alphaOff val="0"/>
                </a:schemeClr>
              </a:lnRef>
              <a:fillRef idx="1">
                <a:scrgbClr r="0" g="0" b="0"/>
              </a:fillRef>
              <a:effectRef idx="0">
                <a:schemeClr val="accent1">
                  <a:alpha val="90000"/>
                  <a:tint val="40000"/>
                  <a:hueOff val="0"/>
                  <a:satOff val="0"/>
                  <a:lumOff val="0"/>
                  <a:alphaOff val="0"/>
                </a:schemeClr>
              </a:effectRef>
              <a:fontRef idx="minor">
                <a:schemeClr val="dk1">
                  <a:hueOff val="0"/>
                  <a:satOff val="0"/>
                  <a:lumOff val="0"/>
                  <a:alphaOff val="0"/>
                </a:schemeClr>
              </a:fontRef>
            </p:style>
            <p:txBody>
              <a:bodyPr/>
              <a:lstStyle/>
              <a:p>
                <a:endParaRPr lang="en-US" dirty="0">
                  <a:latin typeface="Aptos Display" panose="020B0004020202020204" pitchFamily="34" charset="0"/>
                </a:endParaRPr>
              </a:p>
            </p:txBody>
          </p:sp>
          <p:sp>
            <p:nvSpPr>
              <p:cNvPr id="23" name="Rectangle: Rounded Corners 22">
                <a:extLst>
                  <a:ext uri="{FF2B5EF4-FFF2-40B4-BE49-F238E27FC236}">
                    <a16:creationId xmlns:a16="http://schemas.microsoft.com/office/drawing/2014/main" id="{4389665A-0618-7DA6-FD30-E2238ADA8C2C}"/>
                  </a:ext>
                </a:extLst>
              </p:cNvPr>
              <p:cNvSpPr/>
              <p:nvPr/>
            </p:nvSpPr>
            <p:spPr>
              <a:xfrm>
                <a:off x="945286" y="2259454"/>
                <a:ext cx="1804399" cy="1301088"/>
              </a:xfrm>
              <a:prstGeom prst="roundRect">
                <a:avLst/>
              </a:prstGeom>
              <a:grpFill/>
            </p:spPr>
            <p:style>
              <a:lnRef idx="2">
                <a:schemeClr val="lt1">
                  <a:hueOff val="0"/>
                  <a:satOff val="0"/>
                  <a:lumOff val="0"/>
                  <a:alphaOff val="0"/>
                </a:schemeClr>
              </a:lnRef>
              <a:fillRef idx="1">
                <a:scrgbClr r="0" g="0" b="0"/>
              </a:fillRef>
              <a:effectRef idx="0">
                <a:schemeClr val="accent1">
                  <a:hueOff val="0"/>
                  <a:satOff val="0"/>
                  <a:lumOff val="0"/>
                  <a:alphaOff val="0"/>
                </a:schemeClr>
              </a:effectRef>
              <a:fontRef idx="minor">
                <a:schemeClr val="lt1"/>
              </a:fontRef>
            </p:style>
            <p:txBody>
              <a:bodyPr/>
              <a:lstStyle/>
              <a:p>
                <a:endParaRPr lang="en-US" dirty="0">
                  <a:latin typeface="Aptos Display" panose="020B0004020202020204" pitchFamily="34" charset="0"/>
                </a:endParaRPr>
              </a:p>
            </p:txBody>
          </p:sp>
        </p:grpSp>
        <p:sp>
          <p:nvSpPr>
            <p:cNvPr id="27" name="Rectangle 26">
              <a:extLst>
                <a:ext uri="{FF2B5EF4-FFF2-40B4-BE49-F238E27FC236}">
                  <a16:creationId xmlns:a16="http://schemas.microsoft.com/office/drawing/2014/main" id="{236ADB27-F24A-F3F0-3E5C-5AC1A7F5764F}"/>
                </a:ext>
              </a:extLst>
            </p:cNvPr>
            <p:cNvSpPr/>
            <p:nvPr/>
          </p:nvSpPr>
          <p:spPr>
            <a:xfrm>
              <a:off x="648422" y="2302715"/>
              <a:ext cx="1652185" cy="1109567"/>
            </a:xfrm>
            <a:prstGeom prst="rect">
              <a:avLst/>
            </a:prstGeom>
            <a:solidFill>
              <a:srgbClr val="A389C6"/>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sz="1600" b="1" dirty="0">
                  <a:solidFill>
                    <a:schemeClr val="bg1"/>
                  </a:solidFill>
                  <a:latin typeface="Aptos Display" panose="020B0004020202020204" pitchFamily="34" charset="0"/>
                  <a:cs typeface="Arial" panose="020B0604020202020204" pitchFamily="34" charset="0"/>
                </a:rPr>
                <a:t>Raw Data</a:t>
              </a:r>
            </a:p>
          </p:txBody>
        </p:sp>
      </p:grpSp>
      <p:sp>
        <p:nvSpPr>
          <p:cNvPr id="34" name="TextBox 33">
            <a:extLst>
              <a:ext uri="{FF2B5EF4-FFF2-40B4-BE49-F238E27FC236}">
                <a16:creationId xmlns:a16="http://schemas.microsoft.com/office/drawing/2014/main" id="{8EEBC9F6-0C08-3290-FF5F-40E4D7C6DE67}"/>
              </a:ext>
            </a:extLst>
          </p:cNvPr>
          <p:cNvSpPr txBox="1"/>
          <p:nvPr/>
        </p:nvSpPr>
        <p:spPr>
          <a:xfrm>
            <a:off x="257171" y="2302328"/>
            <a:ext cx="387775" cy="338554"/>
          </a:xfrm>
          <a:prstGeom prst="rect">
            <a:avLst/>
          </a:prstGeom>
          <a:noFill/>
        </p:spPr>
        <p:txBody>
          <a:bodyPr wrap="square">
            <a:spAutoFit/>
          </a:bodyPr>
          <a:lstStyle/>
          <a:p>
            <a:r>
              <a:rPr lang="en-US"/>
              <a:t>1️⃣</a:t>
            </a:r>
          </a:p>
        </p:txBody>
      </p:sp>
      <p:sp>
        <p:nvSpPr>
          <p:cNvPr id="36" name="TextBox 35">
            <a:extLst>
              <a:ext uri="{FF2B5EF4-FFF2-40B4-BE49-F238E27FC236}">
                <a16:creationId xmlns:a16="http://schemas.microsoft.com/office/drawing/2014/main" id="{A1F0C37F-33B7-EE28-B2BC-36A89F313CBB}"/>
              </a:ext>
            </a:extLst>
          </p:cNvPr>
          <p:cNvSpPr txBox="1"/>
          <p:nvPr/>
        </p:nvSpPr>
        <p:spPr>
          <a:xfrm>
            <a:off x="2952182" y="1420832"/>
            <a:ext cx="374970" cy="338554"/>
          </a:xfrm>
          <a:prstGeom prst="rect">
            <a:avLst/>
          </a:prstGeom>
          <a:noFill/>
        </p:spPr>
        <p:txBody>
          <a:bodyPr wrap="square">
            <a:spAutoFit/>
          </a:bodyPr>
          <a:lstStyle/>
          <a:p>
            <a:r>
              <a:rPr lang="en-US"/>
              <a:t>2️⃣ </a:t>
            </a:r>
          </a:p>
        </p:txBody>
      </p:sp>
      <p:sp>
        <p:nvSpPr>
          <p:cNvPr id="38" name="TextBox 37">
            <a:extLst>
              <a:ext uri="{FF2B5EF4-FFF2-40B4-BE49-F238E27FC236}">
                <a16:creationId xmlns:a16="http://schemas.microsoft.com/office/drawing/2014/main" id="{87440E67-E8DA-0AFB-0CF4-836C897C1E48}"/>
              </a:ext>
            </a:extLst>
          </p:cNvPr>
          <p:cNvSpPr txBox="1"/>
          <p:nvPr/>
        </p:nvSpPr>
        <p:spPr>
          <a:xfrm>
            <a:off x="5494763" y="1636623"/>
            <a:ext cx="397091" cy="338554"/>
          </a:xfrm>
          <a:prstGeom prst="rect">
            <a:avLst/>
          </a:prstGeom>
          <a:noFill/>
        </p:spPr>
        <p:txBody>
          <a:bodyPr wrap="square">
            <a:spAutoFit/>
          </a:bodyPr>
          <a:lstStyle/>
          <a:p>
            <a:r>
              <a:rPr lang="en-US"/>
              <a:t>3️⃣</a:t>
            </a:r>
          </a:p>
        </p:txBody>
      </p:sp>
      <p:sp>
        <p:nvSpPr>
          <p:cNvPr id="39" name="TextBox 38">
            <a:extLst>
              <a:ext uri="{FF2B5EF4-FFF2-40B4-BE49-F238E27FC236}">
                <a16:creationId xmlns:a16="http://schemas.microsoft.com/office/drawing/2014/main" id="{6808AD1A-B706-C9C4-8BDF-6792E0D2DF31}"/>
              </a:ext>
            </a:extLst>
          </p:cNvPr>
          <p:cNvSpPr txBox="1"/>
          <p:nvPr/>
        </p:nvSpPr>
        <p:spPr>
          <a:xfrm>
            <a:off x="5494763" y="3094480"/>
            <a:ext cx="397091" cy="338554"/>
          </a:xfrm>
          <a:prstGeom prst="rect">
            <a:avLst/>
          </a:prstGeom>
          <a:noFill/>
        </p:spPr>
        <p:txBody>
          <a:bodyPr wrap="square">
            <a:spAutoFit/>
          </a:bodyPr>
          <a:lstStyle/>
          <a:p>
            <a:r>
              <a:rPr lang="en-US"/>
              <a:t>3️⃣</a:t>
            </a:r>
          </a:p>
        </p:txBody>
      </p:sp>
    </p:spTree>
    <p:extLst>
      <p:ext uri="{BB962C8B-B14F-4D97-AF65-F5344CB8AC3E}">
        <p14:creationId xmlns:p14="http://schemas.microsoft.com/office/powerpoint/2010/main" val="2614583608"/>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DFB665D2-8AF0-E70D-4A13-00AD890E39D2}"/>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07FFB5E3-BE9B-FBB7-584B-18FB0F003305}"/>
              </a:ext>
            </a:extLst>
          </p:cNvPr>
          <p:cNvSpPr>
            <a:spLocks noGrp="1"/>
          </p:cNvSpPr>
          <p:nvPr>
            <p:ph type="body" sz="quarter" idx="32"/>
          </p:nvPr>
        </p:nvSpPr>
        <p:spPr>
          <a:xfrm>
            <a:off x="1445497" y="380401"/>
            <a:ext cx="6891679" cy="365777"/>
          </a:xfrm>
        </p:spPr>
        <p:txBody>
          <a:bodyPr/>
          <a:lstStyle/>
          <a:p>
            <a:pPr lvl="0" defTabSz="2000250">
              <a:lnSpc>
                <a:spcPct val="90000"/>
              </a:lnSpc>
              <a:spcBef>
                <a:spcPct val="0"/>
              </a:spcBef>
              <a:spcAft>
                <a:spcPct val="35000"/>
              </a:spcAft>
            </a:pPr>
            <a:r>
              <a:rPr lang="en-US" sz="2800" dirty="0"/>
              <a:t>Statistical analysis</a:t>
            </a:r>
          </a:p>
        </p:txBody>
      </p:sp>
      <p:graphicFrame>
        <p:nvGraphicFramePr>
          <p:cNvPr id="7" name="Table 6">
            <a:extLst>
              <a:ext uri="{FF2B5EF4-FFF2-40B4-BE49-F238E27FC236}">
                <a16:creationId xmlns:a16="http://schemas.microsoft.com/office/drawing/2014/main" id="{DD8D2F65-AA15-F2C9-1D52-D4EE88D120BD}"/>
              </a:ext>
            </a:extLst>
          </p:cNvPr>
          <p:cNvGraphicFramePr>
            <a:graphicFrameLocks noGrp="1"/>
          </p:cNvGraphicFramePr>
          <p:nvPr>
            <p:extLst>
              <p:ext uri="{D42A27DB-BD31-4B8C-83A1-F6EECF244321}">
                <p14:modId xmlns:p14="http://schemas.microsoft.com/office/powerpoint/2010/main" val="3081789663"/>
              </p:ext>
            </p:extLst>
          </p:nvPr>
        </p:nvGraphicFramePr>
        <p:xfrm>
          <a:off x="1100831" y="816569"/>
          <a:ext cx="8131946" cy="4247046"/>
        </p:xfrm>
        <a:graphic>
          <a:graphicData uri="http://schemas.openxmlformats.org/drawingml/2006/table">
            <a:tbl>
              <a:tblPr firstRow="1" bandRow="1">
                <a:tableStyleId>{93296810-A885-4BE3-A3E7-6D5BEEA58F35}</a:tableStyleId>
              </a:tblPr>
              <a:tblGrid>
                <a:gridCol w="2455132">
                  <a:extLst>
                    <a:ext uri="{9D8B030D-6E8A-4147-A177-3AD203B41FA5}">
                      <a16:colId xmlns:a16="http://schemas.microsoft.com/office/drawing/2014/main" val="3263096331"/>
                    </a:ext>
                  </a:extLst>
                </a:gridCol>
                <a:gridCol w="5676814">
                  <a:extLst>
                    <a:ext uri="{9D8B030D-6E8A-4147-A177-3AD203B41FA5}">
                      <a16:colId xmlns:a16="http://schemas.microsoft.com/office/drawing/2014/main" val="4089494338"/>
                    </a:ext>
                  </a:extLst>
                </a:gridCol>
              </a:tblGrid>
              <a:tr h="399452">
                <a:tc>
                  <a:txBody>
                    <a:bodyPr/>
                    <a:lstStyle/>
                    <a:p>
                      <a:pPr algn="ctr"/>
                      <a:r>
                        <a:rPr lang="en-US" sz="1800" dirty="0">
                          <a:latin typeface="Aptos Display" panose="020B0004020202020204" pitchFamily="34" charset="0"/>
                        </a:rPr>
                        <a:t>Aspect</a:t>
                      </a:r>
                    </a:p>
                  </a:txBody>
                  <a:tcPr/>
                </a:tc>
                <a:tc>
                  <a:txBody>
                    <a:bodyPr/>
                    <a:lstStyle/>
                    <a:p>
                      <a:pPr algn="ctr"/>
                      <a:r>
                        <a:rPr lang="en-US" sz="1800" dirty="0">
                          <a:latin typeface="Aptos Display" panose="020B0004020202020204" pitchFamily="34" charset="0"/>
                        </a:rPr>
                        <a:t>Details</a:t>
                      </a:r>
                    </a:p>
                  </a:txBody>
                  <a:tcPr/>
                </a:tc>
                <a:extLst>
                  <a:ext uri="{0D108BD9-81ED-4DB2-BD59-A6C34878D82A}">
                    <a16:rowId xmlns:a16="http://schemas.microsoft.com/office/drawing/2014/main" val="3519409410"/>
                  </a:ext>
                </a:extLst>
              </a:tr>
              <a:tr h="1004513">
                <a:tc>
                  <a:txBody>
                    <a:bodyPr/>
                    <a:lstStyle/>
                    <a:p>
                      <a:pPr algn="ctr"/>
                      <a:r>
                        <a:rPr lang="en-US" sz="1200" b="1" dirty="0">
                          <a:latin typeface="Aptos Display" panose="020B0004020202020204" pitchFamily="34" charset="0"/>
                        </a:rPr>
                        <a:t>Key Variable Characteristics</a:t>
                      </a:r>
                    </a:p>
                  </a:txBody>
                  <a:tcPr/>
                </a:tc>
                <a:tc>
                  <a:txBody>
                    <a:bodyPr/>
                    <a:lstStyle/>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050" dirty="0">
                          <a:latin typeface="Aptos Display" panose="020B0004020202020204" pitchFamily="34" charset="0"/>
                        </a:rPr>
                        <a:t>FeedThroat temperature (SD &gt;5.6) and dosing time (SD &gt;1.7) show high variability </a:t>
                      </a:r>
                    </a:p>
                    <a:p>
                      <a:pPr marL="171450" marR="0" lvl="0" indent="-171450" algn="l" defTabSz="914400" rtl="0" eaLnBrk="1" fontAlgn="auto" latinLnBrk="0" hangingPunct="1">
                        <a:lnSpc>
                          <a:spcPct val="150000"/>
                        </a:lnSpc>
                        <a:spcBef>
                          <a:spcPts val="0"/>
                        </a:spcBef>
                        <a:spcAft>
                          <a:spcPts val="0"/>
                        </a:spcAft>
                        <a:buClrTx/>
                        <a:buSzTx/>
                        <a:buFont typeface="Arial" panose="020B0604020202020204" pitchFamily="34" charset="0"/>
                        <a:buChar char="•"/>
                        <a:tabLst/>
                        <a:defRPr/>
                      </a:pPr>
                      <a:r>
                        <a:rPr lang="en-US" sz="1050" dirty="0"/>
                        <a:t>Other input parameters remain stable with low standard deviation (&lt;0.5)</a:t>
                      </a:r>
                    </a:p>
                    <a:p>
                      <a:pPr marL="171450" indent="-171450" algn="l">
                        <a:lnSpc>
                          <a:spcPct val="150000"/>
                        </a:lnSpc>
                        <a:buFont typeface="Arial" panose="020B0604020202020204" pitchFamily="34" charset="0"/>
                        <a:buChar char="•"/>
                      </a:pPr>
                      <a:r>
                        <a:rPr lang="en-US" sz="1050" dirty="0"/>
                        <a:t>Temperature and dosing time ranges (18.6°C, 16.9s) far exceed other parameters (≤2)</a:t>
                      </a:r>
                    </a:p>
                    <a:p>
                      <a:pPr marL="171450" indent="-171450" algn="l">
                        <a:lnSpc>
                          <a:spcPct val="150000"/>
                        </a:lnSpc>
                        <a:buFont typeface="Arial" panose="020B0604020202020204" pitchFamily="34" charset="0"/>
                        <a:buChar char="•"/>
                      </a:pPr>
                      <a:r>
                        <a:rPr lang="en-US" sz="1050" dirty="0"/>
                        <a:t>Data exhibits discrete distribution with limited measurement precision</a:t>
                      </a:r>
                    </a:p>
                  </a:txBody>
                  <a:tcPr/>
                </a:tc>
                <a:extLst>
                  <a:ext uri="{0D108BD9-81ED-4DB2-BD59-A6C34878D82A}">
                    <a16:rowId xmlns:a16="http://schemas.microsoft.com/office/drawing/2014/main" val="2528568410"/>
                  </a:ext>
                </a:extLst>
              </a:tr>
              <a:tr h="1004513">
                <a:tc>
                  <a:txBody>
                    <a:bodyPr/>
                    <a:lstStyle/>
                    <a:p>
                      <a:pPr algn="ctr"/>
                      <a:r>
                        <a:rPr lang="en-US" sz="1200" b="1" dirty="0">
                          <a:latin typeface="Aptos Display" panose="020B0004020202020204" pitchFamily="34" charset="0"/>
                        </a:rPr>
                        <a:t> Correlation Analysis</a:t>
                      </a:r>
                    </a:p>
                  </a:txBody>
                  <a:tcPr/>
                </a:tc>
                <a:tc>
                  <a:txBody>
                    <a:bodyPr/>
                    <a:lstStyle/>
                    <a:p>
                      <a:pPr marL="171450" indent="-171450" algn="l">
                        <a:lnSpc>
                          <a:spcPct val="150000"/>
                        </a:lnSpc>
                        <a:buFont typeface="Arial" panose="020B0604020202020204" pitchFamily="34" charset="0"/>
                        <a:buChar char="•"/>
                      </a:pPr>
                      <a:r>
                        <a:rPr lang="en-US" sz="1050" dirty="0">
                          <a:latin typeface="Aptos Display" panose="020B0004020202020204" pitchFamily="34" charset="0"/>
                        </a:rPr>
                        <a:t>Injection time shows strongest correlation (r=0.61) with product thickness</a:t>
                      </a:r>
                    </a:p>
                    <a:p>
                      <a:pPr marL="171450" indent="-171450" algn="l">
                        <a:lnSpc>
                          <a:spcPct val="150000"/>
                        </a:lnSpc>
                        <a:buFont typeface="Arial" panose="020B0604020202020204" pitchFamily="34" charset="0"/>
                        <a:buChar char="•"/>
                      </a:pPr>
                      <a:r>
                        <a:rPr lang="en-US" sz="1050" dirty="0"/>
                        <a:t>Increased injection time leads to significant thickness increase</a:t>
                      </a:r>
                    </a:p>
                    <a:p>
                      <a:pPr marL="171450" indent="-171450" algn="l">
                        <a:lnSpc>
                          <a:spcPct val="150000"/>
                        </a:lnSpc>
                        <a:buFont typeface="Arial" panose="020B0604020202020204" pitchFamily="34" charset="0"/>
                        <a:buChar char="•"/>
                      </a:pPr>
                      <a:r>
                        <a:rPr lang="en-US" sz="1050" dirty="0"/>
                        <a:t>Pearson correlation reflects average trends between data layers, not detailed structure</a:t>
                      </a:r>
                    </a:p>
                    <a:p>
                      <a:pPr marL="171450" indent="-171450" algn="l">
                        <a:lnSpc>
                          <a:spcPct val="150000"/>
                        </a:lnSpc>
                        <a:buFont typeface="Arial" panose="020B0604020202020204" pitchFamily="34" charset="0"/>
                        <a:buChar char="•"/>
                      </a:pPr>
                      <a:r>
                        <a:rPr lang="en-US" sz="1050" dirty="0"/>
                        <a:t>Spearman correlation recommended for analyzing nonlinear relationships in discrete data</a:t>
                      </a:r>
                    </a:p>
                  </a:txBody>
                  <a:tcPr/>
                </a:tc>
                <a:extLst>
                  <a:ext uri="{0D108BD9-81ED-4DB2-BD59-A6C34878D82A}">
                    <a16:rowId xmlns:a16="http://schemas.microsoft.com/office/drawing/2014/main" val="1645413911"/>
                  </a:ext>
                </a:extLst>
              </a:tr>
              <a:tr h="1004513">
                <a:tc>
                  <a:txBody>
                    <a:bodyPr/>
                    <a:lstStyle/>
                    <a:p>
                      <a:pPr algn="ctr"/>
                      <a:r>
                        <a:rPr lang="en-US" sz="1200" b="1" dirty="0">
                          <a:latin typeface="Aptos Display" panose="020B0004020202020204" pitchFamily="34" charset="0"/>
                        </a:rPr>
                        <a:t>Output Variable Analysis</a:t>
                      </a:r>
                    </a:p>
                  </a:txBody>
                  <a:tcPr/>
                </a:tc>
                <a:tc>
                  <a:txBody>
                    <a:bodyPr/>
                    <a:lstStyle/>
                    <a:p>
                      <a:pPr marL="171450" indent="-171450" algn="l">
                        <a:lnSpc>
                          <a:spcPct val="150000"/>
                        </a:lnSpc>
                        <a:buFont typeface="Arial" panose="020B0604020202020204" pitchFamily="34" charset="0"/>
                        <a:buChar char="•"/>
                      </a:pPr>
                      <a:r>
                        <a:rPr lang="en-US" sz="1050" dirty="0">
                          <a:latin typeface="Aptos Display" panose="020B0004020202020204" pitchFamily="34" charset="0"/>
                        </a:rPr>
                        <a:t>Inner diameter displays consistent output values across measurements</a:t>
                      </a:r>
                    </a:p>
                    <a:p>
                      <a:pPr marL="171450" indent="-171450" algn="l">
                        <a:lnSpc>
                          <a:spcPct val="150000"/>
                        </a:lnSpc>
                        <a:buFont typeface="Arial" panose="020B0604020202020204" pitchFamily="34" charset="0"/>
                        <a:buChar char="•"/>
                      </a:pPr>
                      <a:r>
                        <a:rPr lang="en-US" sz="1050" dirty="0"/>
                        <a:t>Product thickness and outer diameter show small output ranges</a:t>
                      </a:r>
                    </a:p>
                    <a:p>
                      <a:pPr marL="171450" indent="-171450" algn="l">
                        <a:lnSpc>
                          <a:spcPct val="150000"/>
                        </a:lnSpc>
                        <a:buFont typeface="Arial" panose="020B0604020202020204" pitchFamily="34" charset="0"/>
                        <a:buChar char="•"/>
                      </a:pPr>
                      <a:r>
                        <a:rPr lang="en-US" sz="1050" dirty="0"/>
                        <a:t>Kernel density estimation reveals similar distribution patterns across all targets</a:t>
                      </a:r>
                    </a:p>
                    <a:p>
                      <a:pPr marL="171450" indent="-171450" algn="l">
                        <a:lnSpc>
                          <a:spcPct val="150000"/>
                        </a:lnSpc>
                        <a:buFont typeface="Arial" panose="020B0604020202020204" pitchFamily="34" charset="0"/>
                        <a:buChar char="•"/>
                      </a:pPr>
                      <a:r>
                        <a:rPr lang="en-US" sz="1050" dirty="0"/>
                        <a:t>Outliers likely caused by external factors, measurement errors, or data quality issues</a:t>
                      </a:r>
                    </a:p>
                  </a:txBody>
                  <a:tcPr/>
                </a:tc>
                <a:extLst>
                  <a:ext uri="{0D108BD9-81ED-4DB2-BD59-A6C34878D82A}">
                    <a16:rowId xmlns:a16="http://schemas.microsoft.com/office/drawing/2014/main" val="2479614671"/>
                  </a:ext>
                </a:extLst>
              </a:tr>
              <a:tr h="768568">
                <a:tc>
                  <a:txBody>
                    <a:bodyPr/>
                    <a:lstStyle/>
                    <a:p>
                      <a:pPr algn="ctr"/>
                      <a:r>
                        <a:rPr lang="en-US" sz="1200" b="1" dirty="0">
                          <a:latin typeface="Aptos Display" panose="020B0004020202020204" pitchFamily="34" charset="0"/>
                        </a:rPr>
                        <a:t>Data Quality Observations</a:t>
                      </a:r>
                    </a:p>
                  </a:txBody>
                  <a:tcPr/>
                </a:tc>
                <a:tc>
                  <a:txBody>
                    <a:bodyPr/>
                    <a:lstStyle/>
                    <a:p>
                      <a:pPr marL="171450" indent="-171450" algn="l">
                        <a:lnSpc>
                          <a:spcPct val="150000"/>
                        </a:lnSpc>
                        <a:buFont typeface="Arial" panose="020B0604020202020204" pitchFamily="34" charset="0"/>
                        <a:buChar char="•"/>
                      </a:pPr>
                      <a:r>
                        <a:rPr lang="en-US" sz="1050" dirty="0">
                          <a:latin typeface="Aptos Display" panose="020B0004020202020204" pitchFamily="34" charset="0"/>
                        </a:rPr>
                        <a:t>Measurement precision limited to few decimal places (0.01 accuracy)</a:t>
                      </a:r>
                    </a:p>
                    <a:p>
                      <a:pPr marL="171450" indent="-171450" algn="l">
                        <a:lnSpc>
                          <a:spcPct val="150000"/>
                        </a:lnSpc>
                        <a:buFont typeface="Arial" panose="020B0604020202020204" pitchFamily="34" charset="0"/>
                        <a:buChar char="•"/>
                      </a:pPr>
                      <a:r>
                        <a:rPr lang="en-US" sz="1050" dirty="0"/>
                        <a:t>Automatic rounding may convert results to integer values</a:t>
                      </a:r>
                    </a:p>
                    <a:p>
                      <a:pPr marL="171450" indent="-171450" algn="l">
                        <a:lnSpc>
                          <a:spcPct val="150000"/>
                        </a:lnSpc>
                        <a:buFont typeface="Arial" panose="020B0604020202020204" pitchFamily="34" charset="0"/>
                        <a:buChar char="•"/>
                      </a:pPr>
                      <a:r>
                        <a:rPr lang="en-US" sz="1050" dirty="0"/>
                        <a:t>Data concentrates at specific discrete measurement points</a:t>
                      </a:r>
                    </a:p>
                  </a:txBody>
                  <a:tcPr/>
                </a:tc>
                <a:extLst>
                  <a:ext uri="{0D108BD9-81ED-4DB2-BD59-A6C34878D82A}">
                    <a16:rowId xmlns:a16="http://schemas.microsoft.com/office/drawing/2014/main" val="829348305"/>
                  </a:ext>
                </a:extLst>
              </a:tr>
            </a:tbl>
          </a:graphicData>
        </a:graphic>
      </p:graphicFrame>
    </p:spTree>
    <p:extLst>
      <p:ext uri="{BB962C8B-B14F-4D97-AF65-F5344CB8AC3E}">
        <p14:creationId xmlns:p14="http://schemas.microsoft.com/office/powerpoint/2010/main" val="237280618"/>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1072050B-A2CE-7A2C-CB09-83958E35FEED}"/>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601880C3-7917-B869-1660-95640CDD3F17}"/>
              </a:ext>
            </a:extLst>
          </p:cNvPr>
          <p:cNvSpPr/>
          <p:nvPr/>
        </p:nvSpPr>
        <p:spPr>
          <a:xfrm>
            <a:off x="2216150" y="1054100"/>
            <a:ext cx="7792944" cy="738154"/>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ptos Display" panose="020B0004020202020204" pitchFamily="34" charset="0"/>
            </a:endParaRPr>
          </a:p>
        </p:txBody>
      </p:sp>
      <p:sp>
        <p:nvSpPr>
          <p:cNvPr id="3" name="Text Placeholder 2">
            <a:extLst>
              <a:ext uri="{FF2B5EF4-FFF2-40B4-BE49-F238E27FC236}">
                <a16:creationId xmlns:a16="http://schemas.microsoft.com/office/drawing/2014/main" id="{8A31CB0F-FF46-72AF-03E1-25AEA53FB12B}"/>
              </a:ext>
            </a:extLst>
          </p:cNvPr>
          <p:cNvSpPr>
            <a:spLocks noGrp="1"/>
          </p:cNvSpPr>
          <p:nvPr>
            <p:ph type="body" sz="quarter" idx="32"/>
          </p:nvPr>
        </p:nvSpPr>
        <p:spPr>
          <a:xfrm>
            <a:off x="1445496" y="380401"/>
            <a:ext cx="7590927" cy="490331"/>
          </a:xfrm>
        </p:spPr>
        <p:txBody>
          <a:bodyPr/>
          <a:lstStyle/>
          <a:p>
            <a:pPr lvl="0" defTabSz="2000250">
              <a:lnSpc>
                <a:spcPct val="90000"/>
              </a:lnSpc>
              <a:spcBef>
                <a:spcPct val="0"/>
              </a:spcBef>
              <a:spcAft>
                <a:spcPct val="35000"/>
              </a:spcAft>
            </a:pPr>
            <a:r>
              <a:rPr lang="en-US" sz="2800" dirty="0"/>
              <a:t>Statistical analysis</a:t>
            </a:r>
          </a:p>
        </p:txBody>
      </p:sp>
      <p:sp>
        <p:nvSpPr>
          <p:cNvPr id="9" name="TextBox 8">
            <a:extLst>
              <a:ext uri="{FF2B5EF4-FFF2-40B4-BE49-F238E27FC236}">
                <a16:creationId xmlns:a16="http://schemas.microsoft.com/office/drawing/2014/main" id="{4DF0EAD4-7F23-1C32-0A89-92376A0480F3}"/>
              </a:ext>
            </a:extLst>
          </p:cNvPr>
          <p:cNvSpPr txBox="1"/>
          <p:nvPr/>
        </p:nvSpPr>
        <p:spPr>
          <a:xfrm>
            <a:off x="2348377" y="1223063"/>
            <a:ext cx="8164606" cy="338554"/>
          </a:xfrm>
          <a:prstGeom prst="rect">
            <a:avLst/>
          </a:prstGeom>
          <a:noFill/>
        </p:spPr>
        <p:txBody>
          <a:bodyPr wrap="square">
            <a:spAutoFit/>
          </a:bodyPr>
          <a:lstStyle/>
          <a:p>
            <a:r>
              <a:rPr lang="en-US" i="1" dirty="0">
                <a:latin typeface="Aptos Display" panose="020B0004020202020204" pitchFamily="34" charset="0"/>
              </a:rPr>
              <a:t>Real-time dashboards provide actionable insights for all stakeholders.</a:t>
            </a:r>
          </a:p>
        </p:txBody>
      </p:sp>
      <p:sp>
        <p:nvSpPr>
          <p:cNvPr id="29" name="Rectangle: Rounded Corners 28">
            <a:extLst>
              <a:ext uri="{FF2B5EF4-FFF2-40B4-BE49-F238E27FC236}">
                <a16:creationId xmlns:a16="http://schemas.microsoft.com/office/drawing/2014/main" id="{BB159322-751C-CF23-523D-FBDAC4294940}"/>
              </a:ext>
            </a:extLst>
          </p:cNvPr>
          <p:cNvSpPr/>
          <p:nvPr/>
        </p:nvSpPr>
        <p:spPr>
          <a:xfrm>
            <a:off x="150906" y="1048839"/>
            <a:ext cx="1844488" cy="738154"/>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b="1" dirty="0">
              <a:latin typeface="Aptos Display" panose="020B0004020202020204" pitchFamily="34" charset="0"/>
            </a:endParaRPr>
          </a:p>
        </p:txBody>
      </p:sp>
      <p:sp>
        <p:nvSpPr>
          <p:cNvPr id="2" name="Rectangle 1">
            <a:extLst>
              <a:ext uri="{FF2B5EF4-FFF2-40B4-BE49-F238E27FC236}">
                <a16:creationId xmlns:a16="http://schemas.microsoft.com/office/drawing/2014/main" id="{1BFB34A8-0ADD-BEC2-070F-4F2DCD6BD256}"/>
              </a:ext>
            </a:extLst>
          </p:cNvPr>
          <p:cNvSpPr/>
          <p:nvPr/>
        </p:nvSpPr>
        <p:spPr>
          <a:xfrm>
            <a:off x="2127622" y="971550"/>
            <a:ext cx="22075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5" name="Rectangle 4">
            <a:extLst>
              <a:ext uri="{FF2B5EF4-FFF2-40B4-BE49-F238E27FC236}">
                <a16:creationId xmlns:a16="http://schemas.microsoft.com/office/drawing/2014/main" id="{84FDC574-BDEC-178F-842F-CC7046D46804}"/>
              </a:ext>
            </a:extLst>
          </p:cNvPr>
          <p:cNvSpPr/>
          <p:nvPr/>
        </p:nvSpPr>
        <p:spPr>
          <a:xfrm>
            <a:off x="9779934" y="971550"/>
            <a:ext cx="38006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12" name="TextBox 11">
            <a:extLst>
              <a:ext uri="{FF2B5EF4-FFF2-40B4-BE49-F238E27FC236}">
                <a16:creationId xmlns:a16="http://schemas.microsoft.com/office/drawing/2014/main" id="{90AF0D25-859A-BCAC-82AD-77FB50F7C6DF}"/>
              </a:ext>
            </a:extLst>
          </p:cNvPr>
          <p:cNvSpPr txBox="1"/>
          <p:nvPr/>
        </p:nvSpPr>
        <p:spPr>
          <a:xfrm>
            <a:off x="417430" y="1223063"/>
            <a:ext cx="1477156" cy="338554"/>
          </a:xfrm>
          <a:prstGeom prst="rect">
            <a:avLst/>
          </a:prstGeom>
          <a:noFill/>
        </p:spPr>
        <p:txBody>
          <a:bodyPr wrap="square">
            <a:spAutoFit/>
          </a:bodyPr>
          <a:lstStyle/>
          <a:p>
            <a:r>
              <a:rPr lang="en-US" b="1" dirty="0">
                <a:solidFill>
                  <a:schemeClr val="bg1"/>
                </a:solidFill>
                <a:latin typeface="Aptos Display" panose="020B0004020202020204" pitchFamily="34" charset="0"/>
              </a:rPr>
              <a:t>Distribution</a:t>
            </a:r>
          </a:p>
        </p:txBody>
      </p:sp>
      <p:grpSp>
        <p:nvGrpSpPr>
          <p:cNvPr id="16" name="Group 15">
            <a:extLst>
              <a:ext uri="{FF2B5EF4-FFF2-40B4-BE49-F238E27FC236}">
                <a16:creationId xmlns:a16="http://schemas.microsoft.com/office/drawing/2014/main" id="{F67B72FD-4458-973A-106D-629C626C3511}"/>
              </a:ext>
            </a:extLst>
          </p:cNvPr>
          <p:cNvGrpSpPr/>
          <p:nvPr/>
        </p:nvGrpSpPr>
        <p:grpSpPr>
          <a:xfrm>
            <a:off x="340822" y="2083106"/>
            <a:ext cx="6675919" cy="3193048"/>
            <a:chOff x="1512916" y="2073962"/>
            <a:chExt cx="6675919" cy="3193048"/>
          </a:xfrm>
        </p:grpSpPr>
        <p:pic>
          <p:nvPicPr>
            <p:cNvPr id="13" name="Picture 4">
              <a:extLst>
                <a:ext uri="{FF2B5EF4-FFF2-40B4-BE49-F238E27FC236}">
                  <a16:creationId xmlns:a16="http://schemas.microsoft.com/office/drawing/2014/main" id="{BF320D03-5425-5D9C-127F-49737BEB54F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12916" y="2073962"/>
              <a:ext cx="6675919" cy="1044851"/>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6">
              <a:extLst>
                <a:ext uri="{FF2B5EF4-FFF2-40B4-BE49-F238E27FC236}">
                  <a16:creationId xmlns:a16="http://schemas.microsoft.com/office/drawing/2014/main" id="{3CBF8395-E52D-7DC0-DB1E-9724B33CBBC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512916" y="3177308"/>
              <a:ext cx="6675919" cy="1044851"/>
            </a:xfrm>
            <a:prstGeom prst="rect">
              <a:avLst/>
            </a:prstGeom>
            <a:noFill/>
            <a:extLst>
              <a:ext uri="{909E8E84-426E-40DD-AFC4-6F175D3DCCD1}">
                <a14:hiddenFill xmlns:a14="http://schemas.microsoft.com/office/drawing/2010/main">
                  <a:solidFill>
                    <a:srgbClr val="FFFFFF"/>
                  </a:solidFill>
                </a14:hiddenFill>
              </a:ext>
            </a:extLst>
          </p:spPr>
        </p:pic>
        <p:pic>
          <p:nvPicPr>
            <p:cNvPr id="15" name="Picture 8">
              <a:extLst>
                <a:ext uri="{FF2B5EF4-FFF2-40B4-BE49-F238E27FC236}">
                  <a16:creationId xmlns:a16="http://schemas.microsoft.com/office/drawing/2014/main" id="{460E88A3-2AD9-DE98-1D29-7A1FF3738C11}"/>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512916" y="4222159"/>
              <a:ext cx="6675919" cy="1044851"/>
            </a:xfrm>
            <a:prstGeom prst="rect">
              <a:avLst/>
            </a:prstGeom>
            <a:noFill/>
            <a:extLst>
              <a:ext uri="{909E8E84-426E-40DD-AFC4-6F175D3DCCD1}">
                <a14:hiddenFill xmlns:a14="http://schemas.microsoft.com/office/drawing/2010/main">
                  <a:solidFill>
                    <a:srgbClr val="FFFFFF"/>
                  </a:solidFill>
                </a14:hiddenFill>
              </a:ext>
            </a:extLst>
          </p:spPr>
        </p:pic>
      </p:grpSp>
      <p:sp>
        <p:nvSpPr>
          <p:cNvPr id="18" name="TextBox 17">
            <a:extLst>
              <a:ext uri="{FF2B5EF4-FFF2-40B4-BE49-F238E27FC236}">
                <a16:creationId xmlns:a16="http://schemas.microsoft.com/office/drawing/2014/main" id="{5CD0C8E6-E9CF-5F6E-C762-5F168A0F3FF0}"/>
              </a:ext>
            </a:extLst>
          </p:cNvPr>
          <p:cNvSpPr txBox="1"/>
          <p:nvPr/>
        </p:nvSpPr>
        <p:spPr>
          <a:xfrm>
            <a:off x="7188201" y="2955619"/>
            <a:ext cx="3107266" cy="830997"/>
          </a:xfrm>
          <a:prstGeom prst="rect">
            <a:avLst/>
          </a:prstGeom>
          <a:noFill/>
        </p:spPr>
        <p:txBody>
          <a:bodyPr wrap="square">
            <a:spAutoFit/>
          </a:bodyPr>
          <a:lstStyle/>
          <a:p>
            <a:r>
              <a:rPr lang="en-US" altLang="zh-HK" sz="1800" dirty="0">
                <a:latin typeface="Aptos Display" panose="020B0004020202020204" pitchFamily="34" charset="0"/>
              </a:rPr>
              <a:t>There is no linear relationship.</a:t>
            </a:r>
          </a:p>
          <a:p>
            <a:endParaRPr lang="en-US" altLang="zh-HK" sz="1800" dirty="0">
              <a:latin typeface="Aptos Display" panose="020B0004020202020204" pitchFamily="34" charset="0"/>
            </a:endParaRPr>
          </a:p>
          <a:p>
            <a:r>
              <a:rPr lang="en-US" altLang="zh-HK" sz="1800" dirty="0">
                <a:latin typeface="Aptos Display" panose="020B0004020202020204" pitchFamily="34" charset="0"/>
              </a:rPr>
              <a:t>Data is in discrete distribution and concentrated at a few discrete values</a:t>
            </a:r>
            <a:endParaRPr lang="en-US" sz="1800" dirty="0">
              <a:latin typeface="Aptos Display" panose="020B0004020202020204" pitchFamily="34" charset="0"/>
            </a:endParaRPr>
          </a:p>
        </p:txBody>
      </p:sp>
      <p:sp>
        <p:nvSpPr>
          <p:cNvPr id="24" name="Frame 23">
            <a:extLst>
              <a:ext uri="{FF2B5EF4-FFF2-40B4-BE49-F238E27FC236}">
                <a16:creationId xmlns:a16="http://schemas.microsoft.com/office/drawing/2014/main" id="{B3844436-A925-DCE3-338E-829326AA89D0}"/>
              </a:ext>
            </a:extLst>
          </p:cNvPr>
          <p:cNvSpPr/>
          <p:nvPr/>
        </p:nvSpPr>
        <p:spPr>
          <a:xfrm>
            <a:off x="1754188" y="4676304"/>
            <a:ext cx="1213379" cy="81434"/>
          </a:xfrm>
          <a:prstGeom prst="frame">
            <a:avLst>
              <a:gd name="adj1" fmla="val 7707"/>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schemeClr val="tx1"/>
              </a:solidFill>
              <a:latin typeface="Aptos Display" panose="020B0004020202020204" pitchFamily="34" charset="0"/>
            </a:endParaRPr>
          </a:p>
        </p:txBody>
      </p:sp>
      <p:sp>
        <p:nvSpPr>
          <p:cNvPr id="25" name="Frame 24">
            <a:extLst>
              <a:ext uri="{FF2B5EF4-FFF2-40B4-BE49-F238E27FC236}">
                <a16:creationId xmlns:a16="http://schemas.microsoft.com/office/drawing/2014/main" id="{CF600CA4-454B-B909-37F4-4BD258401F43}"/>
              </a:ext>
            </a:extLst>
          </p:cNvPr>
          <p:cNvSpPr/>
          <p:nvPr/>
        </p:nvSpPr>
        <p:spPr>
          <a:xfrm>
            <a:off x="1741687" y="5046192"/>
            <a:ext cx="1213379" cy="81434"/>
          </a:xfrm>
          <a:prstGeom prst="frame">
            <a:avLst>
              <a:gd name="adj1" fmla="val 7707"/>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dirty="0">
              <a:solidFill>
                <a:schemeClr val="tx1"/>
              </a:solidFill>
              <a:latin typeface="Aptos Display" panose="020B0004020202020204" pitchFamily="34" charset="0"/>
            </a:endParaRPr>
          </a:p>
        </p:txBody>
      </p:sp>
    </p:spTree>
    <p:extLst>
      <p:ext uri="{BB962C8B-B14F-4D97-AF65-F5344CB8AC3E}">
        <p14:creationId xmlns:p14="http://schemas.microsoft.com/office/powerpoint/2010/main" val="3419180574"/>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EEC7C168-2173-AFDA-F5E9-5DCEF0961164}"/>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440DA3F4-E668-644C-22D6-33D082254C08}"/>
              </a:ext>
            </a:extLst>
          </p:cNvPr>
          <p:cNvSpPr/>
          <p:nvPr/>
        </p:nvSpPr>
        <p:spPr>
          <a:xfrm>
            <a:off x="2216150" y="1054100"/>
            <a:ext cx="7792944" cy="738154"/>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ptos Display" panose="020B0004020202020204" pitchFamily="34" charset="0"/>
            </a:endParaRPr>
          </a:p>
        </p:txBody>
      </p:sp>
      <p:sp>
        <p:nvSpPr>
          <p:cNvPr id="3" name="Text Placeholder 2">
            <a:extLst>
              <a:ext uri="{FF2B5EF4-FFF2-40B4-BE49-F238E27FC236}">
                <a16:creationId xmlns:a16="http://schemas.microsoft.com/office/drawing/2014/main" id="{E1C45D81-3C72-7F97-9C4B-AF79E261060D}"/>
              </a:ext>
            </a:extLst>
          </p:cNvPr>
          <p:cNvSpPr>
            <a:spLocks noGrp="1"/>
          </p:cNvSpPr>
          <p:nvPr>
            <p:ph type="body" sz="quarter" idx="32"/>
          </p:nvPr>
        </p:nvSpPr>
        <p:spPr>
          <a:xfrm>
            <a:off x="1445496" y="380401"/>
            <a:ext cx="7590927" cy="490331"/>
          </a:xfrm>
        </p:spPr>
        <p:txBody>
          <a:bodyPr/>
          <a:lstStyle/>
          <a:p>
            <a:pPr lvl="0" defTabSz="2000250">
              <a:lnSpc>
                <a:spcPct val="90000"/>
              </a:lnSpc>
              <a:spcBef>
                <a:spcPct val="0"/>
              </a:spcBef>
              <a:spcAft>
                <a:spcPct val="35000"/>
              </a:spcAft>
            </a:pPr>
            <a:r>
              <a:rPr lang="en-US" sz="2800" dirty="0"/>
              <a:t>Statistical analysis</a:t>
            </a:r>
          </a:p>
        </p:txBody>
      </p:sp>
      <p:sp>
        <p:nvSpPr>
          <p:cNvPr id="9" name="TextBox 8">
            <a:extLst>
              <a:ext uri="{FF2B5EF4-FFF2-40B4-BE49-F238E27FC236}">
                <a16:creationId xmlns:a16="http://schemas.microsoft.com/office/drawing/2014/main" id="{E9236056-2EBD-D51C-33E3-BEE945F4455F}"/>
              </a:ext>
            </a:extLst>
          </p:cNvPr>
          <p:cNvSpPr txBox="1"/>
          <p:nvPr/>
        </p:nvSpPr>
        <p:spPr>
          <a:xfrm>
            <a:off x="2348377" y="1223063"/>
            <a:ext cx="8164606" cy="338554"/>
          </a:xfrm>
          <a:prstGeom prst="rect">
            <a:avLst/>
          </a:prstGeom>
          <a:noFill/>
        </p:spPr>
        <p:txBody>
          <a:bodyPr wrap="square">
            <a:spAutoFit/>
          </a:bodyPr>
          <a:lstStyle/>
          <a:p>
            <a:r>
              <a:rPr lang="en-US" i="1" dirty="0">
                <a:latin typeface="Aptos Display" panose="020B0004020202020204" pitchFamily="34" charset="0"/>
              </a:rPr>
              <a:t>Represent the strength of linear relationship.</a:t>
            </a:r>
          </a:p>
        </p:txBody>
      </p:sp>
      <p:sp>
        <p:nvSpPr>
          <p:cNvPr id="29" name="Rectangle: Rounded Corners 28">
            <a:extLst>
              <a:ext uri="{FF2B5EF4-FFF2-40B4-BE49-F238E27FC236}">
                <a16:creationId xmlns:a16="http://schemas.microsoft.com/office/drawing/2014/main" id="{1E2FC3F2-ADBC-CDC4-2D12-1922D09143B4}"/>
              </a:ext>
            </a:extLst>
          </p:cNvPr>
          <p:cNvSpPr/>
          <p:nvPr/>
        </p:nvSpPr>
        <p:spPr>
          <a:xfrm>
            <a:off x="150906" y="1048839"/>
            <a:ext cx="1844488" cy="738154"/>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b="1" dirty="0">
              <a:latin typeface="Aptos Display" panose="020B0004020202020204" pitchFamily="34" charset="0"/>
            </a:endParaRPr>
          </a:p>
        </p:txBody>
      </p:sp>
      <p:sp>
        <p:nvSpPr>
          <p:cNvPr id="2" name="Rectangle 1">
            <a:extLst>
              <a:ext uri="{FF2B5EF4-FFF2-40B4-BE49-F238E27FC236}">
                <a16:creationId xmlns:a16="http://schemas.microsoft.com/office/drawing/2014/main" id="{433EFED6-C409-CDC7-190F-E901784D41A7}"/>
              </a:ext>
            </a:extLst>
          </p:cNvPr>
          <p:cNvSpPr/>
          <p:nvPr/>
        </p:nvSpPr>
        <p:spPr>
          <a:xfrm>
            <a:off x="2127622" y="971550"/>
            <a:ext cx="22075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5" name="Rectangle 4">
            <a:extLst>
              <a:ext uri="{FF2B5EF4-FFF2-40B4-BE49-F238E27FC236}">
                <a16:creationId xmlns:a16="http://schemas.microsoft.com/office/drawing/2014/main" id="{E36E571E-2269-93D3-350D-7AFFECAA4BB4}"/>
              </a:ext>
            </a:extLst>
          </p:cNvPr>
          <p:cNvSpPr/>
          <p:nvPr/>
        </p:nvSpPr>
        <p:spPr>
          <a:xfrm>
            <a:off x="9779934" y="971550"/>
            <a:ext cx="38006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12" name="TextBox 11">
            <a:extLst>
              <a:ext uri="{FF2B5EF4-FFF2-40B4-BE49-F238E27FC236}">
                <a16:creationId xmlns:a16="http://schemas.microsoft.com/office/drawing/2014/main" id="{3FB6B1B7-715B-6744-D6AE-5C068DA76C8B}"/>
              </a:ext>
            </a:extLst>
          </p:cNvPr>
          <p:cNvSpPr txBox="1"/>
          <p:nvPr/>
        </p:nvSpPr>
        <p:spPr>
          <a:xfrm>
            <a:off x="260100" y="1099952"/>
            <a:ext cx="1626099" cy="584775"/>
          </a:xfrm>
          <a:prstGeom prst="rect">
            <a:avLst/>
          </a:prstGeom>
          <a:noFill/>
        </p:spPr>
        <p:txBody>
          <a:bodyPr wrap="square">
            <a:spAutoFit/>
          </a:bodyPr>
          <a:lstStyle/>
          <a:p>
            <a:pPr algn="ctr"/>
            <a:r>
              <a:rPr lang="en-US" b="1" dirty="0">
                <a:solidFill>
                  <a:schemeClr val="bg1"/>
                </a:solidFill>
                <a:latin typeface="Aptos Display" panose="020B0004020202020204" pitchFamily="34" charset="0"/>
              </a:rPr>
              <a:t>Pearson Correlation</a:t>
            </a:r>
          </a:p>
        </p:txBody>
      </p:sp>
      <p:pic>
        <p:nvPicPr>
          <p:cNvPr id="4" name="Picture 3">
            <a:extLst>
              <a:ext uri="{FF2B5EF4-FFF2-40B4-BE49-F238E27FC236}">
                <a16:creationId xmlns:a16="http://schemas.microsoft.com/office/drawing/2014/main" id="{92B77965-905E-A5AA-15AC-72CDAEFBA11C}"/>
              </a:ext>
            </a:extLst>
          </p:cNvPr>
          <p:cNvPicPr>
            <a:picLocks noChangeAspect="1"/>
          </p:cNvPicPr>
          <p:nvPr/>
        </p:nvPicPr>
        <p:blipFill>
          <a:blip r:embed="rId2"/>
          <a:stretch>
            <a:fillRect/>
          </a:stretch>
        </p:blipFill>
        <p:spPr>
          <a:xfrm>
            <a:off x="285684" y="2533633"/>
            <a:ext cx="2319624" cy="1838425"/>
          </a:xfrm>
          <a:prstGeom prst="rect">
            <a:avLst/>
          </a:prstGeom>
        </p:spPr>
      </p:pic>
      <p:pic>
        <p:nvPicPr>
          <p:cNvPr id="6" name="Picture 2">
            <a:extLst>
              <a:ext uri="{FF2B5EF4-FFF2-40B4-BE49-F238E27FC236}">
                <a16:creationId xmlns:a16="http://schemas.microsoft.com/office/drawing/2014/main" id="{474E909A-E6FC-C2EB-F218-01F09EF70A0C}"/>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39062" y="2255805"/>
            <a:ext cx="3151126" cy="2786096"/>
          </a:xfrm>
          <a:prstGeom prst="rect">
            <a:avLst/>
          </a:prstGeom>
          <a:noFill/>
          <a:extLst>
            <a:ext uri="{909E8E84-426E-40DD-AFC4-6F175D3DCCD1}">
              <a14:hiddenFill xmlns:a14="http://schemas.microsoft.com/office/drawing/2010/main">
                <a:solidFill>
                  <a:srgbClr val="FFFFFF"/>
                </a:solidFill>
              </a14:hiddenFill>
            </a:ext>
          </a:extLst>
        </p:spPr>
      </p:pic>
      <p:sp>
        <p:nvSpPr>
          <p:cNvPr id="11" name="TextBox 10">
            <a:extLst>
              <a:ext uri="{FF2B5EF4-FFF2-40B4-BE49-F238E27FC236}">
                <a16:creationId xmlns:a16="http://schemas.microsoft.com/office/drawing/2014/main" id="{EE54F185-E159-E79D-1360-056D5A83AC2E}"/>
              </a:ext>
            </a:extLst>
          </p:cNvPr>
          <p:cNvSpPr txBox="1"/>
          <p:nvPr/>
        </p:nvSpPr>
        <p:spPr>
          <a:xfrm>
            <a:off x="5990188" y="2169212"/>
            <a:ext cx="4229078" cy="1097736"/>
          </a:xfrm>
          <a:prstGeom prst="rect">
            <a:avLst/>
          </a:prstGeom>
          <a:noFill/>
        </p:spPr>
        <p:txBody>
          <a:bodyPr wrap="square">
            <a:spAutoFit/>
          </a:bodyPr>
          <a:lstStyle/>
          <a:p>
            <a:r>
              <a:rPr lang="en-US" sz="1400" dirty="0">
                <a:latin typeface="Aptos Display" panose="020B0004020202020204" pitchFamily="34" charset="0"/>
              </a:rPr>
              <a:t>Pearson correlation coefficient represents the strength of linear relationship. However, this value only reflects the average trend "between layers" and cannot reflect the detailed structure of the data.</a:t>
            </a:r>
          </a:p>
          <a:p>
            <a:endParaRPr lang="en-US" sz="1400" dirty="0">
              <a:latin typeface="Aptos Display" panose="020B0004020202020204" pitchFamily="34" charset="0"/>
            </a:endParaRPr>
          </a:p>
          <a:p>
            <a:r>
              <a:rPr lang="en-US" altLang="zh-HK" sz="1400" dirty="0">
                <a:latin typeface="Aptos Display" panose="020B0004020202020204" pitchFamily="34" charset="0"/>
              </a:rPr>
              <a:t>It is suggested to use Spearman correlation as it is able to analyze nonlinear relationships.</a:t>
            </a:r>
          </a:p>
          <a:p>
            <a:endParaRPr lang="en-US" sz="1400" dirty="0">
              <a:latin typeface="Aptos Display" panose="020B0004020202020204" pitchFamily="34" charset="0"/>
            </a:endParaRPr>
          </a:p>
        </p:txBody>
      </p:sp>
      <p:pic>
        <p:nvPicPr>
          <p:cNvPr id="13" name="Picture 12">
            <a:extLst>
              <a:ext uri="{FF2B5EF4-FFF2-40B4-BE49-F238E27FC236}">
                <a16:creationId xmlns:a16="http://schemas.microsoft.com/office/drawing/2014/main" id="{DA0C5C19-A7E2-4307-8D6F-6FB44EAFDE23}"/>
              </a:ext>
            </a:extLst>
          </p:cNvPr>
          <p:cNvPicPr>
            <a:picLocks noChangeAspect="1"/>
          </p:cNvPicPr>
          <p:nvPr/>
        </p:nvPicPr>
        <p:blipFill>
          <a:blip r:embed="rId4"/>
          <a:stretch>
            <a:fillRect/>
          </a:stretch>
        </p:blipFill>
        <p:spPr>
          <a:xfrm>
            <a:off x="6553080" y="3531161"/>
            <a:ext cx="3057952" cy="390580"/>
          </a:xfrm>
          <a:prstGeom prst="rect">
            <a:avLst/>
          </a:prstGeom>
        </p:spPr>
      </p:pic>
      <p:sp>
        <p:nvSpPr>
          <p:cNvPr id="14" name="TextBox 13">
            <a:extLst>
              <a:ext uri="{FF2B5EF4-FFF2-40B4-BE49-F238E27FC236}">
                <a16:creationId xmlns:a16="http://schemas.microsoft.com/office/drawing/2014/main" id="{605CCC38-7A5A-25FE-0D69-7B42CE5DC66F}"/>
              </a:ext>
            </a:extLst>
          </p:cNvPr>
          <p:cNvSpPr txBox="1"/>
          <p:nvPr/>
        </p:nvSpPr>
        <p:spPr>
          <a:xfrm>
            <a:off x="6909992" y="4118460"/>
            <a:ext cx="2328775" cy="369332"/>
          </a:xfrm>
          <a:prstGeom prst="rect">
            <a:avLst/>
          </a:prstGeom>
          <a:noFill/>
        </p:spPr>
        <p:txBody>
          <a:bodyPr wrap="square">
            <a:spAutoFit/>
          </a:bodyPr>
          <a:lstStyle/>
          <a:p>
            <a:r>
              <a:rPr lang="zh-HK" altLang="en-US" dirty="0"/>
              <a:t>Linear Relationship</a:t>
            </a:r>
          </a:p>
        </p:txBody>
      </p:sp>
    </p:spTree>
    <p:extLst>
      <p:ext uri="{BB962C8B-B14F-4D97-AF65-F5344CB8AC3E}">
        <p14:creationId xmlns:p14="http://schemas.microsoft.com/office/powerpoint/2010/main" val="1628418028"/>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1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550AD752-AC8F-7025-0E44-5295DFBBC5A8}"/>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165CE730-0CBE-8981-B448-F66E2C6D66D7}"/>
              </a:ext>
            </a:extLst>
          </p:cNvPr>
          <p:cNvSpPr/>
          <p:nvPr/>
        </p:nvSpPr>
        <p:spPr>
          <a:xfrm>
            <a:off x="2216150" y="1054100"/>
            <a:ext cx="7792944" cy="738154"/>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ptos Display" panose="020B0004020202020204" pitchFamily="34" charset="0"/>
            </a:endParaRPr>
          </a:p>
        </p:txBody>
      </p:sp>
      <p:sp>
        <p:nvSpPr>
          <p:cNvPr id="3" name="Text Placeholder 2">
            <a:extLst>
              <a:ext uri="{FF2B5EF4-FFF2-40B4-BE49-F238E27FC236}">
                <a16:creationId xmlns:a16="http://schemas.microsoft.com/office/drawing/2014/main" id="{882C6547-ED3D-0282-FF33-2D35FF7A7FFF}"/>
              </a:ext>
            </a:extLst>
          </p:cNvPr>
          <p:cNvSpPr>
            <a:spLocks noGrp="1"/>
          </p:cNvSpPr>
          <p:nvPr>
            <p:ph type="body" sz="quarter" idx="32"/>
          </p:nvPr>
        </p:nvSpPr>
        <p:spPr>
          <a:xfrm>
            <a:off x="1445496" y="380401"/>
            <a:ext cx="7590927" cy="490331"/>
          </a:xfrm>
        </p:spPr>
        <p:txBody>
          <a:bodyPr/>
          <a:lstStyle/>
          <a:p>
            <a:pPr lvl="0" defTabSz="2000250">
              <a:lnSpc>
                <a:spcPct val="90000"/>
              </a:lnSpc>
              <a:spcBef>
                <a:spcPct val="0"/>
              </a:spcBef>
              <a:spcAft>
                <a:spcPct val="35000"/>
              </a:spcAft>
            </a:pPr>
            <a:r>
              <a:rPr lang="en-US" sz="2800" dirty="0"/>
              <a:t>Statistical analysis</a:t>
            </a:r>
          </a:p>
        </p:txBody>
      </p:sp>
      <p:sp>
        <p:nvSpPr>
          <p:cNvPr id="9" name="TextBox 8">
            <a:extLst>
              <a:ext uri="{FF2B5EF4-FFF2-40B4-BE49-F238E27FC236}">
                <a16:creationId xmlns:a16="http://schemas.microsoft.com/office/drawing/2014/main" id="{17F5386E-906F-CE7A-8D30-C92CFEB2FE9B}"/>
              </a:ext>
            </a:extLst>
          </p:cNvPr>
          <p:cNvSpPr txBox="1"/>
          <p:nvPr/>
        </p:nvSpPr>
        <p:spPr>
          <a:xfrm>
            <a:off x="2348377" y="1223063"/>
            <a:ext cx="8164606" cy="338554"/>
          </a:xfrm>
          <a:prstGeom prst="rect">
            <a:avLst/>
          </a:prstGeom>
          <a:noFill/>
        </p:spPr>
        <p:txBody>
          <a:bodyPr wrap="square">
            <a:spAutoFit/>
          </a:bodyPr>
          <a:lstStyle/>
          <a:p>
            <a:r>
              <a:rPr lang="en-US" i="1" dirty="0">
                <a:latin typeface="Aptos Display" panose="020B0004020202020204" pitchFamily="34" charset="0"/>
              </a:rPr>
              <a:t>Analyze nonlinear relationships.</a:t>
            </a:r>
          </a:p>
        </p:txBody>
      </p:sp>
      <p:sp>
        <p:nvSpPr>
          <p:cNvPr id="29" name="Rectangle: Rounded Corners 28">
            <a:extLst>
              <a:ext uri="{FF2B5EF4-FFF2-40B4-BE49-F238E27FC236}">
                <a16:creationId xmlns:a16="http://schemas.microsoft.com/office/drawing/2014/main" id="{2CDD8497-25C4-239F-1F8E-2A423CCDE70D}"/>
              </a:ext>
            </a:extLst>
          </p:cNvPr>
          <p:cNvSpPr/>
          <p:nvPr/>
        </p:nvSpPr>
        <p:spPr>
          <a:xfrm>
            <a:off x="150906" y="1048839"/>
            <a:ext cx="1844488" cy="738154"/>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b="1" dirty="0">
              <a:latin typeface="Aptos Display" panose="020B0004020202020204" pitchFamily="34" charset="0"/>
            </a:endParaRPr>
          </a:p>
        </p:txBody>
      </p:sp>
      <p:sp>
        <p:nvSpPr>
          <p:cNvPr id="2" name="Rectangle 1">
            <a:extLst>
              <a:ext uri="{FF2B5EF4-FFF2-40B4-BE49-F238E27FC236}">
                <a16:creationId xmlns:a16="http://schemas.microsoft.com/office/drawing/2014/main" id="{9E60417C-E003-0F3E-386C-09BD494A12C1}"/>
              </a:ext>
            </a:extLst>
          </p:cNvPr>
          <p:cNvSpPr/>
          <p:nvPr/>
        </p:nvSpPr>
        <p:spPr>
          <a:xfrm>
            <a:off x="2127622" y="971550"/>
            <a:ext cx="22075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5" name="Rectangle 4">
            <a:extLst>
              <a:ext uri="{FF2B5EF4-FFF2-40B4-BE49-F238E27FC236}">
                <a16:creationId xmlns:a16="http://schemas.microsoft.com/office/drawing/2014/main" id="{82A2E9E6-CDB9-7103-129B-03420ADA0DEF}"/>
              </a:ext>
            </a:extLst>
          </p:cNvPr>
          <p:cNvSpPr/>
          <p:nvPr/>
        </p:nvSpPr>
        <p:spPr>
          <a:xfrm>
            <a:off x="9779934" y="971550"/>
            <a:ext cx="38006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12" name="TextBox 11">
            <a:extLst>
              <a:ext uri="{FF2B5EF4-FFF2-40B4-BE49-F238E27FC236}">
                <a16:creationId xmlns:a16="http://schemas.microsoft.com/office/drawing/2014/main" id="{401BB793-E6C5-9C19-5DD4-0714830F94A4}"/>
              </a:ext>
            </a:extLst>
          </p:cNvPr>
          <p:cNvSpPr txBox="1"/>
          <p:nvPr/>
        </p:nvSpPr>
        <p:spPr>
          <a:xfrm>
            <a:off x="260100" y="1099952"/>
            <a:ext cx="1626099" cy="584775"/>
          </a:xfrm>
          <a:prstGeom prst="rect">
            <a:avLst/>
          </a:prstGeom>
          <a:noFill/>
        </p:spPr>
        <p:txBody>
          <a:bodyPr wrap="square">
            <a:spAutoFit/>
          </a:bodyPr>
          <a:lstStyle/>
          <a:p>
            <a:pPr algn="ctr"/>
            <a:r>
              <a:rPr lang="en-US" b="1" dirty="0">
                <a:solidFill>
                  <a:schemeClr val="bg1"/>
                </a:solidFill>
                <a:latin typeface="Aptos Display" panose="020B0004020202020204" pitchFamily="34" charset="0"/>
              </a:rPr>
              <a:t>Spearman Correlation</a:t>
            </a:r>
          </a:p>
        </p:txBody>
      </p:sp>
      <p:pic>
        <p:nvPicPr>
          <p:cNvPr id="7" name="Picture 6">
            <a:extLst>
              <a:ext uri="{FF2B5EF4-FFF2-40B4-BE49-F238E27FC236}">
                <a16:creationId xmlns:a16="http://schemas.microsoft.com/office/drawing/2014/main" id="{FC5E93A4-C69D-3FA3-48BB-44F9DE7F1ED1}"/>
              </a:ext>
            </a:extLst>
          </p:cNvPr>
          <p:cNvPicPr>
            <a:picLocks noChangeAspect="1"/>
          </p:cNvPicPr>
          <p:nvPr/>
        </p:nvPicPr>
        <p:blipFill>
          <a:blip r:embed="rId2"/>
          <a:stretch>
            <a:fillRect/>
          </a:stretch>
        </p:blipFill>
        <p:spPr>
          <a:xfrm>
            <a:off x="5593416" y="4100115"/>
            <a:ext cx="3719539" cy="249247"/>
          </a:xfrm>
          <a:prstGeom prst="rect">
            <a:avLst/>
          </a:prstGeom>
        </p:spPr>
      </p:pic>
      <p:sp>
        <p:nvSpPr>
          <p:cNvPr id="8" name="TextBox 7">
            <a:extLst>
              <a:ext uri="{FF2B5EF4-FFF2-40B4-BE49-F238E27FC236}">
                <a16:creationId xmlns:a16="http://schemas.microsoft.com/office/drawing/2014/main" id="{E5CFFB5C-0D06-404F-E268-4C9BA08593BA}"/>
              </a:ext>
            </a:extLst>
          </p:cNvPr>
          <p:cNvSpPr txBox="1"/>
          <p:nvPr/>
        </p:nvSpPr>
        <p:spPr>
          <a:xfrm>
            <a:off x="6263297" y="4491937"/>
            <a:ext cx="2482401" cy="338554"/>
          </a:xfrm>
          <a:prstGeom prst="rect">
            <a:avLst/>
          </a:prstGeom>
          <a:noFill/>
        </p:spPr>
        <p:txBody>
          <a:bodyPr wrap="square">
            <a:spAutoFit/>
          </a:bodyPr>
          <a:lstStyle/>
          <a:p>
            <a:r>
              <a:rPr lang="zh-HK" altLang="en-US" dirty="0"/>
              <a:t>monotonically increasing</a:t>
            </a:r>
          </a:p>
        </p:txBody>
      </p:sp>
      <p:graphicFrame>
        <p:nvGraphicFramePr>
          <p:cNvPr id="10" name="Table 9">
            <a:extLst>
              <a:ext uri="{FF2B5EF4-FFF2-40B4-BE49-F238E27FC236}">
                <a16:creationId xmlns:a16="http://schemas.microsoft.com/office/drawing/2014/main" id="{83EFAD13-6164-0D88-C0B3-39E0E533CA3E}"/>
              </a:ext>
            </a:extLst>
          </p:cNvPr>
          <p:cNvGraphicFramePr>
            <a:graphicFrameLocks noGrp="1"/>
          </p:cNvGraphicFramePr>
          <p:nvPr/>
        </p:nvGraphicFramePr>
        <p:xfrm>
          <a:off x="4950014" y="2461208"/>
          <a:ext cx="4889966" cy="1219200"/>
        </p:xfrm>
        <a:graphic>
          <a:graphicData uri="http://schemas.openxmlformats.org/drawingml/2006/table">
            <a:tbl>
              <a:tblPr firstRow="1" bandRow="1">
                <a:tableStyleId>{5C22544A-7EE6-4342-B048-85BDC9FD1C3A}</a:tableStyleId>
              </a:tblPr>
              <a:tblGrid>
                <a:gridCol w="2444983">
                  <a:extLst>
                    <a:ext uri="{9D8B030D-6E8A-4147-A177-3AD203B41FA5}">
                      <a16:colId xmlns:a16="http://schemas.microsoft.com/office/drawing/2014/main" val="1555430829"/>
                    </a:ext>
                  </a:extLst>
                </a:gridCol>
                <a:gridCol w="2444983">
                  <a:extLst>
                    <a:ext uri="{9D8B030D-6E8A-4147-A177-3AD203B41FA5}">
                      <a16:colId xmlns:a16="http://schemas.microsoft.com/office/drawing/2014/main" val="4099252851"/>
                    </a:ext>
                  </a:extLst>
                </a:gridCol>
              </a:tblGrid>
              <a:tr h="0">
                <a:tc>
                  <a:txBody>
                    <a:bodyPr/>
                    <a:lstStyle/>
                    <a:p>
                      <a:pPr algn="ctr"/>
                      <a:r>
                        <a:rPr lang="en-US" altLang="zh-HK" dirty="0">
                          <a:latin typeface="Aptos Display" panose="020B0004020202020204" pitchFamily="34" charset="0"/>
                        </a:rPr>
                        <a:t>Result</a:t>
                      </a:r>
                      <a:endParaRPr lang="zh-HK" altLang="en-US" dirty="0"/>
                    </a:p>
                  </a:txBody>
                  <a:tcPr/>
                </a:tc>
                <a:tc>
                  <a:txBody>
                    <a:bodyPr/>
                    <a:lstStyle/>
                    <a:p>
                      <a:pPr algn="ctr"/>
                      <a:r>
                        <a:rPr lang="en-US" altLang="zh-HK" dirty="0">
                          <a:latin typeface="Aptos Display" panose="020B0004020202020204" pitchFamily="34" charset="0"/>
                        </a:rPr>
                        <a:t>meaning</a:t>
                      </a:r>
                      <a:endParaRPr lang="zh-HK" altLang="en-US" dirty="0"/>
                    </a:p>
                  </a:txBody>
                  <a:tcPr/>
                </a:tc>
                <a:extLst>
                  <a:ext uri="{0D108BD9-81ED-4DB2-BD59-A6C34878D82A}">
                    <a16:rowId xmlns:a16="http://schemas.microsoft.com/office/drawing/2014/main" val="1797707414"/>
                  </a:ext>
                </a:extLst>
              </a:tr>
              <a:tr h="370840">
                <a:tc>
                  <a:txBody>
                    <a:bodyPr/>
                    <a:lstStyle/>
                    <a:p>
                      <a:pPr algn="ctr"/>
                      <a:r>
                        <a:rPr lang="en-US" altLang="zh-HK" sz="1100" dirty="0">
                          <a:latin typeface="Aptos Display" panose="020B0004020202020204" pitchFamily="34" charset="0"/>
                        </a:rPr>
                        <a:t>Pearson r=0.61 &gt; Spearman ρ=0.54</a:t>
                      </a:r>
                      <a:endParaRPr lang="zh-HK" altLang="en-US" sz="1100" dirty="0"/>
                    </a:p>
                  </a:txBody>
                  <a:tcPr/>
                </a:tc>
                <a:tc>
                  <a:txBody>
                    <a:bodyPr/>
                    <a:lstStyle/>
                    <a:p>
                      <a:pPr algn="ctr"/>
                      <a:r>
                        <a:rPr lang="en-US" altLang="zh-HK" sz="1100" dirty="0">
                          <a:latin typeface="Aptos Display" panose="020B0004020202020204" pitchFamily="34" charset="0"/>
                        </a:rPr>
                        <a:t>The linear model overestimates the actual influence</a:t>
                      </a:r>
                      <a:endParaRPr lang="zh-HK" altLang="en-US" sz="1100" dirty="0"/>
                    </a:p>
                  </a:txBody>
                  <a:tcPr/>
                </a:tc>
                <a:extLst>
                  <a:ext uri="{0D108BD9-81ED-4DB2-BD59-A6C34878D82A}">
                    <a16:rowId xmlns:a16="http://schemas.microsoft.com/office/drawing/2014/main" val="1944350048"/>
                  </a:ext>
                </a:extLst>
              </a:tr>
              <a:tr h="370840">
                <a:tc>
                  <a:txBody>
                    <a:bodyPr/>
                    <a:lstStyle/>
                    <a:p>
                      <a:pPr algn="ctr"/>
                      <a:r>
                        <a:rPr lang="en-US" altLang="zh-HK" sz="1100" dirty="0">
                          <a:latin typeface="Aptos Display" panose="020B0004020202020204" pitchFamily="34" charset="0"/>
                        </a:rPr>
                        <a:t>Spearman is still significant (ρ=0.54)</a:t>
                      </a:r>
                      <a:endParaRPr lang="zh-HK" altLang="en-US" sz="1100" dirty="0"/>
                    </a:p>
                  </a:txBody>
                  <a:tcPr/>
                </a:tc>
                <a:tc>
                  <a:txBody>
                    <a:bodyPr/>
                    <a:lstStyle/>
                    <a:p>
                      <a:pPr algn="ctr"/>
                      <a:r>
                        <a:rPr lang="en-US" altLang="zh-HK" sz="1100" dirty="0">
                          <a:latin typeface="Aptos Display" panose="020B0004020202020204" pitchFamily="34" charset="0"/>
                        </a:rPr>
                        <a:t>There is a stable nonlinear trend</a:t>
                      </a:r>
                    </a:p>
                    <a:p>
                      <a:pPr algn="ctr"/>
                      <a:r>
                        <a:rPr lang="en-US" altLang="zh-HK" sz="1100" dirty="0"/>
                        <a:t> (Longer time→ Larger thickness)</a:t>
                      </a:r>
                      <a:endParaRPr lang="zh-HK" altLang="en-US" sz="1100" dirty="0"/>
                    </a:p>
                  </a:txBody>
                  <a:tcPr/>
                </a:tc>
                <a:extLst>
                  <a:ext uri="{0D108BD9-81ED-4DB2-BD59-A6C34878D82A}">
                    <a16:rowId xmlns:a16="http://schemas.microsoft.com/office/drawing/2014/main" val="2274096579"/>
                  </a:ext>
                </a:extLst>
              </a:tr>
            </a:tbl>
          </a:graphicData>
        </a:graphic>
      </p:graphicFrame>
      <p:pic>
        <p:nvPicPr>
          <p:cNvPr id="15" name="Picture 2">
            <a:extLst>
              <a:ext uri="{FF2B5EF4-FFF2-40B4-BE49-F238E27FC236}">
                <a16:creationId xmlns:a16="http://schemas.microsoft.com/office/drawing/2014/main" id="{50B1E7F6-8822-1EF4-910A-724AED347BBF}"/>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531611" y="2073962"/>
            <a:ext cx="3633532" cy="321289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132390836"/>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8055BF46-59A6-8E31-8C7A-62D5DB7EAEFA}"/>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DC1053C4-5D00-BE2C-A7C9-E62CCC8459F1}"/>
              </a:ext>
            </a:extLst>
          </p:cNvPr>
          <p:cNvSpPr/>
          <p:nvPr/>
        </p:nvSpPr>
        <p:spPr>
          <a:xfrm>
            <a:off x="2216150" y="1054100"/>
            <a:ext cx="7792944" cy="738154"/>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ptos Display" panose="020B0004020202020204" pitchFamily="34" charset="0"/>
            </a:endParaRPr>
          </a:p>
        </p:txBody>
      </p:sp>
      <p:sp>
        <p:nvSpPr>
          <p:cNvPr id="3" name="Text Placeholder 2">
            <a:extLst>
              <a:ext uri="{FF2B5EF4-FFF2-40B4-BE49-F238E27FC236}">
                <a16:creationId xmlns:a16="http://schemas.microsoft.com/office/drawing/2014/main" id="{73B35FEB-59A8-FDE0-FD56-7A01059A6592}"/>
              </a:ext>
            </a:extLst>
          </p:cNvPr>
          <p:cNvSpPr>
            <a:spLocks noGrp="1"/>
          </p:cNvSpPr>
          <p:nvPr>
            <p:ph type="body" sz="quarter" idx="32"/>
          </p:nvPr>
        </p:nvSpPr>
        <p:spPr>
          <a:xfrm>
            <a:off x="1445496" y="380401"/>
            <a:ext cx="7590927" cy="490331"/>
          </a:xfrm>
        </p:spPr>
        <p:txBody>
          <a:bodyPr/>
          <a:lstStyle/>
          <a:p>
            <a:pPr lvl="0" defTabSz="2000250">
              <a:lnSpc>
                <a:spcPct val="90000"/>
              </a:lnSpc>
              <a:spcBef>
                <a:spcPct val="0"/>
              </a:spcBef>
              <a:spcAft>
                <a:spcPct val="35000"/>
              </a:spcAft>
            </a:pPr>
            <a:r>
              <a:rPr lang="en-US" sz="2800" dirty="0"/>
              <a:t>Statistical analysis</a:t>
            </a:r>
          </a:p>
        </p:txBody>
      </p:sp>
      <p:sp>
        <p:nvSpPr>
          <p:cNvPr id="9" name="TextBox 8">
            <a:extLst>
              <a:ext uri="{FF2B5EF4-FFF2-40B4-BE49-F238E27FC236}">
                <a16:creationId xmlns:a16="http://schemas.microsoft.com/office/drawing/2014/main" id="{6D1248EA-8636-1FA0-C68F-797C024B31FF}"/>
              </a:ext>
            </a:extLst>
          </p:cNvPr>
          <p:cNvSpPr txBox="1"/>
          <p:nvPr/>
        </p:nvSpPr>
        <p:spPr>
          <a:xfrm>
            <a:off x="2348377" y="1223063"/>
            <a:ext cx="7267671" cy="338554"/>
          </a:xfrm>
          <a:prstGeom prst="rect">
            <a:avLst/>
          </a:prstGeom>
          <a:noFill/>
        </p:spPr>
        <p:txBody>
          <a:bodyPr wrap="square">
            <a:spAutoFit/>
          </a:bodyPr>
          <a:lstStyle/>
          <a:p>
            <a:r>
              <a:rPr lang="en-US" i="1" dirty="0">
                <a:latin typeface="Aptos Display" panose="020B0004020202020204" pitchFamily="34" charset="0"/>
              </a:rPr>
              <a:t>Detect Outliers by Z-score method, IQR method, or Times-series. </a:t>
            </a:r>
          </a:p>
        </p:txBody>
      </p:sp>
      <p:sp>
        <p:nvSpPr>
          <p:cNvPr id="29" name="Rectangle: Rounded Corners 28">
            <a:extLst>
              <a:ext uri="{FF2B5EF4-FFF2-40B4-BE49-F238E27FC236}">
                <a16:creationId xmlns:a16="http://schemas.microsoft.com/office/drawing/2014/main" id="{041BF6AB-CC18-4D3A-AB18-F36A267D5484}"/>
              </a:ext>
            </a:extLst>
          </p:cNvPr>
          <p:cNvSpPr/>
          <p:nvPr/>
        </p:nvSpPr>
        <p:spPr>
          <a:xfrm>
            <a:off x="150906" y="1048839"/>
            <a:ext cx="1844488" cy="738154"/>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b="1" dirty="0">
              <a:latin typeface="Aptos Display" panose="020B0004020202020204" pitchFamily="34" charset="0"/>
            </a:endParaRPr>
          </a:p>
        </p:txBody>
      </p:sp>
      <p:sp>
        <p:nvSpPr>
          <p:cNvPr id="2" name="Rectangle 1">
            <a:extLst>
              <a:ext uri="{FF2B5EF4-FFF2-40B4-BE49-F238E27FC236}">
                <a16:creationId xmlns:a16="http://schemas.microsoft.com/office/drawing/2014/main" id="{8B7D6DAD-7BBE-2279-580F-8267CC969422}"/>
              </a:ext>
            </a:extLst>
          </p:cNvPr>
          <p:cNvSpPr/>
          <p:nvPr/>
        </p:nvSpPr>
        <p:spPr>
          <a:xfrm>
            <a:off x="2127622" y="971550"/>
            <a:ext cx="22075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5" name="Rectangle 4">
            <a:extLst>
              <a:ext uri="{FF2B5EF4-FFF2-40B4-BE49-F238E27FC236}">
                <a16:creationId xmlns:a16="http://schemas.microsoft.com/office/drawing/2014/main" id="{27EC70AA-C0F4-7C85-DC1F-4FDA5AAF693A}"/>
              </a:ext>
            </a:extLst>
          </p:cNvPr>
          <p:cNvSpPr/>
          <p:nvPr/>
        </p:nvSpPr>
        <p:spPr>
          <a:xfrm>
            <a:off x="9779934" y="971550"/>
            <a:ext cx="38006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12" name="TextBox 11">
            <a:extLst>
              <a:ext uri="{FF2B5EF4-FFF2-40B4-BE49-F238E27FC236}">
                <a16:creationId xmlns:a16="http://schemas.microsoft.com/office/drawing/2014/main" id="{C0698693-1390-6C36-97F4-441F151E7FEA}"/>
              </a:ext>
            </a:extLst>
          </p:cNvPr>
          <p:cNvSpPr txBox="1"/>
          <p:nvPr/>
        </p:nvSpPr>
        <p:spPr>
          <a:xfrm>
            <a:off x="543952" y="1099952"/>
            <a:ext cx="1058395" cy="584775"/>
          </a:xfrm>
          <a:prstGeom prst="rect">
            <a:avLst/>
          </a:prstGeom>
          <a:noFill/>
        </p:spPr>
        <p:txBody>
          <a:bodyPr wrap="square">
            <a:spAutoFit/>
          </a:bodyPr>
          <a:lstStyle/>
          <a:p>
            <a:pPr algn="ctr"/>
            <a:r>
              <a:rPr lang="en-US" b="1" dirty="0">
                <a:solidFill>
                  <a:schemeClr val="bg1"/>
                </a:solidFill>
                <a:latin typeface="Aptos Display" panose="020B0004020202020204" pitchFamily="34" charset="0"/>
              </a:rPr>
              <a:t>Outlier Analysis</a:t>
            </a:r>
          </a:p>
        </p:txBody>
      </p:sp>
      <p:pic>
        <p:nvPicPr>
          <p:cNvPr id="4" name="Picture 2">
            <a:extLst>
              <a:ext uri="{FF2B5EF4-FFF2-40B4-BE49-F238E27FC236}">
                <a16:creationId xmlns:a16="http://schemas.microsoft.com/office/drawing/2014/main" id="{D5F503D5-B1C9-BFD4-94E2-EFEC341F0D2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6336" y="2382884"/>
            <a:ext cx="2672022" cy="1767590"/>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4">
            <a:extLst>
              <a:ext uri="{FF2B5EF4-FFF2-40B4-BE49-F238E27FC236}">
                <a16:creationId xmlns:a16="http://schemas.microsoft.com/office/drawing/2014/main" id="{17D48BA5-A7FB-EB9C-938F-BA764AFCDB47}"/>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743989" y="2382884"/>
            <a:ext cx="2672022" cy="1767708"/>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6">
            <a:extLst>
              <a:ext uri="{FF2B5EF4-FFF2-40B4-BE49-F238E27FC236}">
                <a16:creationId xmlns:a16="http://schemas.microsoft.com/office/drawing/2014/main" id="{A0702FC4-438C-33D7-1655-89D18FBF60BE}"/>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7221642" y="2382884"/>
            <a:ext cx="2672022" cy="176770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570A179A-0D7B-51F5-26D4-6BBE2CB258E0}"/>
              </a:ext>
            </a:extLst>
          </p:cNvPr>
          <p:cNvSpPr txBox="1"/>
          <p:nvPr/>
        </p:nvSpPr>
        <p:spPr>
          <a:xfrm>
            <a:off x="646323" y="4291568"/>
            <a:ext cx="2292035" cy="369332"/>
          </a:xfrm>
          <a:prstGeom prst="rect">
            <a:avLst/>
          </a:prstGeom>
          <a:noFill/>
        </p:spPr>
        <p:txBody>
          <a:bodyPr wrap="square">
            <a:spAutoFit/>
          </a:bodyPr>
          <a:lstStyle/>
          <a:p>
            <a:r>
              <a:rPr lang="en-US" altLang="zh-HK" dirty="0" err="1"/>
              <a:t>Product_Thickness</a:t>
            </a:r>
            <a:endParaRPr lang="zh-HK" altLang="en-US" dirty="0"/>
          </a:p>
        </p:txBody>
      </p:sp>
      <p:sp>
        <p:nvSpPr>
          <p:cNvPr id="10" name="TextBox 9">
            <a:extLst>
              <a:ext uri="{FF2B5EF4-FFF2-40B4-BE49-F238E27FC236}">
                <a16:creationId xmlns:a16="http://schemas.microsoft.com/office/drawing/2014/main" id="{047E4456-2E9A-2A26-46ED-2D5AED58118F}"/>
              </a:ext>
            </a:extLst>
          </p:cNvPr>
          <p:cNvSpPr txBox="1"/>
          <p:nvPr/>
        </p:nvSpPr>
        <p:spPr>
          <a:xfrm>
            <a:off x="4123976" y="4291568"/>
            <a:ext cx="2292035" cy="369332"/>
          </a:xfrm>
          <a:prstGeom prst="rect">
            <a:avLst/>
          </a:prstGeom>
          <a:noFill/>
        </p:spPr>
        <p:txBody>
          <a:bodyPr wrap="square">
            <a:spAutoFit/>
          </a:bodyPr>
          <a:lstStyle/>
          <a:p>
            <a:r>
              <a:rPr lang="en-US" altLang="zh-HK" dirty="0" err="1"/>
              <a:t>Outer_Diameter</a:t>
            </a:r>
            <a:endParaRPr lang="zh-HK" altLang="en-US" dirty="0"/>
          </a:p>
        </p:txBody>
      </p:sp>
      <p:sp>
        <p:nvSpPr>
          <p:cNvPr id="11" name="TextBox 10">
            <a:extLst>
              <a:ext uri="{FF2B5EF4-FFF2-40B4-BE49-F238E27FC236}">
                <a16:creationId xmlns:a16="http://schemas.microsoft.com/office/drawing/2014/main" id="{369FAA58-A3E8-BC14-5CA4-1CC05E541C61}"/>
              </a:ext>
            </a:extLst>
          </p:cNvPr>
          <p:cNvSpPr txBox="1"/>
          <p:nvPr/>
        </p:nvSpPr>
        <p:spPr>
          <a:xfrm>
            <a:off x="7890405" y="4251792"/>
            <a:ext cx="2292035" cy="369332"/>
          </a:xfrm>
          <a:prstGeom prst="rect">
            <a:avLst/>
          </a:prstGeom>
          <a:noFill/>
        </p:spPr>
        <p:txBody>
          <a:bodyPr wrap="square">
            <a:spAutoFit/>
          </a:bodyPr>
          <a:lstStyle/>
          <a:p>
            <a:r>
              <a:rPr lang="en-US" altLang="zh-HK" dirty="0" err="1"/>
              <a:t>Inner_Diameter</a:t>
            </a:r>
            <a:endParaRPr lang="zh-HK" altLang="en-US" dirty="0"/>
          </a:p>
        </p:txBody>
      </p:sp>
    </p:spTree>
    <p:extLst>
      <p:ext uri="{BB962C8B-B14F-4D97-AF65-F5344CB8AC3E}">
        <p14:creationId xmlns:p14="http://schemas.microsoft.com/office/powerpoint/2010/main" val="1094423112"/>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1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26DBC4ED-2578-1086-BB00-9D4956F048C7}"/>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5ECEB343-8774-32AC-AA9F-05339C193785}"/>
              </a:ext>
            </a:extLst>
          </p:cNvPr>
          <p:cNvSpPr/>
          <p:nvPr/>
        </p:nvSpPr>
        <p:spPr>
          <a:xfrm>
            <a:off x="2216150" y="1054100"/>
            <a:ext cx="7792944" cy="738154"/>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ptos Display" panose="020B0004020202020204" pitchFamily="34" charset="0"/>
            </a:endParaRPr>
          </a:p>
        </p:txBody>
      </p:sp>
      <p:sp>
        <p:nvSpPr>
          <p:cNvPr id="3" name="Text Placeholder 2">
            <a:extLst>
              <a:ext uri="{FF2B5EF4-FFF2-40B4-BE49-F238E27FC236}">
                <a16:creationId xmlns:a16="http://schemas.microsoft.com/office/drawing/2014/main" id="{0F458774-7AA1-C7E4-B8B5-B176CFB2D074}"/>
              </a:ext>
            </a:extLst>
          </p:cNvPr>
          <p:cNvSpPr>
            <a:spLocks noGrp="1"/>
          </p:cNvSpPr>
          <p:nvPr>
            <p:ph type="body" sz="quarter" idx="32"/>
          </p:nvPr>
        </p:nvSpPr>
        <p:spPr>
          <a:xfrm>
            <a:off x="1445496" y="380401"/>
            <a:ext cx="7590927" cy="490331"/>
          </a:xfrm>
        </p:spPr>
        <p:txBody>
          <a:bodyPr/>
          <a:lstStyle/>
          <a:p>
            <a:pPr lvl="0" defTabSz="2000250">
              <a:lnSpc>
                <a:spcPct val="90000"/>
              </a:lnSpc>
              <a:spcBef>
                <a:spcPct val="0"/>
              </a:spcBef>
              <a:spcAft>
                <a:spcPct val="35000"/>
              </a:spcAft>
            </a:pPr>
            <a:r>
              <a:rPr lang="en-US" sz="2800" dirty="0"/>
              <a:t>Statistical analysis</a:t>
            </a:r>
          </a:p>
        </p:txBody>
      </p:sp>
      <p:sp>
        <p:nvSpPr>
          <p:cNvPr id="9" name="TextBox 8">
            <a:extLst>
              <a:ext uri="{FF2B5EF4-FFF2-40B4-BE49-F238E27FC236}">
                <a16:creationId xmlns:a16="http://schemas.microsoft.com/office/drawing/2014/main" id="{E019DA43-6668-A590-2C58-887062A779A8}"/>
              </a:ext>
            </a:extLst>
          </p:cNvPr>
          <p:cNvSpPr txBox="1"/>
          <p:nvPr/>
        </p:nvSpPr>
        <p:spPr>
          <a:xfrm>
            <a:off x="2348377" y="1223063"/>
            <a:ext cx="8164606" cy="584775"/>
          </a:xfrm>
          <a:prstGeom prst="rect">
            <a:avLst/>
          </a:prstGeom>
          <a:noFill/>
        </p:spPr>
        <p:txBody>
          <a:bodyPr wrap="square">
            <a:spAutoFit/>
          </a:bodyPr>
          <a:lstStyle/>
          <a:p>
            <a:r>
              <a:rPr lang="en-US" i="1" dirty="0">
                <a:latin typeface="Aptos Display" panose="020B0004020202020204" pitchFamily="34" charset="0"/>
              </a:rPr>
              <a:t>Distribution of Outlier and Regular samples by Kernel Density Estimation</a:t>
            </a:r>
          </a:p>
          <a:p>
            <a:endParaRPr lang="en-US" i="1" dirty="0">
              <a:latin typeface="Aptos Display" panose="020B0004020202020204" pitchFamily="34" charset="0"/>
            </a:endParaRPr>
          </a:p>
        </p:txBody>
      </p:sp>
      <p:sp>
        <p:nvSpPr>
          <p:cNvPr id="29" name="Rectangle: Rounded Corners 28">
            <a:extLst>
              <a:ext uri="{FF2B5EF4-FFF2-40B4-BE49-F238E27FC236}">
                <a16:creationId xmlns:a16="http://schemas.microsoft.com/office/drawing/2014/main" id="{EBD68CDB-CC82-C842-D4F1-21D3E9226247}"/>
              </a:ext>
            </a:extLst>
          </p:cNvPr>
          <p:cNvSpPr/>
          <p:nvPr/>
        </p:nvSpPr>
        <p:spPr>
          <a:xfrm>
            <a:off x="150906" y="1048839"/>
            <a:ext cx="1844488" cy="738154"/>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b="1" dirty="0">
              <a:latin typeface="Aptos Display" panose="020B0004020202020204" pitchFamily="34" charset="0"/>
            </a:endParaRPr>
          </a:p>
        </p:txBody>
      </p:sp>
      <p:sp>
        <p:nvSpPr>
          <p:cNvPr id="2" name="Rectangle 1">
            <a:extLst>
              <a:ext uri="{FF2B5EF4-FFF2-40B4-BE49-F238E27FC236}">
                <a16:creationId xmlns:a16="http://schemas.microsoft.com/office/drawing/2014/main" id="{FBA7CC28-7CD3-816F-5067-B838E638CEFA}"/>
              </a:ext>
            </a:extLst>
          </p:cNvPr>
          <p:cNvSpPr/>
          <p:nvPr/>
        </p:nvSpPr>
        <p:spPr>
          <a:xfrm>
            <a:off x="2127622" y="971550"/>
            <a:ext cx="22075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5" name="Rectangle 4">
            <a:extLst>
              <a:ext uri="{FF2B5EF4-FFF2-40B4-BE49-F238E27FC236}">
                <a16:creationId xmlns:a16="http://schemas.microsoft.com/office/drawing/2014/main" id="{53F9D2DE-D21D-D31E-708B-FDC894505CA6}"/>
              </a:ext>
            </a:extLst>
          </p:cNvPr>
          <p:cNvSpPr/>
          <p:nvPr/>
        </p:nvSpPr>
        <p:spPr>
          <a:xfrm>
            <a:off x="9779934" y="971550"/>
            <a:ext cx="38006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12" name="TextBox 11">
            <a:extLst>
              <a:ext uri="{FF2B5EF4-FFF2-40B4-BE49-F238E27FC236}">
                <a16:creationId xmlns:a16="http://schemas.microsoft.com/office/drawing/2014/main" id="{5EFE9728-CFBA-A5B7-BC6D-15CE57ECF7E6}"/>
              </a:ext>
            </a:extLst>
          </p:cNvPr>
          <p:cNvSpPr txBox="1"/>
          <p:nvPr/>
        </p:nvSpPr>
        <p:spPr>
          <a:xfrm>
            <a:off x="281315" y="1048839"/>
            <a:ext cx="1583669" cy="584775"/>
          </a:xfrm>
          <a:prstGeom prst="rect">
            <a:avLst/>
          </a:prstGeom>
          <a:noFill/>
        </p:spPr>
        <p:txBody>
          <a:bodyPr wrap="square">
            <a:spAutoFit/>
          </a:bodyPr>
          <a:lstStyle/>
          <a:p>
            <a:pPr algn="ctr"/>
            <a:r>
              <a:rPr lang="en-US" b="1" dirty="0">
                <a:solidFill>
                  <a:schemeClr val="bg1"/>
                </a:solidFill>
                <a:latin typeface="Aptos Display" panose="020B0004020202020204" pitchFamily="34" charset="0"/>
              </a:rPr>
              <a:t>Outlier Distribution</a:t>
            </a:r>
          </a:p>
        </p:txBody>
      </p:sp>
      <p:pic>
        <p:nvPicPr>
          <p:cNvPr id="4" name="Picture 4">
            <a:extLst>
              <a:ext uri="{FF2B5EF4-FFF2-40B4-BE49-F238E27FC236}">
                <a16:creationId xmlns:a16="http://schemas.microsoft.com/office/drawing/2014/main" id="{F94D57BF-DACA-D96B-2A60-C65F3BAA986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57284" y="2005817"/>
            <a:ext cx="1388709" cy="2908008"/>
          </a:xfrm>
          <a:prstGeom prst="rect">
            <a:avLst/>
          </a:prstGeom>
          <a:noFill/>
          <a:extLst>
            <a:ext uri="{909E8E84-426E-40DD-AFC4-6F175D3DCCD1}">
              <a14:hiddenFill xmlns:a14="http://schemas.microsoft.com/office/drawing/2010/main">
                <a:solidFill>
                  <a:srgbClr val="FFFFFF"/>
                </a:solidFill>
              </a14:hiddenFill>
            </a:ext>
          </a:extLst>
        </p:spPr>
      </p:pic>
      <p:pic>
        <p:nvPicPr>
          <p:cNvPr id="6" name="Picture 6">
            <a:extLst>
              <a:ext uri="{FF2B5EF4-FFF2-40B4-BE49-F238E27FC236}">
                <a16:creationId xmlns:a16="http://schemas.microsoft.com/office/drawing/2014/main" id="{818839F1-CC54-D5A1-B6A1-1FF0FD0DF8E0}"/>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902937" y="2005817"/>
            <a:ext cx="1388709" cy="2910831"/>
          </a:xfrm>
          <a:prstGeom prst="rect">
            <a:avLst/>
          </a:prstGeom>
          <a:noFill/>
          <a:extLst>
            <a:ext uri="{909E8E84-426E-40DD-AFC4-6F175D3DCCD1}">
              <a14:hiddenFill xmlns:a14="http://schemas.microsoft.com/office/drawing/2010/main">
                <a:solidFill>
                  <a:srgbClr val="FFFFFF"/>
                </a:solidFill>
              </a14:hiddenFill>
            </a:ext>
          </a:extLst>
        </p:spPr>
      </p:pic>
      <p:pic>
        <p:nvPicPr>
          <p:cNvPr id="7" name="Picture 8">
            <a:extLst>
              <a:ext uri="{FF2B5EF4-FFF2-40B4-BE49-F238E27FC236}">
                <a16:creationId xmlns:a16="http://schemas.microsoft.com/office/drawing/2014/main" id="{1B5F7803-B5FA-EE56-6C34-6AFE18E00970}"/>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5348590" y="2005817"/>
            <a:ext cx="1388709" cy="2908008"/>
          </a:xfrm>
          <a:prstGeom prst="rect">
            <a:avLst/>
          </a:prstGeom>
          <a:noFill/>
          <a:extLst>
            <a:ext uri="{909E8E84-426E-40DD-AFC4-6F175D3DCCD1}">
              <a14:hiddenFill xmlns:a14="http://schemas.microsoft.com/office/drawing/2010/main">
                <a:solidFill>
                  <a:srgbClr val="FFFFFF"/>
                </a:solidFill>
              </a14:hiddenFill>
            </a:ext>
          </a:extLst>
        </p:spPr>
      </p:pic>
      <p:sp>
        <p:nvSpPr>
          <p:cNvPr id="8" name="TextBox 7">
            <a:extLst>
              <a:ext uri="{FF2B5EF4-FFF2-40B4-BE49-F238E27FC236}">
                <a16:creationId xmlns:a16="http://schemas.microsoft.com/office/drawing/2014/main" id="{AAE09BCF-5631-76B1-0301-5A8D8B07714F}"/>
              </a:ext>
            </a:extLst>
          </p:cNvPr>
          <p:cNvSpPr txBox="1"/>
          <p:nvPr/>
        </p:nvSpPr>
        <p:spPr>
          <a:xfrm>
            <a:off x="281315" y="4951338"/>
            <a:ext cx="2292035" cy="369332"/>
          </a:xfrm>
          <a:prstGeom prst="rect">
            <a:avLst/>
          </a:prstGeom>
          <a:noFill/>
        </p:spPr>
        <p:txBody>
          <a:bodyPr wrap="square">
            <a:spAutoFit/>
          </a:bodyPr>
          <a:lstStyle/>
          <a:p>
            <a:r>
              <a:rPr lang="en-US" altLang="zh-HK" dirty="0" err="1"/>
              <a:t>Product_Thickness</a:t>
            </a:r>
            <a:endParaRPr lang="zh-HK" altLang="en-US" dirty="0"/>
          </a:p>
        </p:txBody>
      </p:sp>
      <p:sp>
        <p:nvSpPr>
          <p:cNvPr id="10" name="TextBox 9">
            <a:extLst>
              <a:ext uri="{FF2B5EF4-FFF2-40B4-BE49-F238E27FC236}">
                <a16:creationId xmlns:a16="http://schemas.microsoft.com/office/drawing/2014/main" id="{1AED89C0-F4EF-17CB-53C5-24F1F1D5B126}"/>
              </a:ext>
            </a:extLst>
          </p:cNvPr>
          <p:cNvSpPr txBox="1"/>
          <p:nvPr/>
        </p:nvSpPr>
        <p:spPr>
          <a:xfrm>
            <a:off x="2949000" y="4951338"/>
            <a:ext cx="2292035" cy="369332"/>
          </a:xfrm>
          <a:prstGeom prst="rect">
            <a:avLst/>
          </a:prstGeom>
          <a:noFill/>
        </p:spPr>
        <p:txBody>
          <a:bodyPr wrap="square">
            <a:spAutoFit/>
          </a:bodyPr>
          <a:lstStyle/>
          <a:p>
            <a:r>
              <a:rPr lang="en-US" altLang="zh-HK" dirty="0" err="1"/>
              <a:t>Outer_Diameter</a:t>
            </a:r>
            <a:endParaRPr lang="zh-HK" altLang="en-US" dirty="0"/>
          </a:p>
        </p:txBody>
      </p:sp>
      <p:sp>
        <p:nvSpPr>
          <p:cNvPr id="11" name="TextBox 10">
            <a:extLst>
              <a:ext uri="{FF2B5EF4-FFF2-40B4-BE49-F238E27FC236}">
                <a16:creationId xmlns:a16="http://schemas.microsoft.com/office/drawing/2014/main" id="{4750C149-15D4-8B67-2A8E-F1FDF79D4DE9}"/>
              </a:ext>
            </a:extLst>
          </p:cNvPr>
          <p:cNvSpPr txBox="1"/>
          <p:nvPr/>
        </p:nvSpPr>
        <p:spPr>
          <a:xfrm>
            <a:off x="5284662" y="4965267"/>
            <a:ext cx="2292035" cy="369332"/>
          </a:xfrm>
          <a:prstGeom prst="rect">
            <a:avLst/>
          </a:prstGeom>
          <a:noFill/>
        </p:spPr>
        <p:txBody>
          <a:bodyPr wrap="square">
            <a:spAutoFit/>
          </a:bodyPr>
          <a:lstStyle/>
          <a:p>
            <a:r>
              <a:rPr lang="en-US" altLang="zh-HK" dirty="0" err="1"/>
              <a:t>Inner_Diameter</a:t>
            </a:r>
            <a:endParaRPr lang="zh-HK" altLang="en-US" dirty="0"/>
          </a:p>
        </p:txBody>
      </p:sp>
      <p:pic>
        <p:nvPicPr>
          <p:cNvPr id="13" name="Picture 12">
            <a:extLst>
              <a:ext uri="{FF2B5EF4-FFF2-40B4-BE49-F238E27FC236}">
                <a16:creationId xmlns:a16="http://schemas.microsoft.com/office/drawing/2014/main" id="{E8642210-0139-B3D2-8C79-D0AE2BE2BBDA}"/>
              </a:ext>
            </a:extLst>
          </p:cNvPr>
          <p:cNvPicPr>
            <a:picLocks noChangeAspect="1"/>
          </p:cNvPicPr>
          <p:nvPr/>
        </p:nvPicPr>
        <p:blipFill>
          <a:blip r:embed="rId5"/>
          <a:stretch>
            <a:fillRect/>
          </a:stretch>
        </p:blipFill>
        <p:spPr>
          <a:xfrm>
            <a:off x="7178701" y="2710442"/>
            <a:ext cx="2524015" cy="1781495"/>
          </a:xfrm>
          <a:prstGeom prst="rect">
            <a:avLst/>
          </a:prstGeom>
        </p:spPr>
      </p:pic>
    </p:spTree>
    <p:extLst>
      <p:ext uri="{BB962C8B-B14F-4D97-AF65-F5344CB8AC3E}">
        <p14:creationId xmlns:p14="http://schemas.microsoft.com/office/powerpoint/2010/main" val="468193797"/>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CD215B9F-40E2-2014-F418-D208282765E6}"/>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446ADA6-89CD-2D05-44D3-8D0FFED4316A}"/>
              </a:ext>
            </a:extLst>
          </p:cNvPr>
          <p:cNvSpPr>
            <a:spLocks noGrp="1"/>
          </p:cNvSpPr>
          <p:nvPr>
            <p:ph type="body" sz="quarter" idx="32"/>
          </p:nvPr>
        </p:nvSpPr>
        <p:spPr>
          <a:xfrm>
            <a:off x="1445497" y="380401"/>
            <a:ext cx="8714503" cy="365777"/>
          </a:xfrm>
        </p:spPr>
        <p:txBody>
          <a:bodyPr/>
          <a:lstStyle/>
          <a:p>
            <a:r>
              <a:rPr lang="en-US" sz="2800" dirty="0"/>
              <a:t>Statistical analysis </a:t>
            </a:r>
            <a:r>
              <a:rPr lang="en-US" sz="2800" dirty="0">
                <a:latin typeface="Aptos Display" panose="020B0004020202020204" pitchFamily="34" charset="0"/>
              </a:rPr>
              <a:t>– Steps (</a:t>
            </a:r>
            <a:r>
              <a:rPr lang="en-US" sz="2800" dirty="0" err="1">
                <a:latin typeface="Aptos Display" panose="020B0004020202020204" pitchFamily="34" charset="0"/>
              </a:rPr>
              <a:t>complete_df_total</a:t>
            </a:r>
            <a:r>
              <a:rPr lang="en-US" sz="2800" dirty="0">
                <a:latin typeface="Aptos Display" panose="020B0004020202020204" pitchFamily="34" charset="0"/>
              </a:rPr>
              <a:t>)</a:t>
            </a:r>
          </a:p>
        </p:txBody>
      </p:sp>
      <p:sp>
        <p:nvSpPr>
          <p:cNvPr id="5" name="TextBox 4">
            <a:extLst>
              <a:ext uri="{FF2B5EF4-FFF2-40B4-BE49-F238E27FC236}">
                <a16:creationId xmlns:a16="http://schemas.microsoft.com/office/drawing/2014/main" id="{CDE0DAB2-FB03-15C6-BFD8-9F011A327ECB}"/>
              </a:ext>
            </a:extLst>
          </p:cNvPr>
          <p:cNvSpPr txBox="1"/>
          <p:nvPr/>
        </p:nvSpPr>
        <p:spPr>
          <a:xfrm>
            <a:off x="41557" y="897778"/>
            <a:ext cx="4610342" cy="461665"/>
          </a:xfrm>
          <a:prstGeom prst="rect">
            <a:avLst/>
          </a:prstGeom>
          <a:noFill/>
        </p:spPr>
        <p:txBody>
          <a:bodyPr wrap="square">
            <a:spAutoFit/>
          </a:bodyPr>
          <a:lstStyle/>
          <a:p>
            <a:r>
              <a:rPr lang="en-US" dirty="0"/>
              <a:t>1️⃣ </a:t>
            </a:r>
            <a:r>
              <a:rPr lang="en-US" dirty="0">
                <a:latin typeface="Aptos Display" panose="020B0004020202020204" pitchFamily="34" charset="0"/>
              </a:rPr>
              <a:t>Descriptive</a:t>
            </a:r>
            <a:r>
              <a:rPr lang="en-US" baseline="0" dirty="0">
                <a:latin typeface="Aptos Display" panose="020B0004020202020204" pitchFamily="34" charset="0"/>
              </a:rPr>
              <a:t> </a:t>
            </a:r>
            <a:r>
              <a:rPr lang="en-US" dirty="0">
                <a:latin typeface="Aptos Display" panose="020B0004020202020204" pitchFamily="34" charset="0"/>
              </a:rPr>
              <a:t>analysis (e.g. mean, median, </a:t>
            </a:r>
            <a:r>
              <a:rPr lang="en-US" dirty="0" err="1">
                <a:latin typeface="Aptos Display" panose="020B0004020202020204" pitchFamily="34" charset="0"/>
              </a:rPr>
              <a:t>s.d.</a:t>
            </a:r>
            <a:r>
              <a:rPr lang="en-US" dirty="0">
                <a:latin typeface="Aptos Display" panose="020B0004020202020204" pitchFamily="34" charset="0"/>
              </a:rPr>
              <a:t>)</a:t>
            </a:r>
          </a:p>
        </p:txBody>
      </p:sp>
      <p:sp>
        <p:nvSpPr>
          <p:cNvPr id="6" name="TextBox 5">
            <a:extLst>
              <a:ext uri="{FF2B5EF4-FFF2-40B4-BE49-F238E27FC236}">
                <a16:creationId xmlns:a16="http://schemas.microsoft.com/office/drawing/2014/main" id="{87DA2A7E-1D42-D095-822B-24716245DF67}"/>
              </a:ext>
            </a:extLst>
          </p:cNvPr>
          <p:cNvSpPr txBox="1"/>
          <p:nvPr/>
        </p:nvSpPr>
        <p:spPr>
          <a:xfrm>
            <a:off x="5080000" y="897778"/>
            <a:ext cx="4805145" cy="584775"/>
          </a:xfrm>
          <a:prstGeom prst="rect">
            <a:avLst/>
          </a:prstGeom>
          <a:noFill/>
        </p:spPr>
        <p:txBody>
          <a:bodyPr wrap="square">
            <a:spAutoFit/>
          </a:bodyPr>
          <a:lstStyle/>
          <a:p>
            <a:r>
              <a:rPr lang="en-US" dirty="0"/>
              <a:t>2️⃣ </a:t>
            </a:r>
            <a:r>
              <a:rPr lang="en-US" dirty="0">
                <a:latin typeface="Aptos" panose="020B0004020202020204" pitchFamily="34" charset="0"/>
              </a:rPr>
              <a:t>Visually analyze the relationship between multiple input parameters and target parameters</a:t>
            </a:r>
          </a:p>
        </p:txBody>
      </p:sp>
      <p:sp>
        <p:nvSpPr>
          <p:cNvPr id="30" name="TextBox 29">
            <a:extLst>
              <a:ext uri="{FF2B5EF4-FFF2-40B4-BE49-F238E27FC236}">
                <a16:creationId xmlns:a16="http://schemas.microsoft.com/office/drawing/2014/main" id="{C6FF8D58-7A85-8B8F-60F6-FA036DF8FCDE}"/>
              </a:ext>
            </a:extLst>
          </p:cNvPr>
          <p:cNvSpPr txBox="1"/>
          <p:nvPr/>
        </p:nvSpPr>
        <p:spPr>
          <a:xfrm>
            <a:off x="6234" y="3149911"/>
            <a:ext cx="5028046" cy="338554"/>
          </a:xfrm>
          <a:prstGeom prst="rect">
            <a:avLst/>
          </a:prstGeom>
          <a:noFill/>
        </p:spPr>
        <p:txBody>
          <a:bodyPr wrap="square">
            <a:spAutoFit/>
          </a:bodyPr>
          <a:lstStyle/>
          <a:p>
            <a:r>
              <a:rPr lang="en-US" dirty="0">
                <a:latin typeface="Aptos" panose="020B0004020202020204" pitchFamily="34" charset="0"/>
              </a:rPr>
              <a:t>3️⃣ Pearson Correlation </a:t>
            </a:r>
          </a:p>
        </p:txBody>
      </p:sp>
      <p:sp>
        <p:nvSpPr>
          <p:cNvPr id="31" name="TextBox 30">
            <a:extLst>
              <a:ext uri="{FF2B5EF4-FFF2-40B4-BE49-F238E27FC236}">
                <a16:creationId xmlns:a16="http://schemas.microsoft.com/office/drawing/2014/main" id="{C6A6400D-79EC-32BE-2778-C0F5CD90844A}"/>
              </a:ext>
            </a:extLst>
          </p:cNvPr>
          <p:cNvSpPr txBox="1"/>
          <p:nvPr/>
        </p:nvSpPr>
        <p:spPr>
          <a:xfrm>
            <a:off x="5080000" y="3149911"/>
            <a:ext cx="2717800" cy="338554"/>
          </a:xfrm>
          <a:prstGeom prst="rect">
            <a:avLst/>
          </a:prstGeom>
          <a:noFill/>
        </p:spPr>
        <p:txBody>
          <a:bodyPr wrap="square">
            <a:spAutoFit/>
          </a:bodyPr>
          <a:lstStyle/>
          <a:p>
            <a:r>
              <a:rPr lang="en-US" dirty="0">
                <a:latin typeface="Aptos" panose="020B0004020202020204" pitchFamily="34" charset="0"/>
              </a:rPr>
              <a:t>4️⃣ Spearman Correlation</a:t>
            </a:r>
          </a:p>
        </p:txBody>
      </p:sp>
      <p:pic>
        <p:nvPicPr>
          <p:cNvPr id="8" name="Picture 7">
            <a:extLst>
              <a:ext uri="{FF2B5EF4-FFF2-40B4-BE49-F238E27FC236}">
                <a16:creationId xmlns:a16="http://schemas.microsoft.com/office/drawing/2014/main" id="{576B7326-8FE4-650D-FB99-B576B42DDCD9}"/>
              </a:ext>
            </a:extLst>
          </p:cNvPr>
          <p:cNvPicPr>
            <a:picLocks noChangeAspect="1"/>
          </p:cNvPicPr>
          <p:nvPr/>
        </p:nvPicPr>
        <p:blipFill>
          <a:blip r:embed="rId2"/>
          <a:stretch>
            <a:fillRect/>
          </a:stretch>
        </p:blipFill>
        <p:spPr>
          <a:xfrm>
            <a:off x="669714" y="1511043"/>
            <a:ext cx="3595551" cy="1300453"/>
          </a:xfrm>
          <a:prstGeom prst="rect">
            <a:avLst/>
          </a:prstGeom>
        </p:spPr>
      </p:pic>
      <p:pic>
        <p:nvPicPr>
          <p:cNvPr id="4" name="Picture 3">
            <a:extLst>
              <a:ext uri="{FF2B5EF4-FFF2-40B4-BE49-F238E27FC236}">
                <a16:creationId xmlns:a16="http://schemas.microsoft.com/office/drawing/2014/main" id="{2DD96B0F-10D4-631B-D0C5-3FC45C0A6539}"/>
              </a:ext>
            </a:extLst>
          </p:cNvPr>
          <p:cNvPicPr>
            <a:picLocks noChangeAspect="1"/>
          </p:cNvPicPr>
          <p:nvPr/>
        </p:nvPicPr>
        <p:blipFill>
          <a:blip r:embed="rId3"/>
          <a:stretch>
            <a:fillRect/>
          </a:stretch>
        </p:blipFill>
        <p:spPr>
          <a:xfrm>
            <a:off x="7442200" y="1557047"/>
            <a:ext cx="2717800" cy="1300453"/>
          </a:xfrm>
          <a:prstGeom prst="rect">
            <a:avLst/>
          </a:prstGeom>
        </p:spPr>
      </p:pic>
      <p:pic>
        <p:nvPicPr>
          <p:cNvPr id="9" name="Picture 8">
            <a:extLst>
              <a:ext uri="{FF2B5EF4-FFF2-40B4-BE49-F238E27FC236}">
                <a16:creationId xmlns:a16="http://schemas.microsoft.com/office/drawing/2014/main" id="{D9E9E193-97E2-FCB5-9831-429CCEEBBCDA}"/>
              </a:ext>
            </a:extLst>
          </p:cNvPr>
          <p:cNvPicPr>
            <a:picLocks noChangeAspect="1"/>
          </p:cNvPicPr>
          <p:nvPr/>
        </p:nvPicPr>
        <p:blipFill>
          <a:blip r:embed="rId4"/>
          <a:stretch>
            <a:fillRect/>
          </a:stretch>
        </p:blipFill>
        <p:spPr>
          <a:xfrm>
            <a:off x="5202314" y="1725135"/>
            <a:ext cx="2003889" cy="881367"/>
          </a:xfrm>
          <a:prstGeom prst="rect">
            <a:avLst/>
          </a:prstGeom>
        </p:spPr>
      </p:pic>
      <p:pic>
        <p:nvPicPr>
          <p:cNvPr id="1026" name="Picture 2">
            <a:extLst>
              <a:ext uri="{FF2B5EF4-FFF2-40B4-BE49-F238E27FC236}">
                <a16:creationId xmlns:a16="http://schemas.microsoft.com/office/drawing/2014/main" id="{93238BA4-1BF6-D21F-BE9F-8929E958A52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3062796" y="3637554"/>
            <a:ext cx="1696699" cy="150039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15">
            <a:extLst>
              <a:ext uri="{FF2B5EF4-FFF2-40B4-BE49-F238E27FC236}">
                <a16:creationId xmlns:a16="http://schemas.microsoft.com/office/drawing/2014/main" id="{70A68CF6-B432-C14D-65B3-CF709FB85046}"/>
              </a:ext>
            </a:extLst>
          </p:cNvPr>
          <p:cNvPicPr>
            <a:picLocks noChangeAspect="1"/>
          </p:cNvPicPr>
          <p:nvPr/>
        </p:nvPicPr>
        <p:blipFill>
          <a:blip r:embed="rId6"/>
          <a:stretch>
            <a:fillRect/>
          </a:stretch>
        </p:blipFill>
        <p:spPr>
          <a:xfrm>
            <a:off x="396712" y="3763176"/>
            <a:ext cx="2097570" cy="1197777"/>
          </a:xfrm>
          <a:prstGeom prst="rect">
            <a:avLst/>
          </a:prstGeom>
        </p:spPr>
      </p:pic>
      <p:pic>
        <p:nvPicPr>
          <p:cNvPr id="1028" name="Picture 4">
            <a:extLst>
              <a:ext uri="{FF2B5EF4-FFF2-40B4-BE49-F238E27FC236}">
                <a16:creationId xmlns:a16="http://schemas.microsoft.com/office/drawing/2014/main" id="{2B37C0B2-FC0F-32C9-CAD9-79A6BDF510B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414548" y="3644767"/>
            <a:ext cx="1555075" cy="1375158"/>
          </a:xfrm>
          <a:prstGeom prst="rect">
            <a:avLst/>
          </a:prstGeom>
          <a:noFill/>
          <a:extLst>
            <a:ext uri="{909E8E84-426E-40DD-AFC4-6F175D3DCCD1}">
              <a14:hiddenFill xmlns:a14="http://schemas.microsoft.com/office/drawing/2010/main">
                <a:solidFill>
                  <a:srgbClr val="FFFFFF"/>
                </a:solidFill>
              </a14:hiddenFill>
            </a:ext>
          </a:extLst>
        </p:spPr>
      </p:pic>
      <p:pic>
        <p:nvPicPr>
          <p:cNvPr id="20" name="Picture 19">
            <a:extLst>
              <a:ext uri="{FF2B5EF4-FFF2-40B4-BE49-F238E27FC236}">
                <a16:creationId xmlns:a16="http://schemas.microsoft.com/office/drawing/2014/main" id="{7A1AD4E1-E2CF-76EE-6EC1-9A05F387F7BB}"/>
              </a:ext>
            </a:extLst>
          </p:cNvPr>
          <p:cNvPicPr>
            <a:picLocks noChangeAspect="1"/>
          </p:cNvPicPr>
          <p:nvPr/>
        </p:nvPicPr>
        <p:blipFill>
          <a:blip r:embed="rId8"/>
          <a:stretch>
            <a:fillRect/>
          </a:stretch>
        </p:blipFill>
        <p:spPr>
          <a:xfrm>
            <a:off x="5660163" y="3676947"/>
            <a:ext cx="1918326" cy="1370233"/>
          </a:xfrm>
          <a:prstGeom prst="rect">
            <a:avLst/>
          </a:prstGeom>
        </p:spPr>
      </p:pic>
    </p:spTree>
    <p:extLst>
      <p:ext uri="{BB962C8B-B14F-4D97-AF65-F5344CB8AC3E}">
        <p14:creationId xmlns:p14="http://schemas.microsoft.com/office/powerpoint/2010/main" val="2388916737"/>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par>
              <p:cTn id="17"/>
            </p:par>
          </p:childTnLst>
        </p:cTn>
      </p:par>
    </p:tnLst>
    <p:bldLst>
      <p:bldP spid="5" grpId="0"/>
      <p:bldP spid="6" grpId="0"/>
      <p:bldP spid="30" grpId="0"/>
      <p:bldP spid="31" grpId="0"/>
    </p:bldLst>
  </p:timing>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78115979-0118-4702-397C-166080D75C8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CCEA0115-D834-7988-9FD6-0F3E6A08A049}"/>
              </a:ext>
            </a:extLst>
          </p:cNvPr>
          <p:cNvSpPr>
            <a:spLocks noGrp="1"/>
          </p:cNvSpPr>
          <p:nvPr>
            <p:ph type="body" sz="quarter" idx="32"/>
          </p:nvPr>
        </p:nvSpPr>
        <p:spPr>
          <a:xfrm>
            <a:off x="1445497" y="380401"/>
            <a:ext cx="8604025" cy="365777"/>
          </a:xfrm>
        </p:spPr>
        <p:txBody>
          <a:bodyPr/>
          <a:lstStyle/>
          <a:p>
            <a:r>
              <a:rPr lang="en-US" sz="2800" dirty="0"/>
              <a:t>Statistical analysis </a:t>
            </a:r>
            <a:r>
              <a:rPr lang="en-US" sz="2800" dirty="0">
                <a:latin typeface="Aptos Display" panose="020B0004020202020204" pitchFamily="34" charset="0"/>
              </a:rPr>
              <a:t>– Steps (</a:t>
            </a:r>
            <a:r>
              <a:rPr lang="en-US" sz="2800" dirty="0" err="1">
                <a:latin typeface="Aptos Display" panose="020B0004020202020204" pitchFamily="34" charset="0"/>
              </a:rPr>
              <a:t>complete_df_total</a:t>
            </a:r>
            <a:r>
              <a:rPr lang="en-US" sz="2800" dirty="0">
                <a:latin typeface="Aptos Display" panose="020B0004020202020204" pitchFamily="34" charset="0"/>
              </a:rPr>
              <a:t>)</a:t>
            </a:r>
          </a:p>
        </p:txBody>
      </p:sp>
      <p:sp>
        <p:nvSpPr>
          <p:cNvPr id="5" name="TextBox 4">
            <a:extLst>
              <a:ext uri="{FF2B5EF4-FFF2-40B4-BE49-F238E27FC236}">
                <a16:creationId xmlns:a16="http://schemas.microsoft.com/office/drawing/2014/main" id="{FAFB3F1F-A12C-6800-B7BC-05FD73E51FBA}"/>
              </a:ext>
            </a:extLst>
          </p:cNvPr>
          <p:cNvSpPr txBox="1"/>
          <p:nvPr/>
        </p:nvSpPr>
        <p:spPr>
          <a:xfrm>
            <a:off x="41556" y="897778"/>
            <a:ext cx="2418335" cy="338554"/>
          </a:xfrm>
          <a:prstGeom prst="rect">
            <a:avLst/>
          </a:prstGeom>
          <a:noFill/>
        </p:spPr>
        <p:txBody>
          <a:bodyPr wrap="square">
            <a:spAutoFit/>
          </a:bodyPr>
          <a:lstStyle/>
          <a:p>
            <a:r>
              <a:rPr lang="en-US" dirty="0"/>
              <a:t>5️⃣ </a:t>
            </a:r>
            <a:r>
              <a:rPr lang="en-US" dirty="0">
                <a:latin typeface="Aptos Display" panose="020B0004020202020204" pitchFamily="34" charset="0"/>
              </a:rPr>
              <a:t>Outlier analysis</a:t>
            </a:r>
          </a:p>
        </p:txBody>
      </p:sp>
      <p:sp>
        <p:nvSpPr>
          <p:cNvPr id="6" name="TextBox 5">
            <a:extLst>
              <a:ext uri="{FF2B5EF4-FFF2-40B4-BE49-F238E27FC236}">
                <a16:creationId xmlns:a16="http://schemas.microsoft.com/office/drawing/2014/main" id="{188CDF4C-DEF2-058D-5A02-8538CA45559A}"/>
              </a:ext>
            </a:extLst>
          </p:cNvPr>
          <p:cNvSpPr txBox="1"/>
          <p:nvPr/>
        </p:nvSpPr>
        <p:spPr>
          <a:xfrm>
            <a:off x="5080000" y="897778"/>
            <a:ext cx="5821082" cy="338554"/>
          </a:xfrm>
          <a:prstGeom prst="rect">
            <a:avLst/>
          </a:prstGeom>
          <a:noFill/>
        </p:spPr>
        <p:txBody>
          <a:bodyPr wrap="square">
            <a:spAutoFit/>
          </a:bodyPr>
          <a:lstStyle/>
          <a:p>
            <a:r>
              <a:rPr lang="en-US" dirty="0"/>
              <a:t>6️⃣ Target Outlier vs Normal Target Distribution </a:t>
            </a:r>
            <a:endParaRPr lang="en-US" dirty="0">
              <a:latin typeface="Aptos Display" panose="020B0004020202020204" pitchFamily="34" charset="0"/>
            </a:endParaRPr>
          </a:p>
        </p:txBody>
      </p:sp>
      <p:pic>
        <p:nvPicPr>
          <p:cNvPr id="10" name="Picture 9">
            <a:extLst>
              <a:ext uri="{FF2B5EF4-FFF2-40B4-BE49-F238E27FC236}">
                <a16:creationId xmlns:a16="http://schemas.microsoft.com/office/drawing/2014/main" id="{18668FD0-6F49-EB99-9926-472E96AAC547}"/>
              </a:ext>
            </a:extLst>
          </p:cNvPr>
          <p:cNvPicPr>
            <a:picLocks noChangeAspect="1"/>
          </p:cNvPicPr>
          <p:nvPr/>
        </p:nvPicPr>
        <p:blipFill>
          <a:blip r:embed="rId2"/>
          <a:stretch>
            <a:fillRect/>
          </a:stretch>
        </p:blipFill>
        <p:spPr>
          <a:xfrm>
            <a:off x="41556" y="1558891"/>
            <a:ext cx="1650123" cy="1131342"/>
          </a:xfrm>
          <a:prstGeom prst="rect">
            <a:avLst/>
          </a:prstGeom>
        </p:spPr>
      </p:pic>
      <p:pic>
        <p:nvPicPr>
          <p:cNvPr id="2050" name="Picture 2">
            <a:extLst>
              <a:ext uri="{FF2B5EF4-FFF2-40B4-BE49-F238E27FC236}">
                <a16:creationId xmlns:a16="http://schemas.microsoft.com/office/drawing/2014/main" id="{74802DF5-FC90-6A95-D9A3-52E0360F5239}"/>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397310" y="1558891"/>
            <a:ext cx="1710212" cy="1131342"/>
          </a:xfrm>
          <a:prstGeom prst="rect">
            <a:avLst/>
          </a:prstGeom>
          <a:noFill/>
          <a:extLst>
            <a:ext uri="{909E8E84-426E-40DD-AFC4-6F175D3DCCD1}">
              <a14:hiddenFill xmlns:a14="http://schemas.microsoft.com/office/drawing/2010/main">
                <a:solidFill>
                  <a:srgbClr val="FFFFFF"/>
                </a:solidFill>
              </a14:hiddenFill>
            </a:ext>
          </a:extLst>
        </p:spPr>
      </p:pic>
      <p:pic>
        <p:nvPicPr>
          <p:cNvPr id="2054" name="Picture 6">
            <a:extLst>
              <a:ext uri="{FF2B5EF4-FFF2-40B4-BE49-F238E27FC236}">
                <a16:creationId xmlns:a16="http://schemas.microsoft.com/office/drawing/2014/main" id="{9E7315D6-2167-4498-A7D2-996127E38C83}"/>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687098" y="1558891"/>
            <a:ext cx="1710212" cy="1131342"/>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a:extLst>
              <a:ext uri="{FF2B5EF4-FFF2-40B4-BE49-F238E27FC236}">
                <a16:creationId xmlns:a16="http://schemas.microsoft.com/office/drawing/2014/main" id="{46F46F18-FEEA-8203-E269-1F9E93FC5A9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5713799" y="1344392"/>
            <a:ext cx="722509" cy="1513108"/>
          </a:xfrm>
          <a:prstGeom prst="rect">
            <a:avLst/>
          </a:prstGeom>
          <a:noFill/>
          <a:extLst>
            <a:ext uri="{909E8E84-426E-40DD-AFC4-6F175D3DCCD1}">
              <a14:hiddenFill xmlns:a14="http://schemas.microsoft.com/office/drawing/2010/main">
                <a:solidFill>
                  <a:srgbClr val="FFFFFF"/>
                </a:solidFill>
              </a14:hiddenFill>
            </a:ext>
          </a:extLst>
        </p:spPr>
      </p:pic>
      <p:pic>
        <p:nvPicPr>
          <p:cNvPr id="2058" name="Picture 10">
            <a:extLst>
              <a:ext uri="{FF2B5EF4-FFF2-40B4-BE49-F238E27FC236}">
                <a16:creationId xmlns:a16="http://schemas.microsoft.com/office/drawing/2014/main" id="{02CF495B-E1BE-C350-38CC-BA349FECF3ED}"/>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7294039" y="1344392"/>
            <a:ext cx="722509" cy="1513989"/>
          </a:xfrm>
          <a:prstGeom prst="rect">
            <a:avLst/>
          </a:prstGeom>
          <a:noFill/>
          <a:extLst>
            <a:ext uri="{909E8E84-426E-40DD-AFC4-6F175D3DCCD1}">
              <a14:hiddenFill xmlns:a14="http://schemas.microsoft.com/office/drawing/2010/main">
                <a:solidFill>
                  <a:srgbClr val="FFFFFF"/>
                </a:solidFill>
              </a14:hiddenFill>
            </a:ext>
          </a:extLst>
        </p:spPr>
      </p:pic>
      <p:pic>
        <p:nvPicPr>
          <p:cNvPr id="2064" name="Picture 16">
            <a:extLst>
              <a:ext uri="{FF2B5EF4-FFF2-40B4-BE49-F238E27FC236}">
                <a16:creationId xmlns:a16="http://schemas.microsoft.com/office/drawing/2014/main" id="{E9A07768-F641-068C-0886-29241E8E0AE4}"/>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8837218" y="1344392"/>
            <a:ext cx="722508" cy="1513106"/>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29285403"/>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par>
              <p:cTn id="9"/>
            </p:par>
          </p:childTnLst>
        </p:cTn>
      </p:par>
    </p:tnLst>
    <p:bldLst>
      <p:bldP spid="5" grpId="0"/>
      <p:bldP spid="6" grpId="0"/>
    </p:bldLst>
  </p:timing>
</p:sld>
</file>

<file path=ppt/slides/slide17.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B9B1B0DA-BC92-213B-F010-0C77FFE75005}"/>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B87B7336-619A-2D28-FEE6-759C0C8A1719}"/>
              </a:ext>
            </a:extLst>
          </p:cNvPr>
          <p:cNvSpPr>
            <a:spLocks noGrp="1"/>
          </p:cNvSpPr>
          <p:nvPr>
            <p:ph type="body" sz="quarter" idx="32"/>
          </p:nvPr>
        </p:nvSpPr>
        <p:spPr>
          <a:xfrm>
            <a:off x="1445497" y="380401"/>
            <a:ext cx="6891679" cy="365777"/>
          </a:xfrm>
        </p:spPr>
        <p:txBody>
          <a:bodyPr/>
          <a:lstStyle/>
          <a:p>
            <a:pPr lvl="0" defTabSz="2000250">
              <a:lnSpc>
                <a:spcPct val="90000"/>
              </a:lnSpc>
              <a:spcBef>
                <a:spcPct val="0"/>
              </a:spcBef>
              <a:spcAft>
                <a:spcPct val="35000"/>
              </a:spcAft>
            </a:pPr>
            <a:r>
              <a:rPr lang="en-US" sz="2800" dirty="0"/>
              <a:t>Machine Learning Model</a:t>
            </a:r>
          </a:p>
        </p:txBody>
      </p:sp>
      <p:graphicFrame>
        <p:nvGraphicFramePr>
          <p:cNvPr id="7" name="Table 6">
            <a:extLst>
              <a:ext uri="{FF2B5EF4-FFF2-40B4-BE49-F238E27FC236}">
                <a16:creationId xmlns:a16="http://schemas.microsoft.com/office/drawing/2014/main" id="{D59ACDCE-439C-680F-E745-114EBDDA9F11}"/>
              </a:ext>
            </a:extLst>
          </p:cNvPr>
          <p:cNvGraphicFramePr>
            <a:graphicFrameLocks noGrp="1"/>
          </p:cNvGraphicFramePr>
          <p:nvPr>
            <p:extLst>
              <p:ext uri="{D42A27DB-BD31-4B8C-83A1-F6EECF244321}">
                <p14:modId xmlns:p14="http://schemas.microsoft.com/office/powerpoint/2010/main" val="1994016200"/>
              </p:ext>
            </p:extLst>
          </p:nvPr>
        </p:nvGraphicFramePr>
        <p:xfrm>
          <a:off x="735071" y="941697"/>
          <a:ext cx="8861316" cy="4117281"/>
        </p:xfrm>
        <a:graphic>
          <a:graphicData uri="http://schemas.openxmlformats.org/drawingml/2006/table">
            <a:tbl>
              <a:tblPr firstRow="1" bandRow="1">
                <a:tableStyleId>{93296810-A885-4BE3-A3E7-6D5BEEA58F35}</a:tableStyleId>
              </a:tblPr>
              <a:tblGrid>
                <a:gridCol w="2675338">
                  <a:extLst>
                    <a:ext uri="{9D8B030D-6E8A-4147-A177-3AD203B41FA5}">
                      <a16:colId xmlns:a16="http://schemas.microsoft.com/office/drawing/2014/main" val="3263096331"/>
                    </a:ext>
                  </a:extLst>
                </a:gridCol>
                <a:gridCol w="6185978">
                  <a:extLst>
                    <a:ext uri="{9D8B030D-6E8A-4147-A177-3AD203B41FA5}">
                      <a16:colId xmlns:a16="http://schemas.microsoft.com/office/drawing/2014/main" val="4089494338"/>
                    </a:ext>
                  </a:extLst>
                </a:gridCol>
              </a:tblGrid>
              <a:tr h="399452">
                <a:tc>
                  <a:txBody>
                    <a:bodyPr/>
                    <a:lstStyle/>
                    <a:p>
                      <a:pPr algn="ctr"/>
                      <a:r>
                        <a:rPr lang="en-US" sz="1800" dirty="0">
                          <a:latin typeface="Aptos Display" panose="020B0004020202020204" pitchFamily="34" charset="0"/>
                        </a:rPr>
                        <a:t>Aspect</a:t>
                      </a:r>
                      <a:endParaRPr lang="en-US" sz="1800" dirty="0"/>
                    </a:p>
                  </a:txBody>
                  <a:tcPr/>
                </a:tc>
                <a:tc>
                  <a:txBody>
                    <a:bodyPr/>
                    <a:lstStyle/>
                    <a:p>
                      <a:pPr algn="ctr"/>
                      <a:r>
                        <a:rPr lang="en-US" sz="1800" dirty="0">
                          <a:latin typeface="Aptos Display" panose="020B0004020202020204" pitchFamily="34" charset="0"/>
                        </a:rPr>
                        <a:t>Details</a:t>
                      </a:r>
                    </a:p>
                  </a:txBody>
                  <a:tcPr/>
                </a:tc>
                <a:extLst>
                  <a:ext uri="{0D108BD9-81ED-4DB2-BD59-A6C34878D82A}">
                    <a16:rowId xmlns:a16="http://schemas.microsoft.com/office/drawing/2014/main" val="3519409410"/>
                  </a:ext>
                </a:extLst>
              </a:tr>
              <a:tr h="814910">
                <a:tc>
                  <a:txBody>
                    <a:bodyPr/>
                    <a:lstStyle/>
                    <a:p>
                      <a:pPr algn="ctr"/>
                      <a:r>
                        <a:rPr lang="en-US" sz="1200" b="1" dirty="0">
                          <a:latin typeface="Aptos Display" panose="020B0004020202020204" pitchFamily="34" charset="0"/>
                        </a:rPr>
                        <a:t>Random Forest Regression Selection Rationale</a:t>
                      </a:r>
                    </a:p>
                  </a:txBody>
                  <a:tcPr/>
                </a:tc>
                <a:tc>
                  <a:txBody>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lang="en-US" sz="1050" dirty="0">
                          <a:latin typeface="Aptos Display" panose="020B0004020202020204" pitchFamily="34" charset="0"/>
                        </a:rPr>
                        <a:t>- Addresses discrete data distribution and measurement precision limitations</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lang="en-US" sz="1050" dirty="0"/>
                        <a:t>- Handles nonlinear relationships without linear assumptions</a:t>
                      </a:r>
                    </a:p>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lang="en-US" sz="1050" dirty="0"/>
                        <a:t>- Robust to outliers/noise via ensemble integration</a:t>
                      </a:r>
                    </a:p>
                  </a:txBody>
                  <a:tcPr/>
                </a:tc>
                <a:extLst>
                  <a:ext uri="{0D108BD9-81ED-4DB2-BD59-A6C34878D82A}">
                    <a16:rowId xmlns:a16="http://schemas.microsoft.com/office/drawing/2014/main" val="2528568410"/>
                  </a:ext>
                </a:extLst>
              </a:tr>
              <a:tr h="1099137">
                <a:tc>
                  <a:txBody>
                    <a:bodyPr/>
                    <a:lstStyle/>
                    <a:p>
                      <a:pPr algn="ctr"/>
                      <a:r>
                        <a:rPr lang="en-US" sz="1200" b="1" dirty="0">
                          <a:latin typeface="Aptos Display" panose="020B0004020202020204" pitchFamily="34" charset="0"/>
                        </a:rPr>
                        <a:t> Random Forest Regression Performance</a:t>
                      </a:r>
                    </a:p>
                  </a:txBody>
                  <a:tcPr/>
                </a:tc>
                <a:tc>
                  <a:txBody>
                    <a:bodyPr/>
                    <a:lstStyle/>
                    <a:p>
                      <a:pPr marL="0" marR="0" lvl="0" indent="0" algn="l" defTabSz="914400" rtl="0" eaLnBrk="1" fontAlgn="auto" latinLnBrk="0" hangingPunct="1">
                        <a:lnSpc>
                          <a:spcPct val="150000"/>
                        </a:lnSpc>
                        <a:spcBef>
                          <a:spcPts val="0"/>
                        </a:spcBef>
                        <a:spcAft>
                          <a:spcPts val="0"/>
                        </a:spcAft>
                        <a:buClrTx/>
                        <a:buSzTx/>
                        <a:buFont typeface="Arial" panose="020B0604020202020204" pitchFamily="34" charset="0"/>
                        <a:buNone/>
                        <a:tabLst/>
                        <a:defRPr/>
                      </a:pPr>
                      <a:r>
                        <a:rPr lang="en-US" sz="1050" dirty="0">
                          <a:latin typeface="Aptos Display" panose="020B0004020202020204" pitchFamily="34" charset="0"/>
                        </a:rPr>
                        <a:t>MAE reductions vs. baseline:                                               Feature importance for thickness:</a:t>
                      </a:r>
                    </a:p>
                    <a:p>
                      <a:pPr marL="0" indent="0" algn="l">
                        <a:lnSpc>
                          <a:spcPct val="150000"/>
                        </a:lnSpc>
                        <a:buFont typeface="Arial" panose="020B0604020202020204" pitchFamily="34" charset="0"/>
                        <a:buNone/>
                      </a:pPr>
                      <a:r>
                        <a:rPr lang="en-US" sz="1050" dirty="0"/>
                        <a:t>   - Product Thickness: 27.5% (0.0131 → 0.0095)                - </a:t>
                      </a:r>
                      <a:r>
                        <a:rPr lang="en-US" sz="1050" dirty="0" err="1"/>
                        <a:t>Injection_Time</a:t>
                      </a:r>
                      <a:r>
                        <a:rPr lang="en-US" sz="1050" dirty="0"/>
                        <a:t>: 54.79% </a:t>
                      </a:r>
                    </a:p>
                    <a:p>
                      <a:pPr marL="0" indent="0" algn="l">
                        <a:lnSpc>
                          <a:spcPct val="150000"/>
                        </a:lnSpc>
                        <a:buFont typeface="Arial" panose="020B0604020202020204" pitchFamily="34" charset="0"/>
                        <a:buNone/>
                      </a:pPr>
                      <a:r>
                        <a:rPr lang="en-US" sz="1050" dirty="0"/>
                        <a:t>   - Outer Diameter: 23.5% (0.0034 → 0.0026)                     - FeedThroat Temp: 31.00% </a:t>
                      </a:r>
                    </a:p>
                    <a:p>
                      <a:pPr marL="0" indent="0" algn="l">
                        <a:lnSpc>
                          <a:spcPct val="150000"/>
                        </a:lnSpc>
                        <a:buFont typeface="Arial" panose="020B0604020202020204" pitchFamily="34" charset="0"/>
                        <a:buNone/>
                      </a:pPr>
                      <a:r>
                        <a:rPr lang="en-US" sz="1050" dirty="0"/>
                        <a:t>   - Inner Diameter: 28.6% (0.0042 → 0.0030)</a:t>
                      </a:r>
                    </a:p>
                  </a:txBody>
                  <a:tcPr/>
                </a:tc>
                <a:extLst>
                  <a:ext uri="{0D108BD9-81ED-4DB2-BD59-A6C34878D82A}">
                    <a16:rowId xmlns:a16="http://schemas.microsoft.com/office/drawing/2014/main" val="1645413911"/>
                  </a:ext>
                </a:extLst>
              </a:tr>
              <a:tr h="562600">
                <a:tc>
                  <a:txBody>
                    <a:bodyPr/>
                    <a:lstStyle/>
                    <a:p>
                      <a:pPr algn="ctr"/>
                      <a:r>
                        <a:rPr lang="en-US" sz="1200" b="1" dirty="0" err="1">
                          <a:latin typeface="Aptos Display" panose="020B0004020202020204" pitchFamily="34" charset="0"/>
                        </a:rPr>
                        <a:t>LightGBM</a:t>
                      </a:r>
                      <a:r>
                        <a:rPr lang="en-US" sz="1200" b="1" dirty="0"/>
                        <a:t> Quantile Regression Selection Rationale</a:t>
                      </a:r>
                    </a:p>
                  </a:txBody>
                  <a:tcPr/>
                </a:tc>
                <a:tc>
                  <a:txBody>
                    <a:bodyPr/>
                    <a:lstStyle/>
                    <a:p>
                      <a:pPr marL="171450" indent="-171450" algn="l">
                        <a:lnSpc>
                          <a:spcPct val="150000"/>
                        </a:lnSpc>
                        <a:buFont typeface="Arial" panose="020B0604020202020204" pitchFamily="34" charset="0"/>
                        <a:buChar char="•"/>
                      </a:pPr>
                      <a:r>
                        <a:rPr lang="en-US" sz="1050" dirty="0">
                          <a:latin typeface="Aptos Display" panose="020B0004020202020204" pitchFamily="34" charset="0"/>
                        </a:rPr>
                        <a:t>Predicts quantiles (median, 90%) instead of averages</a:t>
                      </a:r>
                    </a:p>
                    <a:p>
                      <a:pPr marL="171450" indent="-171450" algn="l">
                        <a:lnSpc>
                          <a:spcPct val="150000"/>
                        </a:lnSpc>
                        <a:buFont typeface="Arial" panose="020B0604020202020204" pitchFamily="34" charset="0"/>
                        <a:buChar char="•"/>
                      </a:pPr>
                      <a:r>
                        <a:rPr lang="en-US" sz="1050" dirty="0"/>
                        <a:t>Generates prediction intervals for risk assessment</a:t>
                      </a:r>
                    </a:p>
                    <a:p>
                      <a:pPr marL="171450" indent="-171450" algn="l">
                        <a:lnSpc>
                          <a:spcPct val="150000"/>
                        </a:lnSpc>
                        <a:buFont typeface="Arial" panose="020B0604020202020204" pitchFamily="34" charset="0"/>
                        <a:buChar char="•"/>
                      </a:pPr>
                      <a:r>
                        <a:rPr lang="en-US" sz="1050" dirty="0"/>
                        <a:t>Addresses industrial needs:</a:t>
                      </a:r>
                    </a:p>
                    <a:p>
                      <a:pPr marL="0" indent="0" algn="l">
                        <a:lnSpc>
                          <a:spcPct val="150000"/>
                        </a:lnSpc>
                        <a:buFont typeface="Arial" panose="020B0604020202020204" pitchFamily="34" charset="0"/>
                        <a:buNone/>
                      </a:pPr>
                      <a:r>
                        <a:rPr lang="en-US" sz="1050" dirty="0"/>
                        <a:t>   - Probability of exceeding specifications, Worst-case scenario forecasting, Quality warning systems</a:t>
                      </a:r>
                    </a:p>
                  </a:txBody>
                  <a:tcPr/>
                </a:tc>
                <a:extLst>
                  <a:ext uri="{0D108BD9-81ED-4DB2-BD59-A6C34878D82A}">
                    <a16:rowId xmlns:a16="http://schemas.microsoft.com/office/drawing/2014/main" val="2479614671"/>
                  </a:ext>
                </a:extLst>
              </a:tr>
              <a:tr h="768568">
                <a:tc>
                  <a:txBody>
                    <a:bodyPr/>
                    <a:lstStyle/>
                    <a:p>
                      <a:pPr algn="ctr"/>
                      <a:r>
                        <a:rPr lang="en-US" sz="1200" b="1" dirty="0" err="1">
                          <a:latin typeface="Aptos Display" panose="020B0004020202020204" pitchFamily="34" charset="0"/>
                        </a:rPr>
                        <a:t>LightGBM</a:t>
                      </a:r>
                      <a:r>
                        <a:rPr lang="en-US" sz="1200" b="1" dirty="0"/>
                        <a:t> Quantile Regression Performance</a:t>
                      </a:r>
                    </a:p>
                  </a:txBody>
                  <a:tcPr/>
                </a:tc>
                <a:tc>
                  <a:txBody>
                    <a:bodyPr/>
                    <a:lstStyle/>
                    <a:p>
                      <a:pPr marL="171450" indent="-171450" algn="l">
                        <a:lnSpc>
                          <a:spcPct val="150000"/>
                        </a:lnSpc>
                        <a:buFont typeface="Arial" panose="020B0604020202020204" pitchFamily="34" charset="0"/>
                        <a:buChar char="•"/>
                      </a:pPr>
                      <a:r>
                        <a:rPr lang="en-US" sz="1050" dirty="0">
                          <a:latin typeface="Aptos Display" panose="020B0004020202020204" pitchFamily="34" charset="0"/>
                        </a:rPr>
                        <a:t>80% prediction interval coverage: 76.27%                       Coverage gap (-3.73%) attributed to:</a:t>
                      </a:r>
                    </a:p>
                    <a:p>
                      <a:pPr marL="0" indent="0" algn="l">
                        <a:lnSpc>
                          <a:spcPct val="150000"/>
                        </a:lnSpc>
                        <a:buFont typeface="Arial" panose="020B0604020202020204" pitchFamily="34" charset="0"/>
                        <a:buNone/>
                      </a:pPr>
                      <a:r>
                        <a:rPr lang="en-US" sz="1050" dirty="0"/>
                        <a:t>   - 688 values inside interval                                                 - Discrete data concentration points</a:t>
                      </a:r>
                    </a:p>
                    <a:p>
                      <a:pPr marL="0" indent="0" algn="l">
                        <a:lnSpc>
                          <a:spcPct val="150000"/>
                        </a:lnSpc>
                        <a:buFont typeface="Arial" panose="020B0604020202020204" pitchFamily="34" charset="0"/>
                        <a:buNone/>
                      </a:pPr>
                      <a:r>
                        <a:rPr lang="en-US" sz="1050" dirty="0"/>
                        <a:t>   - 214 values outside interval                                               - Automatic rounding effects</a:t>
                      </a:r>
                    </a:p>
                  </a:txBody>
                  <a:tcPr/>
                </a:tc>
                <a:extLst>
                  <a:ext uri="{0D108BD9-81ED-4DB2-BD59-A6C34878D82A}">
                    <a16:rowId xmlns:a16="http://schemas.microsoft.com/office/drawing/2014/main" val="829348305"/>
                  </a:ext>
                </a:extLst>
              </a:tr>
            </a:tbl>
          </a:graphicData>
        </a:graphic>
      </p:graphicFrame>
    </p:spTree>
    <p:extLst>
      <p:ext uri="{BB962C8B-B14F-4D97-AF65-F5344CB8AC3E}">
        <p14:creationId xmlns:p14="http://schemas.microsoft.com/office/powerpoint/2010/main" val="3226185946"/>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CA589610-0B52-14F5-1F8F-34460287E5BA}"/>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8B91E6EB-BE1A-99F3-118A-91C92F43AFB9}"/>
              </a:ext>
            </a:extLst>
          </p:cNvPr>
          <p:cNvSpPr/>
          <p:nvPr/>
        </p:nvSpPr>
        <p:spPr>
          <a:xfrm>
            <a:off x="2216150" y="1054100"/>
            <a:ext cx="7792944" cy="738154"/>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ptos Display" panose="020B0004020202020204" pitchFamily="34" charset="0"/>
            </a:endParaRPr>
          </a:p>
        </p:txBody>
      </p:sp>
      <p:sp>
        <p:nvSpPr>
          <p:cNvPr id="3" name="Text Placeholder 2">
            <a:extLst>
              <a:ext uri="{FF2B5EF4-FFF2-40B4-BE49-F238E27FC236}">
                <a16:creationId xmlns:a16="http://schemas.microsoft.com/office/drawing/2014/main" id="{A6556F8E-3582-F348-3ACA-21A1B01902C7}"/>
              </a:ext>
            </a:extLst>
          </p:cNvPr>
          <p:cNvSpPr>
            <a:spLocks noGrp="1"/>
          </p:cNvSpPr>
          <p:nvPr>
            <p:ph type="body" sz="quarter" idx="32"/>
          </p:nvPr>
        </p:nvSpPr>
        <p:spPr>
          <a:xfrm>
            <a:off x="1445496" y="380401"/>
            <a:ext cx="7590927" cy="490331"/>
          </a:xfrm>
        </p:spPr>
        <p:txBody>
          <a:bodyPr/>
          <a:lstStyle/>
          <a:p>
            <a:r>
              <a:rPr lang="en-US" sz="2800" dirty="0">
                <a:latin typeface="Aptos Display" panose="020B0004020202020204" pitchFamily="34" charset="0"/>
              </a:rPr>
              <a:t>Machine learning Model</a:t>
            </a:r>
          </a:p>
        </p:txBody>
      </p:sp>
      <p:sp>
        <p:nvSpPr>
          <p:cNvPr id="9" name="TextBox 8">
            <a:extLst>
              <a:ext uri="{FF2B5EF4-FFF2-40B4-BE49-F238E27FC236}">
                <a16:creationId xmlns:a16="http://schemas.microsoft.com/office/drawing/2014/main" id="{60C93A35-E11D-47DF-1DF2-2659DC04DD59}"/>
              </a:ext>
            </a:extLst>
          </p:cNvPr>
          <p:cNvSpPr txBox="1"/>
          <p:nvPr/>
        </p:nvSpPr>
        <p:spPr>
          <a:xfrm>
            <a:off x="2348377" y="1109898"/>
            <a:ext cx="8164606" cy="584775"/>
          </a:xfrm>
          <a:prstGeom prst="rect">
            <a:avLst/>
          </a:prstGeom>
          <a:noFill/>
        </p:spPr>
        <p:txBody>
          <a:bodyPr wrap="square">
            <a:spAutoFit/>
          </a:bodyPr>
          <a:lstStyle/>
          <a:p>
            <a:r>
              <a:rPr lang="en-US" i="1" dirty="0">
                <a:latin typeface="Aptos Display" panose="020B0004020202020204" pitchFamily="34" charset="0"/>
              </a:rPr>
              <a:t>Multiple decision trees are constructed, and their predictions are aggregated (typically by averaging) to produce a final continuous output.</a:t>
            </a:r>
          </a:p>
        </p:txBody>
      </p:sp>
      <p:sp>
        <p:nvSpPr>
          <p:cNvPr id="29" name="Rectangle: Rounded Corners 28">
            <a:extLst>
              <a:ext uri="{FF2B5EF4-FFF2-40B4-BE49-F238E27FC236}">
                <a16:creationId xmlns:a16="http://schemas.microsoft.com/office/drawing/2014/main" id="{C6CEA9F0-F8AB-6DC9-A949-C0E79FF26F05}"/>
              </a:ext>
            </a:extLst>
          </p:cNvPr>
          <p:cNvSpPr/>
          <p:nvPr/>
        </p:nvSpPr>
        <p:spPr>
          <a:xfrm>
            <a:off x="150906" y="1048839"/>
            <a:ext cx="1844488" cy="738154"/>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b="1" dirty="0">
              <a:latin typeface="Aptos Display" panose="020B0004020202020204" pitchFamily="34" charset="0"/>
            </a:endParaRPr>
          </a:p>
        </p:txBody>
      </p:sp>
      <p:sp>
        <p:nvSpPr>
          <p:cNvPr id="2" name="Rectangle 1">
            <a:extLst>
              <a:ext uri="{FF2B5EF4-FFF2-40B4-BE49-F238E27FC236}">
                <a16:creationId xmlns:a16="http://schemas.microsoft.com/office/drawing/2014/main" id="{D1B7C167-8287-AE32-06DE-8E7DADA5C0F4}"/>
              </a:ext>
            </a:extLst>
          </p:cNvPr>
          <p:cNvSpPr/>
          <p:nvPr/>
        </p:nvSpPr>
        <p:spPr>
          <a:xfrm>
            <a:off x="2127622" y="971550"/>
            <a:ext cx="22075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5" name="Rectangle 4">
            <a:extLst>
              <a:ext uri="{FF2B5EF4-FFF2-40B4-BE49-F238E27FC236}">
                <a16:creationId xmlns:a16="http://schemas.microsoft.com/office/drawing/2014/main" id="{22A9F780-CC7E-153E-5181-9D4192438369}"/>
              </a:ext>
            </a:extLst>
          </p:cNvPr>
          <p:cNvSpPr/>
          <p:nvPr/>
        </p:nvSpPr>
        <p:spPr>
          <a:xfrm>
            <a:off x="9779934" y="971550"/>
            <a:ext cx="38006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12" name="TextBox 11">
            <a:extLst>
              <a:ext uri="{FF2B5EF4-FFF2-40B4-BE49-F238E27FC236}">
                <a16:creationId xmlns:a16="http://schemas.microsoft.com/office/drawing/2014/main" id="{1304240B-73C3-D734-7DB7-38378C8AFDB0}"/>
              </a:ext>
            </a:extLst>
          </p:cNvPr>
          <p:cNvSpPr txBox="1"/>
          <p:nvPr/>
        </p:nvSpPr>
        <p:spPr>
          <a:xfrm>
            <a:off x="281315" y="1014549"/>
            <a:ext cx="1583669" cy="502702"/>
          </a:xfrm>
          <a:prstGeom prst="rect">
            <a:avLst/>
          </a:prstGeom>
          <a:noFill/>
        </p:spPr>
        <p:txBody>
          <a:bodyPr wrap="square">
            <a:spAutoFit/>
          </a:bodyPr>
          <a:lstStyle/>
          <a:p>
            <a:pPr algn="ctr"/>
            <a:r>
              <a:rPr lang="en-US" sz="2000" b="1" dirty="0">
                <a:solidFill>
                  <a:schemeClr val="bg1"/>
                </a:solidFill>
                <a:latin typeface="Aptos Display" panose="020B0004020202020204" pitchFamily="34" charset="0"/>
              </a:rPr>
              <a:t>Random </a:t>
            </a:r>
          </a:p>
          <a:p>
            <a:pPr algn="ctr"/>
            <a:r>
              <a:rPr lang="en-US" sz="2000" b="1" dirty="0">
                <a:solidFill>
                  <a:schemeClr val="bg1"/>
                </a:solidFill>
                <a:latin typeface="Aptos Display" panose="020B0004020202020204" pitchFamily="34" charset="0"/>
              </a:rPr>
              <a:t>Forest Regression</a:t>
            </a:r>
          </a:p>
        </p:txBody>
      </p:sp>
      <p:sp>
        <p:nvSpPr>
          <p:cNvPr id="14" name="TextBox 13">
            <a:extLst>
              <a:ext uri="{FF2B5EF4-FFF2-40B4-BE49-F238E27FC236}">
                <a16:creationId xmlns:a16="http://schemas.microsoft.com/office/drawing/2014/main" id="{F67A0B19-154B-BECC-0BDA-E7111EA61315}"/>
              </a:ext>
            </a:extLst>
          </p:cNvPr>
          <p:cNvSpPr txBox="1"/>
          <p:nvPr/>
        </p:nvSpPr>
        <p:spPr>
          <a:xfrm>
            <a:off x="281315" y="5035431"/>
            <a:ext cx="4162550" cy="276999"/>
          </a:xfrm>
          <a:prstGeom prst="rect">
            <a:avLst/>
          </a:prstGeom>
          <a:noFill/>
        </p:spPr>
        <p:txBody>
          <a:bodyPr wrap="square">
            <a:spAutoFit/>
          </a:bodyPr>
          <a:lstStyle/>
          <a:p>
            <a:r>
              <a:rPr lang="en-US" altLang="zh-HK" sz="1800" dirty="0"/>
              <a:t>Optimization with </a:t>
            </a:r>
            <a:r>
              <a:rPr lang="zh-HK" altLang="en-US" sz="1800" dirty="0"/>
              <a:t>GridSearchCV</a:t>
            </a:r>
          </a:p>
        </p:txBody>
      </p:sp>
      <p:pic>
        <p:nvPicPr>
          <p:cNvPr id="15" name="Picture 2">
            <a:extLst>
              <a:ext uri="{FF2B5EF4-FFF2-40B4-BE49-F238E27FC236}">
                <a16:creationId xmlns:a16="http://schemas.microsoft.com/office/drawing/2014/main" id="{B5392F48-5C52-99F4-EB0B-46D1D392A0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1315" y="2083106"/>
            <a:ext cx="2949591" cy="2952325"/>
          </a:xfrm>
          <a:prstGeom prst="rect">
            <a:avLst/>
          </a:prstGeom>
          <a:noFill/>
          <a:extLst>
            <a:ext uri="{909E8E84-426E-40DD-AFC4-6F175D3DCCD1}">
              <a14:hiddenFill xmlns:a14="http://schemas.microsoft.com/office/drawing/2010/main">
                <a:solidFill>
                  <a:srgbClr val="FFFFFF"/>
                </a:solidFill>
              </a14:hiddenFill>
            </a:ext>
          </a:extLst>
        </p:spPr>
      </p:pic>
      <p:graphicFrame>
        <p:nvGraphicFramePr>
          <p:cNvPr id="16" name="Table 15">
            <a:extLst>
              <a:ext uri="{FF2B5EF4-FFF2-40B4-BE49-F238E27FC236}">
                <a16:creationId xmlns:a16="http://schemas.microsoft.com/office/drawing/2014/main" id="{1BB9E910-C599-D6D0-474C-294103C65DD1}"/>
              </a:ext>
            </a:extLst>
          </p:cNvPr>
          <p:cNvGraphicFramePr>
            <a:graphicFrameLocks noGrp="1"/>
          </p:cNvGraphicFramePr>
          <p:nvPr/>
        </p:nvGraphicFramePr>
        <p:xfrm>
          <a:off x="3715354" y="2051390"/>
          <a:ext cx="6064580" cy="1742592"/>
        </p:xfrm>
        <a:graphic>
          <a:graphicData uri="http://schemas.openxmlformats.org/drawingml/2006/table">
            <a:tbl>
              <a:tblPr firstRow="1" bandRow="1">
                <a:tableStyleId>{5C22544A-7EE6-4342-B048-85BDC9FD1C3A}</a:tableStyleId>
              </a:tblPr>
              <a:tblGrid>
                <a:gridCol w="1516145">
                  <a:extLst>
                    <a:ext uri="{9D8B030D-6E8A-4147-A177-3AD203B41FA5}">
                      <a16:colId xmlns:a16="http://schemas.microsoft.com/office/drawing/2014/main" val="803648334"/>
                    </a:ext>
                  </a:extLst>
                </a:gridCol>
                <a:gridCol w="1516145">
                  <a:extLst>
                    <a:ext uri="{9D8B030D-6E8A-4147-A177-3AD203B41FA5}">
                      <a16:colId xmlns:a16="http://schemas.microsoft.com/office/drawing/2014/main" val="1006788319"/>
                    </a:ext>
                  </a:extLst>
                </a:gridCol>
                <a:gridCol w="1516145">
                  <a:extLst>
                    <a:ext uri="{9D8B030D-6E8A-4147-A177-3AD203B41FA5}">
                      <a16:colId xmlns:a16="http://schemas.microsoft.com/office/drawing/2014/main" val="731936024"/>
                    </a:ext>
                  </a:extLst>
                </a:gridCol>
                <a:gridCol w="1516145">
                  <a:extLst>
                    <a:ext uri="{9D8B030D-6E8A-4147-A177-3AD203B41FA5}">
                      <a16:colId xmlns:a16="http://schemas.microsoft.com/office/drawing/2014/main" val="3549372247"/>
                    </a:ext>
                  </a:extLst>
                </a:gridCol>
              </a:tblGrid>
              <a:tr h="660026">
                <a:tc>
                  <a:txBody>
                    <a:bodyPr/>
                    <a:lstStyle/>
                    <a:p>
                      <a:pPr algn="l"/>
                      <a:r>
                        <a:rPr lang="en-US" sz="1400" dirty="0">
                          <a:effectLst/>
                          <a:latin typeface="Aptos Display" panose="020B0004020202020204" pitchFamily="34" charset="0"/>
                        </a:rPr>
                        <a:t>Target</a:t>
                      </a:r>
                    </a:p>
                  </a:txBody>
                  <a:tcPr marL="99060" marR="99060" anchor="ctr"/>
                </a:tc>
                <a:tc>
                  <a:txBody>
                    <a:bodyPr/>
                    <a:lstStyle/>
                    <a:p>
                      <a:pPr algn="l"/>
                      <a:r>
                        <a:rPr lang="en-US" sz="1400" dirty="0">
                          <a:effectLst/>
                          <a:latin typeface="Aptos Display" panose="020B0004020202020204" pitchFamily="34" charset="0"/>
                        </a:rPr>
                        <a:t>Baseline MAE</a:t>
                      </a:r>
                    </a:p>
                  </a:txBody>
                  <a:tcPr marL="99060" marR="99060" anchor="ctr"/>
                </a:tc>
                <a:tc>
                  <a:txBody>
                    <a:bodyPr/>
                    <a:lstStyle/>
                    <a:p>
                      <a:pPr algn="l"/>
                      <a:r>
                        <a:rPr lang="en-US" sz="1400" dirty="0">
                          <a:effectLst/>
                          <a:latin typeface="Aptos Display" panose="020B0004020202020204" pitchFamily="34" charset="0"/>
                        </a:rPr>
                        <a:t>RF MAE</a:t>
                      </a:r>
                    </a:p>
                  </a:txBody>
                  <a:tcPr marL="99060" marR="99060" anchor="ctr"/>
                </a:tc>
                <a:tc>
                  <a:txBody>
                    <a:bodyPr/>
                    <a:lstStyle/>
                    <a:p>
                      <a:pPr algn="l"/>
                      <a:r>
                        <a:rPr lang="en-US" sz="1400" dirty="0">
                          <a:effectLst/>
                          <a:latin typeface="Aptos Display" panose="020B0004020202020204" pitchFamily="34" charset="0"/>
                        </a:rPr>
                        <a:t>MAE Improvement (%)</a:t>
                      </a:r>
                    </a:p>
                  </a:txBody>
                  <a:tcPr marL="99060" marR="99060" anchor="ctr"/>
                </a:tc>
                <a:extLst>
                  <a:ext uri="{0D108BD9-81ED-4DB2-BD59-A6C34878D82A}">
                    <a16:rowId xmlns:a16="http://schemas.microsoft.com/office/drawing/2014/main" val="1274036321"/>
                  </a:ext>
                </a:extLst>
              </a:tr>
              <a:tr h="337024">
                <a:tc>
                  <a:txBody>
                    <a:bodyPr/>
                    <a:lstStyle/>
                    <a:p>
                      <a:pPr algn="l"/>
                      <a:r>
                        <a:rPr lang="en-US" sz="1200" dirty="0" err="1">
                          <a:effectLst/>
                          <a:latin typeface="Aptos Display" panose="020B0004020202020204" pitchFamily="34" charset="0"/>
                        </a:rPr>
                        <a:t>Product_Thickness</a:t>
                      </a:r>
                      <a:endParaRPr lang="en-US" sz="1200" dirty="0">
                        <a:effectLst/>
                      </a:endParaRPr>
                    </a:p>
                  </a:txBody>
                  <a:tcPr marL="99060" marR="99060" anchor="ctr"/>
                </a:tc>
                <a:tc>
                  <a:txBody>
                    <a:bodyPr/>
                    <a:lstStyle/>
                    <a:p>
                      <a:pPr algn="l"/>
                      <a:r>
                        <a:rPr lang="en-US" altLang="zh-HK" sz="1200" dirty="0">
                          <a:effectLst/>
                          <a:latin typeface="Aptos Display" panose="020B0004020202020204" pitchFamily="34" charset="0"/>
                        </a:rPr>
                        <a:t>0.0131</a:t>
                      </a:r>
                    </a:p>
                  </a:txBody>
                  <a:tcPr marL="99060" marR="99060" anchor="ctr"/>
                </a:tc>
                <a:tc>
                  <a:txBody>
                    <a:bodyPr/>
                    <a:lstStyle/>
                    <a:p>
                      <a:pPr algn="l"/>
                      <a:r>
                        <a:rPr lang="en-US" altLang="zh-HK" sz="1200" dirty="0">
                          <a:effectLst/>
                          <a:latin typeface="Aptos Display" panose="020B0004020202020204" pitchFamily="34" charset="0"/>
                        </a:rPr>
                        <a:t>0.0095</a:t>
                      </a:r>
                    </a:p>
                  </a:txBody>
                  <a:tcPr marL="99060" marR="99060" anchor="ctr"/>
                </a:tc>
                <a:tc>
                  <a:txBody>
                    <a:bodyPr/>
                    <a:lstStyle/>
                    <a:p>
                      <a:pPr algn="l"/>
                      <a:r>
                        <a:rPr lang="en-US" altLang="zh-HK" sz="1200" b="1" dirty="0">
                          <a:effectLst/>
                          <a:latin typeface="Aptos Display" panose="020B0004020202020204" pitchFamily="34" charset="0"/>
                        </a:rPr>
                        <a:t>27.5%</a:t>
                      </a:r>
                      <a:endParaRPr lang="zh-HK" altLang="en-US" sz="1200" dirty="0">
                        <a:effectLst/>
                      </a:endParaRPr>
                    </a:p>
                  </a:txBody>
                  <a:tcPr marL="99060" marR="99060" anchor="ctr"/>
                </a:tc>
                <a:extLst>
                  <a:ext uri="{0D108BD9-81ED-4DB2-BD59-A6C34878D82A}">
                    <a16:rowId xmlns:a16="http://schemas.microsoft.com/office/drawing/2014/main" val="1293877396"/>
                  </a:ext>
                </a:extLst>
              </a:tr>
              <a:tr h="337024">
                <a:tc>
                  <a:txBody>
                    <a:bodyPr/>
                    <a:lstStyle/>
                    <a:p>
                      <a:pPr algn="l"/>
                      <a:r>
                        <a:rPr lang="en-US" sz="1200" dirty="0" err="1">
                          <a:effectLst/>
                          <a:latin typeface="Aptos Display" panose="020B0004020202020204" pitchFamily="34" charset="0"/>
                        </a:rPr>
                        <a:t>Outer_Diameter</a:t>
                      </a:r>
                      <a:endParaRPr lang="en-US" sz="1200" dirty="0">
                        <a:effectLst/>
                        <a:latin typeface="Aptos Display" panose="020B0004020202020204" pitchFamily="34" charset="0"/>
                      </a:endParaRPr>
                    </a:p>
                  </a:txBody>
                  <a:tcPr marL="99060" marR="99060" anchor="ctr"/>
                </a:tc>
                <a:tc>
                  <a:txBody>
                    <a:bodyPr/>
                    <a:lstStyle/>
                    <a:p>
                      <a:pPr algn="l"/>
                      <a:r>
                        <a:rPr lang="en-US" altLang="zh-HK" sz="1200" dirty="0">
                          <a:effectLst/>
                          <a:latin typeface="Aptos Display" panose="020B0004020202020204" pitchFamily="34" charset="0"/>
                        </a:rPr>
                        <a:t>0.0034</a:t>
                      </a:r>
                    </a:p>
                  </a:txBody>
                  <a:tcPr marL="99060" marR="99060" anchor="ctr"/>
                </a:tc>
                <a:tc>
                  <a:txBody>
                    <a:bodyPr/>
                    <a:lstStyle/>
                    <a:p>
                      <a:pPr algn="l"/>
                      <a:r>
                        <a:rPr lang="en-US" altLang="zh-HK" sz="1200" dirty="0">
                          <a:effectLst/>
                          <a:latin typeface="Aptos Display" panose="020B0004020202020204" pitchFamily="34" charset="0"/>
                        </a:rPr>
                        <a:t>0.0026</a:t>
                      </a:r>
                    </a:p>
                  </a:txBody>
                  <a:tcPr marL="99060" marR="99060" anchor="ctr"/>
                </a:tc>
                <a:tc>
                  <a:txBody>
                    <a:bodyPr/>
                    <a:lstStyle/>
                    <a:p>
                      <a:pPr algn="l"/>
                      <a:r>
                        <a:rPr lang="en-US" altLang="zh-HK" sz="1200" b="1" dirty="0">
                          <a:effectLst/>
                          <a:latin typeface="Aptos Display" panose="020B0004020202020204" pitchFamily="34" charset="0"/>
                        </a:rPr>
                        <a:t>23.5%</a:t>
                      </a:r>
                      <a:endParaRPr lang="zh-HK" altLang="en-US" sz="1200" dirty="0">
                        <a:effectLst/>
                      </a:endParaRPr>
                    </a:p>
                  </a:txBody>
                  <a:tcPr marL="99060" marR="99060" anchor="ctr"/>
                </a:tc>
                <a:extLst>
                  <a:ext uri="{0D108BD9-81ED-4DB2-BD59-A6C34878D82A}">
                    <a16:rowId xmlns:a16="http://schemas.microsoft.com/office/drawing/2014/main" val="3734494108"/>
                  </a:ext>
                </a:extLst>
              </a:tr>
              <a:tr h="337024">
                <a:tc>
                  <a:txBody>
                    <a:bodyPr/>
                    <a:lstStyle/>
                    <a:p>
                      <a:pPr algn="l"/>
                      <a:r>
                        <a:rPr lang="en-US" sz="1200" dirty="0" err="1">
                          <a:effectLst/>
                          <a:latin typeface="Aptos Display" panose="020B0004020202020204" pitchFamily="34" charset="0"/>
                        </a:rPr>
                        <a:t>Inner_Diameter</a:t>
                      </a:r>
                      <a:endParaRPr lang="en-US" sz="1200" dirty="0">
                        <a:effectLst/>
                        <a:latin typeface="Aptos Display" panose="020B0004020202020204" pitchFamily="34" charset="0"/>
                      </a:endParaRPr>
                    </a:p>
                  </a:txBody>
                  <a:tcPr marL="99060" marR="99060" anchor="ctr"/>
                </a:tc>
                <a:tc>
                  <a:txBody>
                    <a:bodyPr/>
                    <a:lstStyle/>
                    <a:p>
                      <a:pPr algn="l"/>
                      <a:r>
                        <a:rPr lang="en-US" altLang="zh-HK" sz="1200" dirty="0">
                          <a:effectLst/>
                          <a:latin typeface="Aptos Display" panose="020B0004020202020204" pitchFamily="34" charset="0"/>
                        </a:rPr>
                        <a:t>0.0042</a:t>
                      </a:r>
                    </a:p>
                  </a:txBody>
                  <a:tcPr marL="99060" marR="99060" anchor="ctr"/>
                </a:tc>
                <a:tc>
                  <a:txBody>
                    <a:bodyPr/>
                    <a:lstStyle/>
                    <a:p>
                      <a:pPr algn="l"/>
                      <a:r>
                        <a:rPr lang="en-US" altLang="zh-HK" sz="1200" dirty="0">
                          <a:effectLst/>
                          <a:latin typeface="Aptos Display" panose="020B0004020202020204" pitchFamily="34" charset="0"/>
                        </a:rPr>
                        <a:t>0.0030</a:t>
                      </a:r>
                    </a:p>
                  </a:txBody>
                  <a:tcPr marL="99060" marR="99060" anchor="ctr"/>
                </a:tc>
                <a:tc>
                  <a:txBody>
                    <a:bodyPr/>
                    <a:lstStyle/>
                    <a:p>
                      <a:pPr algn="l"/>
                      <a:r>
                        <a:rPr lang="en-US" altLang="zh-HK" sz="1200" b="1" dirty="0">
                          <a:effectLst/>
                          <a:latin typeface="Aptos Display" panose="020B0004020202020204" pitchFamily="34" charset="0"/>
                        </a:rPr>
                        <a:t>28.6%</a:t>
                      </a:r>
                      <a:endParaRPr lang="zh-HK" altLang="en-US" sz="1200" dirty="0">
                        <a:effectLst/>
                      </a:endParaRPr>
                    </a:p>
                  </a:txBody>
                  <a:tcPr marL="99060" marR="99060" anchor="ctr"/>
                </a:tc>
                <a:extLst>
                  <a:ext uri="{0D108BD9-81ED-4DB2-BD59-A6C34878D82A}">
                    <a16:rowId xmlns:a16="http://schemas.microsoft.com/office/drawing/2014/main" val="1140301261"/>
                  </a:ext>
                </a:extLst>
              </a:tr>
            </a:tbl>
          </a:graphicData>
        </a:graphic>
      </p:graphicFrame>
      <p:sp>
        <p:nvSpPr>
          <p:cNvPr id="17" name="TextBox 16">
            <a:extLst>
              <a:ext uri="{FF2B5EF4-FFF2-40B4-BE49-F238E27FC236}">
                <a16:creationId xmlns:a16="http://schemas.microsoft.com/office/drawing/2014/main" id="{28126C00-E238-FD49-83DB-5ED324C6121A}"/>
              </a:ext>
            </a:extLst>
          </p:cNvPr>
          <p:cNvSpPr txBox="1"/>
          <p:nvPr/>
        </p:nvSpPr>
        <p:spPr>
          <a:xfrm>
            <a:off x="5240959" y="3912604"/>
            <a:ext cx="2949592" cy="1384995"/>
          </a:xfrm>
          <a:prstGeom prst="rect">
            <a:avLst/>
          </a:prstGeom>
          <a:noFill/>
        </p:spPr>
        <p:txBody>
          <a:bodyPr wrap="square">
            <a:spAutoFit/>
          </a:bodyPr>
          <a:lstStyle/>
          <a:p>
            <a:r>
              <a:rPr lang="en-US" altLang="zh-HK" sz="1800" dirty="0"/>
              <a:t>Feature Importances for first target:</a:t>
            </a:r>
          </a:p>
          <a:p>
            <a:endParaRPr lang="en-US" altLang="zh-HK" sz="1800" dirty="0"/>
          </a:p>
          <a:p>
            <a:r>
              <a:rPr lang="en-US" altLang="zh-HK" sz="1800" dirty="0" err="1"/>
              <a:t>Nozzle_Temp</a:t>
            </a:r>
            <a:r>
              <a:rPr lang="en-US" altLang="zh-HK" sz="1800" dirty="0"/>
              <a:t>: 0.0395</a:t>
            </a:r>
          </a:p>
          <a:p>
            <a:r>
              <a:rPr lang="en-US" altLang="zh-HK" sz="1800" dirty="0" err="1">
                <a:highlight>
                  <a:srgbClr val="FFFF00"/>
                </a:highlight>
              </a:rPr>
              <a:t>Injection_Time</a:t>
            </a:r>
            <a:r>
              <a:rPr lang="en-US" altLang="zh-HK" sz="1800" dirty="0">
                <a:highlight>
                  <a:srgbClr val="FFFF00"/>
                </a:highlight>
              </a:rPr>
              <a:t>: 0.5479</a:t>
            </a:r>
          </a:p>
          <a:p>
            <a:r>
              <a:rPr lang="en-US" altLang="zh-HK" sz="1800" dirty="0">
                <a:highlight>
                  <a:srgbClr val="FFFF00"/>
                </a:highlight>
              </a:rPr>
              <a:t>FeedThroat Temp: 0.3100</a:t>
            </a:r>
          </a:p>
          <a:p>
            <a:r>
              <a:rPr lang="en-US" altLang="zh-HK" sz="1800" dirty="0"/>
              <a:t>Dosing Time: 0.0999</a:t>
            </a:r>
          </a:p>
          <a:p>
            <a:r>
              <a:rPr lang="en-US" altLang="zh-HK" sz="1800" dirty="0"/>
              <a:t>Barrel Zone 1 Temp: 0.0027</a:t>
            </a:r>
            <a:endParaRPr lang="zh-HK" altLang="en-US" sz="1800" dirty="0"/>
          </a:p>
        </p:txBody>
      </p:sp>
    </p:spTree>
    <p:extLst>
      <p:ext uri="{BB962C8B-B14F-4D97-AF65-F5344CB8AC3E}">
        <p14:creationId xmlns:p14="http://schemas.microsoft.com/office/powerpoint/2010/main" val="326277628"/>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A8C3D336-06E8-061B-2BDD-E7941F07CAB0}"/>
            </a:ext>
          </a:extLst>
        </p:cNvPr>
        <p:cNvGrpSpPr/>
        <p:nvPr/>
      </p:nvGrpSpPr>
      <p:grpSpPr>
        <a:xfrm>
          <a:off x="0" y="0"/>
          <a:ext cx="0" cy="0"/>
          <a:chOff x="0" y="0"/>
          <a:chExt cx="0" cy="0"/>
        </a:xfrm>
      </p:grpSpPr>
      <p:sp>
        <p:nvSpPr>
          <p:cNvPr id="22" name="Rectangle 21">
            <a:extLst>
              <a:ext uri="{FF2B5EF4-FFF2-40B4-BE49-F238E27FC236}">
                <a16:creationId xmlns:a16="http://schemas.microsoft.com/office/drawing/2014/main" id="{EFE9B67E-C7A4-3DBB-FACB-8D4BE95E2B6B}"/>
              </a:ext>
            </a:extLst>
          </p:cNvPr>
          <p:cNvSpPr/>
          <p:nvPr/>
        </p:nvSpPr>
        <p:spPr>
          <a:xfrm>
            <a:off x="2216150" y="1054100"/>
            <a:ext cx="7792944" cy="738154"/>
          </a:xfrm>
          <a:prstGeom prst="rect">
            <a:avLst/>
          </a:prstGeom>
          <a:solidFill>
            <a:schemeClr val="bg1">
              <a:lumMod val="85000"/>
            </a:schemeClr>
          </a:solidFill>
        </p:spPr>
        <p:style>
          <a:lnRef idx="2">
            <a:schemeClr val="accent6"/>
          </a:lnRef>
          <a:fillRef idx="1">
            <a:schemeClr val="lt1"/>
          </a:fillRef>
          <a:effectRef idx="0">
            <a:schemeClr val="accent6"/>
          </a:effectRef>
          <a:fontRef idx="minor">
            <a:schemeClr val="dk1"/>
          </a:fontRef>
        </p:style>
        <p:txBody>
          <a:bodyPr rtlCol="0" anchor="ctr"/>
          <a:lstStyle/>
          <a:p>
            <a:pPr algn="ctr"/>
            <a:endParaRPr lang="en-US" dirty="0">
              <a:latin typeface="Aptos Display" panose="020B0004020202020204" pitchFamily="34" charset="0"/>
            </a:endParaRPr>
          </a:p>
        </p:txBody>
      </p:sp>
      <p:sp>
        <p:nvSpPr>
          <p:cNvPr id="3" name="Text Placeholder 2">
            <a:extLst>
              <a:ext uri="{FF2B5EF4-FFF2-40B4-BE49-F238E27FC236}">
                <a16:creationId xmlns:a16="http://schemas.microsoft.com/office/drawing/2014/main" id="{9B56C466-A1FA-82C4-FD80-738EE1DF8378}"/>
              </a:ext>
            </a:extLst>
          </p:cNvPr>
          <p:cNvSpPr>
            <a:spLocks noGrp="1"/>
          </p:cNvSpPr>
          <p:nvPr>
            <p:ph type="body" sz="quarter" idx="32"/>
          </p:nvPr>
        </p:nvSpPr>
        <p:spPr>
          <a:xfrm>
            <a:off x="1445496" y="380401"/>
            <a:ext cx="7590927" cy="490331"/>
          </a:xfrm>
        </p:spPr>
        <p:txBody>
          <a:bodyPr/>
          <a:lstStyle/>
          <a:p>
            <a:r>
              <a:rPr lang="en-US" sz="2800" dirty="0">
                <a:latin typeface="Aptos Display" panose="020B0004020202020204" pitchFamily="34" charset="0"/>
              </a:rPr>
              <a:t>Machine learning Model</a:t>
            </a:r>
          </a:p>
        </p:txBody>
      </p:sp>
      <p:sp>
        <p:nvSpPr>
          <p:cNvPr id="9" name="TextBox 8">
            <a:extLst>
              <a:ext uri="{FF2B5EF4-FFF2-40B4-BE49-F238E27FC236}">
                <a16:creationId xmlns:a16="http://schemas.microsoft.com/office/drawing/2014/main" id="{226FA96A-D294-BD3D-E1B0-A34134C1A96E}"/>
              </a:ext>
            </a:extLst>
          </p:cNvPr>
          <p:cNvSpPr txBox="1"/>
          <p:nvPr/>
        </p:nvSpPr>
        <p:spPr>
          <a:xfrm>
            <a:off x="2348377" y="1109898"/>
            <a:ext cx="8164606" cy="584775"/>
          </a:xfrm>
          <a:prstGeom prst="rect">
            <a:avLst/>
          </a:prstGeom>
          <a:noFill/>
        </p:spPr>
        <p:txBody>
          <a:bodyPr wrap="square">
            <a:spAutoFit/>
          </a:bodyPr>
          <a:lstStyle/>
          <a:p>
            <a:r>
              <a:rPr lang="en-US" i="1" dirty="0">
                <a:latin typeface="Aptos Display" panose="020B0004020202020204" pitchFamily="34" charset="0"/>
              </a:rPr>
              <a:t>Support quantile regression, which allows for the direct prediction of conditional quantiles of a target variable.</a:t>
            </a:r>
          </a:p>
        </p:txBody>
      </p:sp>
      <p:sp>
        <p:nvSpPr>
          <p:cNvPr id="29" name="Rectangle: Rounded Corners 28">
            <a:extLst>
              <a:ext uri="{FF2B5EF4-FFF2-40B4-BE49-F238E27FC236}">
                <a16:creationId xmlns:a16="http://schemas.microsoft.com/office/drawing/2014/main" id="{F3E1011C-2CC0-A590-ABB1-DCC73CBDC625}"/>
              </a:ext>
            </a:extLst>
          </p:cNvPr>
          <p:cNvSpPr/>
          <p:nvPr/>
        </p:nvSpPr>
        <p:spPr>
          <a:xfrm>
            <a:off x="150906" y="1048839"/>
            <a:ext cx="1844488" cy="738154"/>
          </a:xfrm>
          <a:prstGeom prst="roundRect">
            <a:avLst/>
          </a:prstGeom>
        </p:spPr>
        <p:style>
          <a:lnRef idx="3">
            <a:schemeClr val="lt1"/>
          </a:lnRef>
          <a:fillRef idx="1">
            <a:schemeClr val="accent6"/>
          </a:fillRef>
          <a:effectRef idx="1">
            <a:schemeClr val="accent6"/>
          </a:effectRef>
          <a:fontRef idx="minor">
            <a:schemeClr val="lt1"/>
          </a:fontRef>
        </p:style>
        <p:txBody>
          <a:bodyPr rtlCol="0" anchor="ctr"/>
          <a:lstStyle/>
          <a:p>
            <a:pPr algn="ctr"/>
            <a:endParaRPr lang="en-US" b="1" dirty="0">
              <a:latin typeface="Aptos Display" panose="020B0004020202020204" pitchFamily="34" charset="0"/>
            </a:endParaRPr>
          </a:p>
        </p:txBody>
      </p:sp>
      <p:sp>
        <p:nvSpPr>
          <p:cNvPr id="2" name="Rectangle 1">
            <a:extLst>
              <a:ext uri="{FF2B5EF4-FFF2-40B4-BE49-F238E27FC236}">
                <a16:creationId xmlns:a16="http://schemas.microsoft.com/office/drawing/2014/main" id="{64445A50-3629-C659-6FE9-14EABE8D69B6}"/>
              </a:ext>
            </a:extLst>
          </p:cNvPr>
          <p:cNvSpPr/>
          <p:nvPr/>
        </p:nvSpPr>
        <p:spPr>
          <a:xfrm>
            <a:off x="2127622" y="971550"/>
            <a:ext cx="22075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5" name="Rectangle 4">
            <a:extLst>
              <a:ext uri="{FF2B5EF4-FFF2-40B4-BE49-F238E27FC236}">
                <a16:creationId xmlns:a16="http://schemas.microsoft.com/office/drawing/2014/main" id="{554357FF-3F17-1965-6E1B-3B92D87DF50F}"/>
              </a:ext>
            </a:extLst>
          </p:cNvPr>
          <p:cNvSpPr/>
          <p:nvPr/>
        </p:nvSpPr>
        <p:spPr>
          <a:xfrm>
            <a:off x="9779934" y="971550"/>
            <a:ext cx="380065" cy="933449"/>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dirty="0">
              <a:latin typeface="Aptos Display" panose="020B0004020202020204" pitchFamily="34" charset="0"/>
            </a:endParaRPr>
          </a:p>
        </p:txBody>
      </p:sp>
      <p:sp>
        <p:nvSpPr>
          <p:cNvPr id="12" name="TextBox 11">
            <a:extLst>
              <a:ext uri="{FF2B5EF4-FFF2-40B4-BE49-F238E27FC236}">
                <a16:creationId xmlns:a16="http://schemas.microsoft.com/office/drawing/2014/main" id="{B8715E39-1D79-DB3C-07F3-65D2C1F383ED}"/>
              </a:ext>
            </a:extLst>
          </p:cNvPr>
          <p:cNvSpPr txBox="1"/>
          <p:nvPr/>
        </p:nvSpPr>
        <p:spPr>
          <a:xfrm>
            <a:off x="281315" y="1063973"/>
            <a:ext cx="1583669" cy="502702"/>
          </a:xfrm>
          <a:prstGeom prst="rect">
            <a:avLst/>
          </a:prstGeom>
          <a:noFill/>
        </p:spPr>
        <p:txBody>
          <a:bodyPr wrap="square">
            <a:spAutoFit/>
          </a:bodyPr>
          <a:lstStyle/>
          <a:p>
            <a:pPr algn="ctr"/>
            <a:r>
              <a:rPr lang="en-US" sz="2000" b="1" dirty="0" err="1">
                <a:solidFill>
                  <a:schemeClr val="bg1"/>
                </a:solidFill>
                <a:latin typeface="Aptos Display" panose="020B0004020202020204" pitchFamily="34" charset="0"/>
              </a:rPr>
              <a:t>LightGBM</a:t>
            </a:r>
            <a:r>
              <a:rPr lang="en-US" sz="2000" b="1" dirty="0">
                <a:solidFill>
                  <a:schemeClr val="bg1"/>
                </a:solidFill>
                <a:latin typeface="Aptos Display" panose="020B0004020202020204" pitchFamily="34" charset="0"/>
              </a:rPr>
              <a:t> Quantile Regression</a:t>
            </a:r>
          </a:p>
        </p:txBody>
      </p:sp>
      <p:sp>
        <p:nvSpPr>
          <p:cNvPr id="4" name="TextBox 3">
            <a:extLst>
              <a:ext uri="{FF2B5EF4-FFF2-40B4-BE49-F238E27FC236}">
                <a16:creationId xmlns:a16="http://schemas.microsoft.com/office/drawing/2014/main" id="{FBB39746-88BC-C77C-D0DA-4151E312C98A}"/>
              </a:ext>
            </a:extLst>
          </p:cNvPr>
          <p:cNvSpPr txBox="1"/>
          <p:nvPr/>
        </p:nvSpPr>
        <p:spPr>
          <a:xfrm>
            <a:off x="5325324" y="1975622"/>
            <a:ext cx="4371315" cy="1569660"/>
          </a:xfrm>
          <a:prstGeom prst="rect">
            <a:avLst/>
          </a:prstGeom>
          <a:noFill/>
        </p:spPr>
        <p:txBody>
          <a:bodyPr wrap="square">
            <a:spAutoFit/>
          </a:bodyPr>
          <a:lstStyle/>
          <a:p>
            <a:r>
              <a:rPr lang="zh-HK" altLang="en-US" sz="1800" dirty="0"/>
              <a:t>0.1 quantile (lower bound): 10% chance that the true value in the future will be lower than this predicted value.</a:t>
            </a:r>
            <a:endParaRPr lang="en-US" altLang="zh-HK" sz="1800" dirty="0"/>
          </a:p>
          <a:p>
            <a:endParaRPr lang="en-US" altLang="zh-HK" sz="1800" dirty="0"/>
          </a:p>
          <a:p>
            <a:r>
              <a:rPr lang="zh-HK" altLang="en-US" sz="1800" dirty="0"/>
              <a:t>0.9 quantile (upper bound):  10% chance that the true value in the future will be higher than this predicted value.</a:t>
            </a:r>
            <a:endParaRPr lang="en-US" altLang="zh-HK" sz="1800" dirty="0"/>
          </a:p>
          <a:p>
            <a:endParaRPr lang="en-US" altLang="zh-HK" sz="1800" dirty="0"/>
          </a:p>
          <a:p>
            <a:r>
              <a:rPr lang="zh-HK" altLang="en-US" sz="1800" dirty="0"/>
              <a:t>0.1~0.9 interval: The model believes that there is an 80% chance that the true value in the future will fall within this interval.</a:t>
            </a:r>
          </a:p>
        </p:txBody>
      </p:sp>
      <p:pic>
        <p:nvPicPr>
          <p:cNvPr id="6" name="Picture 2">
            <a:extLst>
              <a:ext uri="{FF2B5EF4-FFF2-40B4-BE49-F238E27FC236}">
                <a16:creationId xmlns:a16="http://schemas.microsoft.com/office/drawing/2014/main" id="{6B8C421A-8188-F9F7-86DE-7DDFEC6886F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9505" y="2412466"/>
            <a:ext cx="4495173" cy="1909278"/>
          </a:xfrm>
          <a:prstGeom prst="rect">
            <a:avLst/>
          </a:prstGeom>
          <a:noFill/>
          <a:extLst>
            <a:ext uri="{909E8E84-426E-40DD-AFC4-6F175D3DCCD1}">
              <a14:hiddenFill xmlns:a14="http://schemas.microsoft.com/office/drawing/2010/main">
                <a:solidFill>
                  <a:srgbClr val="FFFFFF"/>
                </a:solidFill>
              </a14:hiddenFill>
            </a:ext>
          </a:extLst>
        </p:spPr>
      </p:pic>
      <p:grpSp>
        <p:nvGrpSpPr>
          <p:cNvPr id="7" name="Group 6">
            <a:extLst>
              <a:ext uri="{FF2B5EF4-FFF2-40B4-BE49-F238E27FC236}">
                <a16:creationId xmlns:a16="http://schemas.microsoft.com/office/drawing/2014/main" id="{42B59F60-68EA-1046-0C4A-243D30383C86}"/>
              </a:ext>
            </a:extLst>
          </p:cNvPr>
          <p:cNvGrpSpPr/>
          <p:nvPr/>
        </p:nvGrpSpPr>
        <p:grpSpPr>
          <a:xfrm>
            <a:off x="5636857" y="3728650"/>
            <a:ext cx="3748248" cy="1081291"/>
            <a:chOff x="5548664" y="4630890"/>
            <a:chExt cx="5505159" cy="1667294"/>
          </a:xfrm>
        </p:grpSpPr>
        <p:cxnSp>
          <p:nvCxnSpPr>
            <p:cNvPr id="8" name="Straight Connector 7">
              <a:extLst>
                <a:ext uri="{FF2B5EF4-FFF2-40B4-BE49-F238E27FC236}">
                  <a16:creationId xmlns:a16="http://schemas.microsoft.com/office/drawing/2014/main" id="{5D4453F5-D15A-1DC6-A9E7-A2884AF88796}"/>
                </a:ext>
              </a:extLst>
            </p:cNvPr>
            <p:cNvCxnSpPr/>
            <p:nvPr/>
          </p:nvCxnSpPr>
          <p:spPr>
            <a:xfrm>
              <a:off x="5694744" y="5227034"/>
              <a:ext cx="5359079"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13" name="Straight Connector 12">
              <a:extLst>
                <a:ext uri="{FF2B5EF4-FFF2-40B4-BE49-F238E27FC236}">
                  <a16:creationId xmlns:a16="http://schemas.microsoft.com/office/drawing/2014/main" id="{6D003F92-9B00-8A07-AA2E-20E2CC0DFA26}"/>
                </a:ext>
              </a:extLst>
            </p:cNvPr>
            <p:cNvCxnSpPr>
              <a:cxnSpLocks/>
            </p:cNvCxnSpPr>
            <p:nvPr/>
          </p:nvCxnSpPr>
          <p:spPr>
            <a:xfrm>
              <a:off x="5548664" y="4649335"/>
              <a:ext cx="292160" cy="5715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4" name="Straight Connector 13">
              <a:extLst>
                <a:ext uri="{FF2B5EF4-FFF2-40B4-BE49-F238E27FC236}">
                  <a16:creationId xmlns:a16="http://schemas.microsoft.com/office/drawing/2014/main" id="{8ACF854E-1A10-2F01-0C55-DAD766963197}"/>
                </a:ext>
              </a:extLst>
            </p:cNvPr>
            <p:cNvCxnSpPr>
              <a:cxnSpLocks/>
            </p:cNvCxnSpPr>
            <p:nvPr/>
          </p:nvCxnSpPr>
          <p:spPr>
            <a:xfrm>
              <a:off x="5694744" y="4649335"/>
              <a:ext cx="292160" cy="5715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5" name="Straight Connector 14">
              <a:extLst>
                <a:ext uri="{FF2B5EF4-FFF2-40B4-BE49-F238E27FC236}">
                  <a16:creationId xmlns:a16="http://schemas.microsoft.com/office/drawing/2014/main" id="{319237CF-D7BC-5985-5FB9-4ADBD8294D4F}"/>
                </a:ext>
              </a:extLst>
            </p:cNvPr>
            <p:cNvCxnSpPr>
              <a:cxnSpLocks/>
            </p:cNvCxnSpPr>
            <p:nvPr/>
          </p:nvCxnSpPr>
          <p:spPr>
            <a:xfrm>
              <a:off x="5858350" y="4649335"/>
              <a:ext cx="292160" cy="5715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6" name="Straight Connector 15">
              <a:extLst>
                <a:ext uri="{FF2B5EF4-FFF2-40B4-BE49-F238E27FC236}">
                  <a16:creationId xmlns:a16="http://schemas.microsoft.com/office/drawing/2014/main" id="{21D77752-BA7B-54C1-4F70-11069A6E999A}"/>
                </a:ext>
              </a:extLst>
            </p:cNvPr>
            <p:cNvCxnSpPr>
              <a:cxnSpLocks/>
            </p:cNvCxnSpPr>
            <p:nvPr/>
          </p:nvCxnSpPr>
          <p:spPr>
            <a:xfrm>
              <a:off x="6036959" y="4649335"/>
              <a:ext cx="292160" cy="5715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7" name="Straight Connector 16">
              <a:extLst>
                <a:ext uri="{FF2B5EF4-FFF2-40B4-BE49-F238E27FC236}">
                  <a16:creationId xmlns:a16="http://schemas.microsoft.com/office/drawing/2014/main" id="{D6D63D97-35A3-BC7C-D5B0-599DB8C9DCBA}"/>
                </a:ext>
              </a:extLst>
            </p:cNvPr>
            <p:cNvCxnSpPr>
              <a:cxnSpLocks/>
            </p:cNvCxnSpPr>
            <p:nvPr/>
          </p:nvCxnSpPr>
          <p:spPr>
            <a:xfrm>
              <a:off x="6218995" y="4649335"/>
              <a:ext cx="292160" cy="5715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8" name="Straight Connector 17">
              <a:extLst>
                <a:ext uri="{FF2B5EF4-FFF2-40B4-BE49-F238E27FC236}">
                  <a16:creationId xmlns:a16="http://schemas.microsoft.com/office/drawing/2014/main" id="{B12554B4-81D3-BE69-DBED-D2F050BC1EF9}"/>
                </a:ext>
              </a:extLst>
            </p:cNvPr>
            <p:cNvCxnSpPr>
              <a:cxnSpLocks/>
            </p:cNvCxnSpPr>
            <p:nvPr/>
          </p:nvCxnSpPr>
          <p:spPr>
            <a:xfrm>
              <a:off x="6365075" y="4643188"/>
              <a:ext cx="292160" cy="571552"/>
            </a:xfrm>
            <a:prstGeom prst="line">
              <a:avLst/>
            </a:prstGeom>
          </p:spPr>
          <p:style>
            <a:lnRef idx="2">
              <a:schemeClr val="accent1"/>
            </a:lnRef>
            <a:fillRef idx="0">
              <a:schemeClr val="accent1"/>
            </a:fillRef>
            <a:effectRef idx="1">
              <a:schemeClr val="accent1"/>
            </a:effectRef>
            <a:fontRef idx="minor">
              <a:schemeClr val="tx1"/>
            </a:fontRef>
          </p:style>
        </p:cxnSp>
        <p:cxnSp>
          <p:nvCxnSpPr>
            <p:cNvPr id="19" name="Straight Connector 18">
              <a:extLst>
                <a:ext uri="{FF2B5EF4-FFF2-40B4-BE49-F238E27FC236}">
                  <a16:creationId xmlns:a16="http://schemas.microsoft.com/office/drawing/2014/main" id="{3261A886-3B0D-1EEF-7B1C-7EB0ECEE937B}"/>
                </a:ext>
              </a:extLst>
            </p:cNvPr>
            <p:cNvCxnSpPr>
              <a:cxnSpLocks/>
            </p:cNvCxnSpPr>
            <p:nvPr/>
          </p:nvCxnSpPr>
          <p:spPr>
            <a:xfrm>
              <a:off x="6489297" y="4643186"/>
              <a:ext cx="292160" cy="571552"/>
            </a:xfrm>
            <a:prstGeom prst="line">
              <a:avLst/>
            </a:prstGeom>
          </p:spPr>
          <p:style>
            <a:lnRef idx="2">
              <a:schemeClr val="accent1"/>
            </a:lnRef>
            <a:fillRef idx="0">
              <a:schemeClr val="accent1"/>
            </a:fillRef>
            <a:effectRef idx="1">
              <a:schemeClr val="accent1"/>
            </a:effectRef>
            <a:fontRef idx="minor">
              <a:schemeClr val="tx1"/>
            </a:fontRef>
          </p:style>
        </p:cxnSp>
        <p:cxnSp>
          <p:nvCxnSpPr>
            <p:cNvPr id="20" name="Straight Connector 19">
              <a:extLst>
                <a:ext uri="{FF2B5EF4-FFF2-40B4-BE49-F238E27FC236}">
                  <a16:creationId xmlns:a16="http://schemas.microsoft.com/office/drawing/2014/main" id="{FE7D6956-50EB-FDA5-F4F9-E340EE3662F2}"/>
                </a:ext>
              </a:extLst>
            </p:cNvPr>
            <p:cNvCxnSpPr>
              <a:cxnSpLocks/>
            </p:cNvCxnSpPr>
            <p:nvPr/>
          </p:nvCxnSpPr>
          <p:spPr>
            <a:xfrm>
              <a:off x="6611264" y="4630890"/>
              <a:ext cx="192051" cy="326501"/>
            </a:xfrm>
            <a:prstGeom prst="line">
              <a:avLst/>
            </a:prstGeom>
          </p:spPr>
          <p:style>
            <a:lnRef idx="2">
              <a:schemeClr val="accent1"/>
            </a:lnRef>
            <a:fillRef idx="0">
              <a:schemeClr val="accent1"/>
            </a:fillRef>
            <a:effectRef idx="1">
              <a:schemeClr val="accent1"/>
            </a:effectRef>
            <a:fontRef idx="minor">
              <a:schemeClr val="tx1"/>
            </a:fontRef>
          </p:style>
        </p:cxnSp>
        <p:cxnSp>
          <p:nvCxnSpPr>
            <p:cNvPr id="21" name="Straight Connector 20">
              <a:extLst>
                <a:ext uri="{FF2B5EF4-FFF2-40B4-BE49-F238E27FC236}">
                  <a16:creationId xmlns:a16="http://schemas.microsoft.com/office/drawing/2014/main" id="{CAE6B6DB-FBEE-BCF7-6383-9EC7D2008672}"/>
                </a:ext>
              </a:extLst>
            </p:cNvPr>
            <p:cNvCxnSpPr>
              <a:cxnSpLocks/>
            </p:cNvCxnSpPr>
            <p:nvPr/>
          </p:nvCxnSpPr>
          <p:spPr>
            <a:xfrm flipV="1">
              <a:off x="9871625" y="4704165"/>
              <a:ext cx="115655" cy="510573"/>
            </a:xfrm>
            <a:prstGeom prst="line">
              <a:avLst/>
            </a:prstGeom>
          </p:spPr>
          <p:style>
            <a:lnRef idx="2">
              <a:schemeClr val="accent1"/>
            </a:lnRef>
            <a:fillRef idx="0">
              <a:schemeClr val="accent1"/>
            </a:fillRef>
            <a:effectRef idx="1">
              <a:schemeClr val="accent1"/>
            </a:effectRef>
            <a:fontRef idx="minor">
              <a:schemeClr val="tx1"/>
            </a:fontRef>
          </p:style>
        </p:cxnSp>
        <p:cxnSp>
          <p:nvCxnSpPr>
            <p:cNvPr id="23" name="Straight Connector 22">
              <a:extLst>
                <a:ext uri="{FF2B5EF4-FFF2-40B4-BE49-F238E27FC236}">
                  <a16:creationId xmlns:a16="http://schemas.microsoft.com/office/drawing/2014/main" id="{4E006D13-CE44-13CD-BCDD-60CD4DF62A03}"/>
                </a:ext>
              </a:extLst>
            </p:cNvPr>
            <p:cNvCxnSpPr>
              <a:cxnSpLocks/>
            </p:cNvCxnSpPr>
            <p:nvPr/>
          </p:nvCxnSpPr>
          <p:spPr>
            <a:xfrm flipV="1">
              <a:off x="9854565" y="4704163"/>
              <a:ext cx="59055" cy="261437"/>
            </a:xfrm>
            <a:prstGeom prst="line">
              <a:avLst/>
            </a:prstGeom>
          </p:spPr>
          <p:style>
            <a:lnRef idx="2">
              <a:schemeClr val="accent1"/>
            </a:lnRef>
            <a:fillRef idx="0">
              <a:schemeClr val="accent1"/>
            </a:fillRef>
            <a:effectRef idx="1">
              <a:schemeClr val="accent1"/>
            </a:effectRef>
            <a:fontRef idx="minor">
              <a:schemeClr val="tx1"/>
            </a:fontRef>
          </p:style>
        </p:cxnSp>
        <p:cxnSp>
          <p:nvCxnSpPr>
            <p:cNvPr id="24" name="Straight Connector 23">
              <a:extLst>
                <a:ext uri="{FF2B5EF4-FFF2-40B4-BE49-F238E27FC236}">
                  <a16:creationId xmlns:a16="http://schemas.microsoft.com/office/drawing/2014/main" id="{FE20B258-EA07-D247-D2BF-19A0C2F5B5A7}"/>
                </a:ext>
              </a:extLst>
            </p:cNvPr>
            <p:cNvCxnSpPr>
              <a:cxnSpLocks/>
            </p:cNvCxnSpPr>
            <p:nvPr/>
          </p:nvCxnSpPr>
          <p:spPr>
            <a:xfrm flipV="1">
              <a:off x="9936167" y="4707534"/>
              <a:ext cx="115655" cy="510573"/>
            </a:xfrm>
            <a:prstGeom prst="line">
              <a:avLst/>
            </a:prstGeom>
          </p:spPr>
          <p:style>
            <a:lnRef idx="2">
              <a:schemeClr val="accent1"/>
            </a:lnRef>
            <a:fillRef idx="0">
              <a:schemeClr val="accent1"/>
            </a:fillRef>
            <a:effectRef idx="1">
              <a:schemeClr val="accent1"/>
            </a:effectRef>
            <a:fontRef idx="minor">
              <a:schemeClr val="tx1"/>
            </a:fontRef>
          </p:style>
        </p:cxnSp>
        <p:cxnSp>
          <p:nvCxnSpPr>
            <p:cNvPr id="25" name="Straight Connector 24">
              <a:extLst>
                <a:ext uri="{FF2B5EF4-FFF2-40B4-BE49-F238E27FC236}">
                  <a16:creationId xmlns:a16="http://schemas.microsoft.com/office/drawing/2014/main" id="{35CF5A1E-FF6D-C65F-3C99-536C5CBC84CC}"/>
                </a:ext>
              </a:extLst>
            </p:cNvPr>
            <p:cNvCxnSpPr>
              <a:cxnSpLocks/>
            </p:cNvCxnSpPr>
            <p:nvPr/>
          </p:nvCxnSpPr>
          <p:spPr>
            <a:xfrm flipV="1">
              <a:off x="10000709" y="4707534"/>
              <a:ext cx="115655" cy="510573"/>
            </a:xfrm>
            <a:prstGeom prst="line">
              <a:avLst/>
            </a:prstGeom>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79577F2A-86FF-8519-5456-1950CC11FFD8}"/>
                </a:ext>
              </a:extLst>
            </p:cNvPr>
            <p:cNvCxnSpPr>
              <a:cxnSpLocks/>
            </p:cNvCxnSpPr>
            <p:nvPr/>
          </p:nvCxnSpPr>
          <p:spPr>
            <a:xfrm flipV="1">
              <a:off x="10074369" y="4710313"/>
              <a:ext cx="115655" cy="510573"/>
            </a:xfrm>
            <a:prstGeom prst="line">
              <a:avLst/>
            </a:prstGeom>
          </p:spPr>
          <p:style>
            <a:lnRef idx="2">
              <a:schemeClr val="accent1"/>
            </a:lnRef>
            <a:fillRef idx="0">
              <a:schemeClr val="accent1"/>
            </a:fillRef>
            <a:effectRef idx="1">
              <a:schemeClr val="accent1"/>
            </a:effectRef>
            <a:fontRef idx="minor">
              <a:schemeClr val="tx1"/>
            </a:fontRef>
          </p:style>
        </p:cxnSp>
        <p:cxnSp>
          <p:nvCxnSpPr>
            <p:cNvPr id="27" name="Straight Connector 26">
              <a:extLst>
                <a:ext uri="{FF2B5EF4-FFF2-40B4-BE49-F238E27FC236}">
                  <a16:creationId xmlns:a16="http://schemas.microsoft.com/office/drawing/2014/main" id="{A55E98D5-4C2C-06ED-F8F4-85A0E3F756CA}"/>
                </a:ext>
              </a:extLst>
            </p:cNvPr>
            <p:cNvCxnSpPr>
              <a:cxnSpLocks/>
            </p:cNvCxnSpPr>
            <p:nvPr/>
          </p:nvCxnSpPr>
          <p:spPr>
            <a:xfrm flipV="1">
              <a:off x="10145698" y="4719535"/>
              <a:ext cx="115655" cy="510573"/>
            </a:xfrm>
            <a:prstGeom prst="line">
              <a:avLst/>
            </a:prstGeom>
          </p:spPr>
          <p:style>
            <a:lnRef idx="2">
              <a:schemeClr val="accent1"/>
            </a:lnRef>
            <a:fillRef idx="0">
              <a:schemeClr val="accent1"/>
            </a:fillRef>
            <a:effectRef idx="1">
              <a:schemeClr val="accent1"/>
            </a:effectRef>
            <a:fontRef idx="minor">
              <a:schemeClr val="tx1"/>
            </a:fontRef>
          </p:style>
        </p:cxnSp>
        <p:cxnSp>
          <p:nvCxnSpPr>
            <p:cNvPr id="28" name="Straight Connector 27">
              <a:extLst>
                <a:ext uri="{FF2B5EF4-FFF2-40B4-BE49-F238E27FC236}">
                  <a16:creationId xmlns:a16="http://schemas.microsoft.com/office/drawing/2014/main" id="{AAA48714-F6C3-5811-18D0-B4F6A869982A}"/>
                </a:ext>
              </a:extLst>
            </p:cNvPr>
            <p:cNvCxnSpPr>
              <a:cxnSpLocks/>
            </p:cNvCxnSpPr>
            <p:nvPr/>
          </p:nvCxnSpPr>
          <p:spPr>
            <a:xfrm flipV="1">
              <a:off x="10252027" y="4719534"/>
              <a:ext cx="115655" cy="510573"/>
            </a:xfrm>
            <a:prstGeom prst="line">
              <a:avLst/>
            </a:prstGeom>
          </p:spPr>
          <p:style>
            <a:lnRef idx="2">
              <a:schemeClr val="accent1"/>
            </a:lnRef>
            <a:fillRef idx="0">
              <a:schemeClr val="accent1"/>
            </a:fillRef>
            <a:effectRef idx="1">
              <a:schemeClr val="accent1"/>
            </a:effectRef>
            <a:fontRef idx="minor">
              <a:schemeClr val="tx1"/>
            </a:fontRef>
          </p:style>
        </p:cxnSp>
        <p:cxnSp>
          <p:nvCxnSpPr>
            <p:cNvPr id="30" name="Straight Connector 29">
              <a:extLst>
                <a:ext uri="{FF2B5EF4-FFF2-40B4-BE49-F238E27FC236}">
                  <a16:creationId xmlns:a16="http://schemas.microsoft.com/office/drawing/2014/main" id="{AB0CBC07-0911-155F-B8D1-DC15854AE58D}"/>
                </a:ext>
              </a:extLst>
            </p:cNvPr>
            <p:cNvCxnSpPr>
              <a:cxnSpLocks/>
            </p:cNvCxnSpPr>
            <p:nvPr/>
          </p:nvCxnSpPr>
          <p:spPr>
            <a:xfrm flipV="1">
              <a:off x="10348442" y="4719533"/>
              <a:ext cx="115655" cy="510573"/>
            </a:xfrm>
            <a:prstGeom prst="line">
              <a:avLst/>
            </a:prstGeom>
          </p:spPr>
          <p:style>
            <a:lnRef idx="2">
              <a:schemeClr val="accent1"/>
            </a:lnRef>
            <a:fillRef idx="0">
              <a:schemeClr val="accent1"/>
            </a:fillRef>
            <a:effectRef idx="1">
              <a:schemeClr val="accent1"/>
            </a:effectRef>
            <a:fontRef idx="minor">
              <a:schemeClr val="tx1"/>
            </a:fontRef>
          </p:style>
        </p:cxnSp>
        <p:cxnSp>
          <p:nvCxnSpPr>
            <p:cNvPr id="31" name="Straight Connector 30">
              <a:extLst>
                <a:ext uri="{FF2B5EF4-FFF2-40B4-BE49-F238E27FC236}">
                  <a16:creationId xmlns:a16="http://schemas.microsoft.com/office/drawing/2014/main" id="{BB32A6F0-AF38-2759-985F-110D856DB1A6}"/>
                </a:ext>
              </a:extLst>
            </p:cNvPr>
            <p:cNvCxnSpPr>
              <a:cxnSpLocks/>
            </p:cNvCxnSpPr>
            <p:nvPr/>
          </p:nvCxnSpPr>
          <p:spPr>
            <a:xfrm flipV="1">
              <a:off x="10427392" y="4719532"/>
              <a:ext cx="115655" cy="510573"/>
            </a:xfrm>
            <a:prstGeom prst="line">
              <a:avLst/>
            </a:prstGeom>
          </p:spPr>
          <p:style>
            <a:lnRef idx="2">
              <a:schemeClr val="accent1"/>
            </a:lnRef>
            <a:fillRef idx="0">
              <a:schemeClr val="accent1"/>
            </a:fillRef>
            <a:effectRef idx="1">
              <a:schemeClr val="accent1"/>
            </a:effectRef>
            <a:fontRef idx="minor">
              <a:schemeClr val="tx1"/>
            </a:fontRef>
          </p:style>
        </p:cxnSp>
        <p:cxnSp>
          <p:nvCxnSpPr>
            <p:cNvPr id="32" name="Straight Connector 31">
              <a:extLst>
                <a:ext uri="{FF2B5EF4-FFF2-40B4-BE49-F238E27FC236}">
                  <a16:creationId xmlns:a16="http://schemas.microsoft.com/office/drawing/2014/main" id="{509D0D91-CC99-83BA-2FC3-5ED5A1EE6B87}"/>
                </a:ext>
              </a:extLst>
            </p:cNvPr>
            <p:cNvCxnSpPr>
              <a:cxnSpLocks/>
            </p:cNvCxnSpPr>
            <p:nvPr/>
          </p:nvCxnSpPr>
          <p:spPr>
            <a:xfrm flipV="1">
              <a:off x="10504861" y="4717997"/>
              <a:ext cx="115655" cy="510573"/>
            </a:xfrm>
            <a:prstGeom prst="line">
              <a:avLst/>
            </a:prstGeom>
          </p:spPr>
          <p:style>
            <a:lnRef idx="2">
              <a:schemeClr val="accent1"/>
            </a:lnRef>
            <a:fillRef idx="0">
              <a:schemeClr val="accent1"/>
            </a:fillRef>
            <a:effectRef idx="1">
              <a:schemeClr val="accent1"/>
            </a:effectRef>
            <a:fontRef idx="minor">
              <a:schemeClr val="tx1"/>
            </a:fontRef>
          </p:style>
        </p:cxnSp>
        <p:cxnSp>
          <p:nvCxnSpPr>
            <p:cNvPr id="33" name="Straight Connector 32">
              <a:extLst>
                <a:ext uri="{FF2B5EF4-FFF2-40B4-BE49-F238E27FC236}">
                  <a16:creationId xmlns:a16="http://schemas.microsoft.com/office/drawing/2014/main" id="{B78C0673-21F9-841D-1558-54DE3DB6322C}"/>
                </a:ext>
              </a:extLst>
            </p:cNvPr>
            <p:cNvCxnSpPr>
              <a:cxnSpLocks/>
            </p:cNvCxnSpPr>
            <p:nvPr/>
          </p:nvCxnSpPr>
          <p:spPr>
            <a:xfrm flipV="1">
              <a:off x="10616707" y="4710312"/>
              <a:ext cx="115655" cy="510573"/>
            </a:xfrm>
            <a:prstGeom prst="line">
              <a:avLst/>
            </a:prstGeom>
          </p:spPr>
          <p:style>
            <a:lnRef idx="2">
              <a:schemeClr val="accent1"/>
            </a:lnRef>
            <a:fillRef idx="0">
              <a:schemeClr val="accent1"/>
            </a:fillRef>
            <a:effectRef idx="1">
              <a:schemeClr val="accent1"/>
            </a:effectRef>
            <a:fontRef idx="minor">
              <a:schemeClr val="tx1"/>
            </a:fontRef>
          </p:style>
        </p:cxnSp>
        <p:cxnSp>
          <p:nvCxnSpPr>
            <p:cNvPr id="34" name="Straight Connector 33">
              <a:extLst>
                <a:ext uri="{FF2B5EF4-FFF2-40B4-BE49-F238E27FC236}">
                  <a16:creationId xmlns:a16="http://schemas.microsoft.com/office/drawing/2014/main" id="{05C077EC-9570-A47B-DC05-94CB39746043}"/>
                </a:ext>
              </a:extLst>
            </p:cNvPr>
            <p:cNvCxnSpPr>
              <a:cxnSpLocks/>
            </p:cNvCxnSpPr>
            <p:nvPr/>
          </p:nvCxnSpPr>
          <p:spPr>
            <a:xfrm flipV="1">
              <a:off x="10700233" y="4717997"/>
              <a:ext cx="115655" cy="510573"/>
            </a:xfrm>
            <a:prstGeom prst="line">
              <a:avLst/>
            </a:prstGeom>
          </p:spPr>
          <p:style>
            <a:lnRef idx="2">
              <a:schemeClr val="accent1"/>
            </a:lnRef>
            <a:fillRef idx="0">
              <a:schemeClr val="accent1"/>
            </a:fillRef>
            <a:effectRef idx="1">
              <a:schemeClr val="accent1"/>
            </a:effectRef>
            <a:fontRef idx="minor">
              <a:schemeClr val="tx1"/>
            </a:fontRef>
          </p:style>
        </p:cxnSp>
        <p:cxnSp>
          <p:nvCxnSpPr>
            <p:cNvPr id="35" name="Straight Connector 34">
              <a:extLst>
                <a:ext uri="{FF2B5EF4-FFF2-40B4-BE49-F238E27FC236}">
                  <a16:creationId xmlns:a16="http://schemas.microsoft.com/office/drawing/2014/main" id="{2D0A8462-082B-D868-4A55-1562D6EBA940}"/>
                </a:ext>
              </a:extLst>
            </p:cNvPr>
            <p:cNvCxnSpPr>
              <a:cxnSpLocks/>
            </p:cNvCxnSpPr>
            <p:nvPr/>
          </p:nvCxnSpPr>
          <p:spPr>
            <a:xfrm flipV="1">
              <a:off x="10786380" y="4717997"/>
              <a:ext cx="115655" cy="510573"/>
            </a:xfrm>
            <a:prstGeom prst="line">
              <a:avLst/>
            </a:prstGeom>
          </p:spPr>
          <p:style>
            <a:lnRef idx="2">
              <a:schemeClr val="accent1"/>
            </a:lnRef>
            <a:fillRef idx="0">
              <a:schemeClr val="accent1"/>
            </a:fillRef>
            <a:effectRef idx="1">
              <a:schemeClr val="accent1"/>
            </a:effectRef>
            <a:fontRef idx="minor">
              <a:schemeClr val="tx1"/>
            </a:fontRef>
          </p:style>
        </p:cxnSp>
        <p:cxnSp>
          <p:nvCxnSpPr>
            <p:cNvPr id="36" name="Straight Connector 35">
              <a:extLst>
                <a:ext uri="{FF2B5EF4-FFF2-40B4-BE49-F238E27FC236}">
                  <a16:creationId xmlns:a16="http://schemas.microsoft.com/office/drawing/2014/main" id="{097F5B6E-8706-C201-9B4F-8E2C6ECC3DD4}"/>
                </a:ext>
              </a:extLst>
            </p:cNvPr>
            <p:cNvCxnSpPr>
              <a:cxnSpLocks/>
            </p:cNvCxnSpPr>
            <p:nvPr/>
          </p:nvCxnSpPr>
          <p:spPr>
            <a:xfrm flipV="1">
              <a:off x="10872527" y="4717996"/>
              <a:ext cx="115655" cy="510573"/>
            </a:xfrm>
            <a:prstGeom prst="line">
              <a:avLst/>
            </a:prstGeom>
          </p:spPr>
          <p:style>
            <a:lnRef idx="2">
              <a:schemeClr val="accent1"/>
            </a:lnRef>
            <a:fillRef idx="0">
              <a:schemeClr val="accent1"/>
            </a:fillRef>
            <a:effectRef idx="1">
              <a:schemeClr val="accent1"/>
            </a:effectRef>
            <a:fontRef idx="minor">
              <a:schemeClr val="tx1"/>
            </a:fontRef>
          </p:style>
        </p:cxnSp>
        <p:sp>
          <p:nvSpPr>
            <p:cNvPr id="37" name="TextBox 36">
              <a:extLst>
                <a:ext uri="{FF2B5EF4-FFF2-40B4-BE49-F238E27FC236}">
                  <a16:creationId xmlns:a16="http://schemas.microsoft.com/office/drawing/2014/main" id="{AEE18A3E-39D9-FC8E-01EB-B6DEEC86C7B1}"/>
                </a:ext>
              </a:extLst>
            </p:cNvPr>
            <p:cNvSpPr txBox="1"/>
            <p:nvPr/>
          </p:nvSpPr>
          <p:spPr>
            <a:xfrm>
              <a:off x="6218996" y="5268791"/>
              <a:ext cx="846270" cy="522033"/>
            </a:xfrm>
            <a:prstGeom prst="rect">
              <a:avLst/>
            </a:prstGeom>
            <a:noFill/>
          </p:spPr>
          <p:txBody>
            <a:bodyPr wrap="square" rtlCol="0">
              <a:spAutoFit/>
            </a:bodyPr>
            <a:lstStyle/>
            <a:p>
              <a:r>
                <a:rPr lang="en-US" altLang="zh-HK" dirty="0"/>
                <a:t>0.1</a:t>
              </a:r>
              <a:endParaRPr lang="zh-HK" altLang="en-US" dirty="0"/>
            </a:p>
          </p:txBody>
        </p:sp>
        <p:sp>
          <p:nvSpPr>
            <p:cNvPr id="38" name="TextBox 37">
              <a:extLst>
                <a:ext uri="{FF2B5EF4-FFF2-40B4-BE49-F238E27FC236}">
                  <a16:creationId xmlns:a16="http://schemas.microsoft.com/office/drawing/2014/main" id="{0BF96AEF-9B71-7C79-1A49-11828328F352}"/>
                </a:ext>
              </a:extLst>
            </p:cNvPr>
            <p:cNvSpPr txBox="1"/>
            <p:nvPr/>
          </p:nvSpPr>
          <p:spPr>
            <a:xfrm>
              <a:off x="9657683" y="5320222"/>
              <a:ext cx="806414" cy="522033"/>
            </a:xfrm>
            <a:prstGeom prst="rect">
              <a:avLst/>
            </a:prstGeom>
            <a:noFill/>
          </p:spPr>
          <p:txBody>
            <a:bodyPr wrap="square" rtlCol="0">
              <a:spAutoFit/>
            </a:bodyPr>
            <a:lstStyle/>
            <a:p>
              <a:r>
                <a:rPr lang="en-US" altLang="zh-HK" dirty="0"/>
                <a:t>0.9</a:t>
              </a:r>
              <a:endParaRPr lang="zh-HK" altLang="en-US" dirty="0"/>
            </a:p>
          </p:txBody>
        </p:sp>
        <p:sp>
          <p:nvSpPr>
            <p:cNvPr id="39" name="Rectangle 38">
              <a:extLst>
                <a:ext uri="{FF2B5EF4-FFF2-40B4-BE49-F238E27FC236}">
                  <a16:creationId xmlns:a16="http://schemas.microsoft.com/office/drawing/2014/main" id="{D4D52580-98F2-43DA-892C-3F72D5FEF093}"/>
                </a:ext>
              </a:extLst>
            </p:cNvPr>
            <p:cNvSpPr/>
            <p:nvPr/>
          </p:nvSpPr>
          <p:spPr>
            <a:xfrm>
              <a:off x="6801464" y="4643186"/>
              <a:ext cx="3028165" cy="580776"/>
            </a:xfrm>
            <a:prstGeom prst="rect">
              <a:avLst/>
            </a:prstGeom>
            <a:solidFill>
              <a:srgbClr val="FF000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zh-HK" altLang="en-US" dirty="0">
                <a:latin typeface="Aptos Display" panose="020B0004020202020204" pitchFamily="34" charset="0"/>
              </a:endParaRPr>
            </a:p>
          </p:txBody>
        </p:sp>
        <p:cxnSp>
          <p:nvCxnSpPr>
            <p:cNvPr id="40" name="Straight Arrow Connector 39">
              <a:extLst>
                <a:ext uri="{FF2B5EF4-FFF2-40B4-BE49-F238E27FC236}">
                  <a16:creationId xmlns:a16="http://schemas.microsoft.com/office/drawing/2014/main" id="{38F317A8-7C36-70C4-0CB1-FB7A4D5D0EC5}"/>
                </a:ext>
              </a:extLst>
            </p:cNvPr>
            <p:cNvCxnSpPr/>
            <p:nvPr/>
          </p:nvCxnSpPr>
          <p:spPr>
            <a:xfrm>
              <a:off x="8374283" y="5320220"/>
              <a:ext cx="0" cy="608632"/>
            </a:xfrm>
            <a:prstGeom prst="straightConnector1">
              <a:avLst/>
            </a:prstGeom>
            <a:ln>
              <a:solidFill>
                <a:srgbClr val="FF0000"/>
              </a:solidFill>
              <a:tailEnd type="triangle"/>
            </a:ln>
          </p:spPr>
          <p:style>
            <a:lnRef idx="2">
              <a:schemeClr val="accent1"/>
            </a:lnRef>
            <a:fillRef idx="0">
              <a:schemeClr val="accent1"/>
            </a:fillRef>
            <a:effectRef idx="1">
              <a:schemeClr val="accent1"/>
            </a:effectRef>
            <a:fontRef idx="minor">
              <a:schemeClr val="tx1"/>
            </a:fontRef>
          </p:style>
        </p:cxnSp>
        <p:sp>
          <p:nvSpPr>
            <p:cNvPr id="41" name="TextBox 40">
              <a:extLst>
                <a:ext uri="{FF2B5EF4-FFF2-40B4-BE49-F238E27FC236}">
                  <a16:creationId xmlns:a16="http://schemas.microsoft.com/office/drawing/2014/main" id="{F3302454-19F7-BAE9-9263-814A6505D5B7}"/>
                </a:ext>
              </a:extLst>
            </p:cNvPr>
            <p:cNvSpPr txBox="1"/>
            <p:nvPr/>
          </p:nvSpPr>
          <p:spPr>
            <a:xfrm>
              <a:off x="8100889" y="5928852"/>
              <a:ext cx="2573645" cy="369332"/>
            </a:xfrm>
            <a:prstGeom prst="rect">
              <a:avLst/>
            </a:prstGeom>
            <a:noFill/>
          </p:spPr>
          <p:txBody>
            <a:bodyPr wrap="square" rtlCol="0">
              <a:spAutoFit/>
            </a:bodyPr>
            <a:lstStyle/>
            <a:p>
              <a:r>
                <a:rPr lang="zh-HK" altLang="en-US" dirty="0"/>
                <a:t>80%</a:t>
              </a:r>
            </a:p>
          </p:txBody>
        </p:sp>
        <p:cxnSp>
          <p:nvCxnSpPr>
            <p:cNvPr id="10" name="Connector: Elbow 9">
              <a:extLst>
                <a:ext uri="{FF2B5EF4-FFF2-40B4-BE49-F238E27FC236}">
                  <a16:creationId xmlns:a16="http://schemas.microsoft.com/office/drawing/2014/main" id="{7F5D5864-4483-F3C8-CB7A-E444956BD48B}"/>
                </a:ext>
              </a:extLst>
            </p:cNvPr>
            <p:cNvCxnSpPr>
              <a:cxnSpLocks/>
            </p:cNvCxnSpPr>
            <p:nvPr/>
          </p:nvCxnSpPr>
          <p:spPr>
            <a:xfrm rot="10800000">
              <a:off x="6363901" y="4635502"/>
              <a:ext cx="838402" cy="596142"/>
            </a:xfrm>
            <a:prstGeom prst="bent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cxnSp>
          <p:nvCxnSpPr>
            <p:cNvPr id="11" name="Connector: Elbow 10">
              <a:extLst>
                <a:ext uri="{FF2B5EF4-FFF2-40B4-BE49-F238E27FC236}">
                  <a16:creationId xmlns:a16="http://schemas.microsoft.com/office/drawing/2014/main" id="{151F7DB0-BED5-98B4-C32F-D43207DF21C4}"/>
                </a:ext>
              </a:extLst>
            </p:cNvPr>
            <p:cNvCxnSpPr>
              <a:cxnSpLocks/>
            </p:cNvCxnSpPr>
            <p:nvPr/>
          </p:nvCxnSpPr>
          <p:spPr>
            <a:xfrm flipV="1">
              <a:off x="9444942" y="4687748"/>
              <a:ext cx="787078" cy="539285"/>
            </a:xfrm>
            <a:prstGeom prst="bentConnector3">
              <a:avLst/>
            </a:prstGeom>
            <a:ln>
              <a:solidFill>
                <a:schemeClr val="tx1"/>
              </a:solidFill>
              <a:tailEnd type="triangle"/>
            </a:ln>
          </p:spPr>
          <p:style>
            <a:lnRef idx="2">
              <a:schemeClr val="accent1"/>
            </a:lnRef>
            <a:fillRef idx="0">
              <a:schemeClr val="accent1"/>
            </a:fillRef>
            <a:effectRef idx="1">
              <a:schemeClr val="accent1"/>
            </a:effectRef>
            <a:fontRef idx="minor">
              <a:schemeClr val="tx1"/>
            </a:fontRef>
          </p:style>
        </p:cxnSp>
      </p:grpSp>
      <p:sp>
        <p:nvSpPr>
          <p:cNvPr id="43" name="TextBox 42">
            <a:extLst>
              <a:ext uri="{FF2B5EF4-FFF2-40B4-BE49-F238E27FC236}">
                <a16:creationId xmlns:a16="http://schemas.microsoft.com/office/drawing/2014/main" id="{55C2C7F2-432E-7064-EE4D-3087A7103107}"/>
              </a:ext>
            </a:extLst>
          </p:cNvPr>
          <p:cNvSpPr txBox="1"/>
          <p:nvPr/>
        </p:nvSpPr>
        <p:spPr>
          <a:xfrm>
            <a:off x="3403546" y="4681267"/>
            <a:ext cx="5255392" cy="461665"/>
          </a:xfrm>
          <a:prstGeom prst="rect">
            <a:avLst/>
          </a:prstGeom>
          <a:noFill/>
        </p:spPr>
        <p:txBody>
          <a:bodyPr wrap="square">
            <a:spAutoFit/>
          </a:bodyPr>
          <a:lstStyle/>
          <a:p>
            <a:r>
              <a:rPr lang="en-US" altLang="zh-HK" sz="1800" dirty="0">
                <a:highlight>
                  <a:srgbClr val="FFFF00"/>
                </a:highlight>
              </a:rPr>
              <a:t>76.27% of true values fall within the 80% prediction interval</a:t>
            </a:r>
          </a:p>
          <a:p>
            <a:r>
              <a:rPr lang="en-US" altLang="zh-HK" sz="1800" dirty="0">
                <a:highlight>
                  <a:srgbClr val="FFFF00"/>
                </a:highlight>
              </a:rPr>
              <a:t>Total: 688 values inside the interval, 214 values outside</a:t>
            </a:r>
            <a:endParaRPr lang="zh-HK" altLang="en-US" sz="1800" dirty="0">
              <a:highlight>
                <a:srgbClr val="FFFF00"/>
              </a:highlight>
            </a:endParaRPr>
          </a:p>
        </p:txBody>
      </p:sp>
      <p:sp>
        <p:nvSpPr>
          <p:cNvPr id="44" name="TextBox 43">
            <a:extLst>
              <a:ext uri="{FF2B5EF4-FFF2-40B4-BE49-F238E27FC236}">
                <a16:creationId xmlns:a16="http://schemas.microsoft.com/office/drawing/2014/main" id="{9A8EC0CC-02CA-2F1D-6F16-5F587FDF1A6A}"/>
              </a:ext>
            </a:extLst>
          </p:cNvPr>
          <p:cNvSpPr txBox="1"/>
          <p:nvPr/>
        </p:nvSpPr>
        <p:spPr>
          <a:xfrm>
            <a:off x="364561" y="4480903"/>
            <a:ext cx="3048127" cy="276999"/>
          </a:xfrm>
          <a:prstGeom prst="rect">
            <a:avLst/>
          </a:prstGeom>
          <a:noFill/>
        </p:spPr>
        <p:txBody>
          <a:bodyPr wrap="square">
            <a:spAutoFit/>
          </a:bodyPr>
          <a:lstStyle/>
          <a:p>
            <a:r>
              <a:rPr lang="en-US" altLang="zh-HK" sz="1800" dirty="0"/>
              <a:t>Optimization with </a:t>
            </a:r>
            <a:r>
              <a:rPr lang="zh-HK" altLang="en-US" sz="1800" dirty="0"/>
              <a:t>GridSearchCV</a:t>
            </a:r>
          </a:p>
        </p:txBody>
      </p:sp>
    </p:spTree>
    <p:extLst>
      <p:ext uri="{BB962C8B-B14F-4D97-AF65-F5344CB8AC3E}">
        <p14:creationId xmlns:p14="http://schemas.microsoft.com/office/powerpoint/2010/main" val="3794621589"/>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2C77CBAD-793C-440E-DEE7-86C56AAC0E31}"/>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29C30E2-9EC2-C8CC-EBF6-299AB868CE63}"/>
              </a:ext>
            </a:extLst>
          </p:cNvPr>
          <p:cNvSpPr>
            <a:spLocks noGrp="1"/>
          </p:cNvSpPr>
          <p:nvPr>
            <p:ph type="body" sz="quarter" idx="32"/>
          </p:nvPr>
        </p:nvSpPr>
        <p:spPr>
          <a:xfrm>
            <a:off x="1445497" y="380401"/>
            <a:ext cx="8714503" cy="365777"/>
          </a:xfrm>
        </p:spPr>
        <p:txBody>
          <a:bodyPr/>
          <a:lstStyle/>
          <a:p>
            <a:r>
              <a:rPr lang="en-US" sz="2800" dirty="0"/>
              <a:t>Machine Learning Model </a:t>
            </a:r>
            <a:r>
              <a:rPr lang="en-US" sz="2800" dirty="0">
                <a:latin typeface="Aptos Display" panose="020B0004020202020204" pitchFamily="34" charset="0"/>
              </a:rPr>
              <a:t>– Steps (</a:t>
            </a:r>
            <a:r>
              <a:rPr lang="en-US" sz="2800" dirty="0" err="1">
                <a:latin typeface="Aptos Display" panose="020B0004020202020204" pitchFamily="34" charset="0"/>
              </a:rPr>
              <a:t>merged_total</a:t>
            </a:r>
            <a:r>
              <a:rPr lang="en-US" sz="2800" dirty="0">
                <a:latin typeface="Aptos Display" panose="020B0004020202020204" pitchFamily="34" charset="0"/>
              </a:rPr>
              <a:t>)</a:t>
            </a:r>
          </a:p>
        </p:txBody>
      </p:sp>
      <p:sp>
        <p:nvSpPr>
          <p:cNvPr id="5" name="TextBox 4">
            <a:extLst>
              <a:ext uri="{FF2B5EF4-FFF2-40B4-BE49-F238E27FC236}">
                <a16:creationId xmlns:a16="http://schemas.microsoft.com/office/drawing/2014/main" id="{C8DC1BFC-D25C-9745-FB94-25D63D85040B}"/>
              </a:ext>
            </a:extLst>
          </p:cNvPr>
          <p:cNvSpPr txBox="1"/>
          <p:nvPr/>
        </p:nvSpPr>
        <p:spPr>
          <a:xfrm>
            <a:off x="41557" y="897778"/>
            <a:ext cx="4610342" cy="338554"/>
          </a:xfrm>
          <a:prstGeom prst="rect">
            <a:avLst/>
          </a:prstGeom>
          <a:noFill/>
        </p:spPr>
        <p:txBody>
          <a:bodyPr wrap="square">
            <a:spAutoFit/>
          </a:bodyPr>
          <a:lstStyle/>
          <a:p>
            <a:r>
              <a:rPr lang="en-US" dirty="0"/>
              <a:t>1️⃣ </a:t>
            </a:r>
            <a:r>
              <a:rPr lang="en-US" dirty="0">
                <a:latin typeface="Aptos Display" panose="020B0004020202020204" pitchFamily="34" charset="0"/>
              </a:rPr>
              <a:t>Test Train Split</a:t>
            </a:r>
          </a:p>
        </p:txBody>
      </p:sp>
      <p:sp>
        <p:nvSpPr>
          <p:cNvPr id="6" name="TextBox 5">
            <a:extLst>
              <a:ext uri="{FF2B5EF4-FFF2-40B4-BE49-F238E27FC236}">
                <a16:creationId xmlns:a16="http://schemas.microsoft.com/office/drawing/2014/main" id="{F05CB343-F2F4-F179-CF80-0F67EBC4F76A}"/>
              </a:ext>
            </a:extLst>
          </p:cNvPr>
          <p:cNvSpPr txBox="1"/>
          <p:nvPr/>
        </p:nvSpPr>
        <p:spPr>
          <a:xfrm>
            <a:off x="5080000" y="897778"/>
            <a:ext cx="4805145" cy="584775"/>
          </a:xfrm>
          <a:prstGeom prst="rect">
            <a:avLst/>
          </a:prstGeom>
          <a:noFill/>
        </p:spPr>
        <p:txBody>
          <a:bodyPr wrap="square">
            <a:spAutoFit/>
          </a:bodyPr>
          <a:lstStyle/>
          <a:p>
            <a:r>
              <a:rPr lang="en-US" dirty="0"/>
              <a:t>2️⃣ </a:t>
            </a:r>
            <a:r>
              <a:rPr lang="en-US" dirty="0">
                <a:latin typeface="Aptos" panose="020B0004020202020204" pitchFamily="34" charset="0"/>
              </a:rPr>
              <a:t>Use the average of the training set to predict the test set</a:t>
            </a:r>
          </a:p>
        </p:txBody>
      </p:sp>
      <p:sp>
        <p:nvSpPr>
          <p:cNvPr id="30" name="TextBox 29">
            <a:extLst>
              <a:ext uri="{FF2B5EF4-FFF2-40B4-BE49-F238E27FC236}">
                <a16:creationId xmlns:a16="http://schemas.microsoft.com/office/drawing/2014/main" id="{502FA21C-BB58-FED3-3DD5-AD4480C539F9}"/>
              </a:ext>
            </a:extLst>
          </p:cNvPr>
          <p:cNvSpPr txBox="1"/>
          <p:nvPr/>
        </p:nvSpPr>
        <p:spPr>
          <a:xfrm>
            <a:off x="6234" y="3149911"/>
            <a:ext cx="5028046" cy="338554"/>
          </a:xfrm>
          <a:prstGeom prst="rect">
            <a:avLst/>
          </a:prstGeom>
          <a:noFill/>
        </p:spPr>
        <p:txBody>
          <a:bodyPr wrap="square">
            <a:spAutoFit/>
          </a:bodyPr>
          <a:lstStyle/>
          <a:p>
            <a:r>
              <a:rPr lang="en-US" dirty="0">
                <a:latin typeface="Aptos" panose="020B0004020202020204" pitchFamily="34" charset="0"/>
              </a:rPr>
              <a:t>3️⃣ Random Forest Regression</a:t>
            </a:r>
          </a:p>
        </p:txBody>
      </p:sp>
      <p:sp>
        <p:nvSpPr>
          <p:cNvPr id="31" name="TextBox 30">
            <a:extLst>
              <a:ext uri="{FF2B5EF4-FFF2-40B4-BE49-F238E27FC236}">
                <a16:creationId xmlns:a16="http://schemas.microsoft.com/office/drawing/2014/main" id="{779D33A6-C63E-A49E-0527-930132D70505}"/>
              </a:ext>
            </a:extLst>
          </p:cNvPr>
          <p:cNvSpPr txBox="1"/>
          <p:nvPr/>
        </p:nvSpPr>
        <p:spPr>
          <a:xfrm>
            <a:off x="5080000" y="3149911"/>
            <a:ext cx="4805144" cy="338554"/>
          </a:xfrm>
          <a:prstGeom prst="rect">
            <a:avLst/>
          </a:prstGeom>
          <a:noFill/>
        </p:spPr>
        <p:txBody>
          <a:bodyPr wrap="square">
            <a:spAutoFit/>
          </a:bodyPr>
          <a:lstStyle/>
          <a:p>
            <a:r>
              <a:rPr lang="en-US" dirty="0">
                <a:latin typeface="Aptos" panose="020B0004020202020204" pitchFamily="34" charset="0"/>
              </a:rPr>
              <a:t>4️⃣ Random Forest Regression with </a:t>
            </a:r>
            <a:r>
              <a:rPr lang="en-US" dirty="0" err="1">
                <a:latin typeface="Aptos" panose="020B0004020202020204" pitchFamily="34" charset="0"/>
              </a:rPr>
              <a:t>GridSearchCV</a:t>
            </a:r>
            <a:endParaRPr lang="en-US" dirty="0">
              <a:latin typeface="Aptos" panose="020B0004020202020204" pitchFamily="34" charset="0"/>
            </a:endParaRPr>
          </a:p>
        </p:txBody>
      </p:sp>
      <p:pic>
        <p:nvPicPr>
          <p:cNvPr id="7" name="Picture 6">
            <a:extLst>
              <a:ext uri="{FF2B5EF4-FFF2-40B4-BE49-F238E27FC236}">
                <a16:creationId xmlns:a16="http://schemas.microsoft.com/office/drawing/2014/main" id="{7D6BF022-00A1-A92F-AA46-1F6273ED4858}"/>
              </a:ext>
            </a:extLst>
          </p:cNvPr>
          <p:cNvPicPr>
            <a:picLocks noChangeAspect="1"/>
          </p:cNvPicPr>
          <p:nvPr/>
        </p:nvPicPr>
        <p:blipFill>
          <a:blip r:embed="rId2"/>
          <a:stretch>
            <a:fillRect/>
          </a:stretch>
        </p:blipFill>
        <p:spPr>
          <a:xfrm>
            <a:off x="632182" y="1368872"/>
            <a:ext cx="3683122" cy="1544535"/>
          </a:xfrm>
          <a:prstGeom prst="rect">
            <a:avLst/>
          </a:prstGeom>
        </p:spPr>
      </p:pic>
      <p:pic>
        <p:nvPicPr>
          <p:cNvPr id="11" name="Picture 10">
            <a:extLst>
              <a:ext uri="{FF2B5EF4-FFF2-40B4-BE49-F238E27FC236}">
                <a16:creationId xmlns:a16="http://schemas.microsoft.com/office/drawing/2014/main" id="{0DE3DCCF-077B-286F-4670-09CF37C680CF}"/>
              </a:ext>
            </a:extLst>
          </p:cNvPr>
          <p:cNvPicPr>
            <a:picLocks noChangeAspect="1"/>
          </p:cNvPicPr>
          <p:nvPr/>
        </p:nvPicPr>
        <p:blipFill>
          <a:blip r:embed="rId3"/>
          <a:stretch>
            <a:fillRect/>
          </a:stretch>
        </p:blipFill>
        <p:spPr>
          <a:xfrm>
            <a:off x="5844697" y="1482553"/>
            <a:ext cx="3616552" cy="1317174"/>
          </a:xfrm>
          <a:prstGeom prst="rect">
            <a:avLst/>
          </a:prstGeom>
        </p:spPr>
      </p:pic>
      <p:pic>
        <p:nvPicPr>
          <p:cNvPr id="13" name="Picture 12">
            <a:extLst>
              <a:ext uri="{FF2B5EF4-FFF2-40B4-BE49-F238E27FC236}">
                <a16:creationId xmlns:a16="http://schemas.microsoft.com/office/drawing/2014/main" id="{F3D1B378-5C88-FBCD-0EC7-8A39C777C2B1}"/>
              </a:ext>
            </a:extLst>
          </p:cNvPr>
          <p:cNvPicPr>
            <a:picLocks noChangeAspect="1"/>
          </p:cNvPicPr>
          <p:nvPr/>
        </p:nvPicPr>
        <p:blipFill>
          <a:blip r:embed="rId4"/>
          <a:stretch>
            <a:fillRect/>
          </a:stretch>
        </p:blipFill>
        <p:spPr>
          <a:xfrm>
            <a:off x="632182" y="3599376"/>
            <a:ext cx="1187740" cy="1139218"/>
          </a:xfrm>
          <a:prstGeom prst="rect">
            <a:avLst/>
          </a:prstGeom>
        </p:spPr>
      </p:pic>
      <p:pic>
        <p:nvPicPr>
          <p:cNvPr id="15" name="Picture 14">
            <a:extLst>
              <a:ext uri="{FF2B5EF4-FFF2-40B4-BE49-F238E27FC236}">
                <a16:creationId xmlns:a16="http://schemas.microsoft.com/office/drawing/2014/main" id="{118EBFC4-480D-6D4E-E4CF-3F470FB6F694}"/>
              </a:ext>
            </a:extLst>
          </p:cNvPr>
          <p:cNvPicPr>
            <a:picLocks noChangeAspect="1"/>
          </p:cNvPicPr>
          <p:nvPr/>
        </p:nvPicPr>
        <p:blipFill>
          <a:blip r:embed="rId5"/>
          <a:stretch>
            <a:fillRect/>
          </a:stretch>
        </p:blipFill>
        <p:spPr>
          <a:xfrm>
            <a:off x="816747" y="4817222"/>
            <a:ext cx="696454" cy="621500"/>
          </a:xfrm>
          <a:prstGeom prst="rect">
            <a:avLst/>
          </a:prstGeom>
        </p:spPr>
      </p:pic>
      <p:pic>
        <p:nvPicPr>
          <p:cNvPr id="3074" name="Picture 2">
            <a:extLst>
              <a:ext uri="{FF2B5EF4-FFF2-40B4-BE49-F238E27FC236}">
                <a16:creationId xmlns:a16="http://schemas.microsoft.com/office/drawing/2014/main" id="{969E1984-B5BD-54CB-55F7-BB95738A1E95}"/>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2467992" y="3565398"/>
            <a:ext cx="1847312" cy="1848853"/>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17">
            <a:extLst>
              <a:ext uri="{FF2B5EF4-FFF2-40B4-BE49-F238E27FC236}">
                <a16:creationId xmlns:a16="http://schemas.microsoft.com/office/drawing/2014/main" id="{6DEF0706-0B23-0717-9B45-0EBAC11E7AA3}"/>
              </a:ext>
            </a:extLst>
          </p:cNvPr>
          <p:cNvPicPr>
            <a:picLocks noChangeAspect="1"/>
          </p:cNvPicPr>
          <p:nvPr/>
        </p:nvPicPr>
        <p:blipFill>
          <a:blip r:embed="rId7"/>
          <a:stretch>
            <a:fillRect/>
          </a:stretch>
        </p:blipFill>
        <p:spPr>
          <a:xfrm>
            <a:off x="7100979" y="4012313"/>
            <a:ext cx="2951332" cy="804909"/>
          </a:xfrm>
          <a:prstGeom prst="rect">
            <a:avLst/>
          </a:prstGeom>
        </p:spPr>
      </p:pic>
      <p:pic>
        <p:nvPicPr>
          <p:cNvPr id="3076" name="Picture 4">
            <a:extLst>
              <a:ext uri="{FF2B5EF4-FFF2-40B4-BE49-F238E27FC236}">
                <a16:creationId xmlns:a16="http://schemas.microsoft.com/office/drawing/2014/main" id="{546FC298-D2BE-9AD2-65AC-FF30ABCF5FA1}"/>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5370991" y="3658198"/>
            <a:ext cx="1577913" cy="15792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5240106"/>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30"/>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3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par>
              <p:cTn id="17"/>
            </p:par>
          </p:childTnLst>
        </p:cTn>
      </p:par>
    </p:tnLst>
    <p:bldLst>
      <p:bldP spid="5" grpId="0"/>
      <p:bldP spid="6" grpId="0"/>
      <p:bldP spid="30" grpId="0"/>
      <p:bldP spid="31" grpId="0"/>
    </p:bldLst>
  </p:timing>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CB145F52-5F5F-FC1A-9893-657CEC40129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D70587C0-E669-5380-ED67-DEFB79111949}"/>
              </a:ext>
            </a:extLst>
          </p:cNvPr>
          <p:cNvSpPr>
            <a:spLocks noGrp="1"/>
          </p:cNvSpPr>
          <p:nvPr>
            <p:ph type="body" sz="quarter" idx="32"/>
          </p:nvPr>
        </p:nvSpPr>
        <p:spPr>
          <a:xfrm>
            <a:off x="1445497" y="380401"/>
            <a:ext cx="8266674" cy="365777"/>
          </a:xfrm>
        </p:spPr>
        <p:txBody>
          <a:bodyPr/>
          <a:lstStyle/>
          <a:p>
            <a:r>
              <a:rPr lang="en-US" sz="2800" dirty="0">
                <a:latin typeface="Aptos Display" panose="020B0004020202020204" pitchFamily="34" charset="0"/>
              </a:rPr>
              <a:t>Machine Learning Model – Steps (</a:t>
            </a:r>
            <a:r>
              <a:rPr lang="en-US" sz="2800" dirty="0" err="1">
                <a:latin typeface="Aptos Display" panose="020B0004020202020204" pitchFamily="34" charset="0"/>
              </a:rPr>
              <a:t>merged_total</a:t>
            </a:r>
            <a:r>
              <a:rPr lang="en-US" sz="2800" dirty="0">
                <a:latin typeface="Aptos Display" panose="020B0004020202020204" pitchFamily="34" charset="0"/>
              </a:rPr>
              <a:t>)</a:t>
            </a:r>
          </a:p>
        </p:txBody>
      </p:sp>
      <p:sp>
        <p:nvSpPr>
          <p:cNvPr id="5" name="TextBox 4">
            <a:extLst>
              <a:ext uri="{FF2B5EF4-FFF2-40B4-BE49-F238E27FC236}">
                <a16:creationId xmlns:a16="http://schemas.microsoft.com/office/drawing/2014/main" id="{7139363E-5838-63F1-6094-B20B9732B600}"/>
              </a:ext>
            </a:extLst>
          </p:cNvPr>
          <p:cNvSpPr txBox="1"/>
          <p:nvPr/>
        </p:nvSpPr>
        <p:spPr>
          <a:xfrm>
            <a:off x="41556" y="897778"/>
            <a:ext cx="3225427" cy="584775"/>
          </a:xfrm>
          <a:prstGeom prst="rect">
            <a:avLst/>
          </a:prstGeom>
          <a:noFill/>
        </p:spPr>
        <p:txBody>
          <a:bodyPr wrap="square">
            <a:spAutoFit/>
          </a:bodyPr>
          <a:lstStyle/>
          <a:p>
            <a:r>
              <a:rPr lang="en-US" dirty="0"/>
              <a:t>5️⃣ </a:t>
            </a:r>
            <a:r>
              <a:rPr lang="en-US" dirty="0" err="1">
                <a:latin typeface="Aptos Display" panose="020B0004020202020204" pitchFamily="34" charset="0"/>
              </a:rPr>
              <a:t>LightGBM</a:t>
            </a:r>
            <a:r>
              <a:rPr lang="en-US" dirty="0">
                <a:latin typeface="Aptos Display" panose="020B0004020202020204" pitchFamily="34" charset="0"/>
              </a:rPr>
              <a:t> Quantile Regression</a:t>
            </a:r>
          </a:p>
          <a:p>
            <a:endParaRPr lang="en-US" dirty="0">
              <a:latin typeface="Aptos Display" panose="020B0004020202020204" pitchFamily="34" charset="0"/>
            </a:endParaRPr>
          </a:p>
        </p:txBody>
      </p:sp>
      <p:sp>
        <p:nvSpPr>
          <p:cNvPr id="6" name="TextBox 5">
            <a:extLst>
              <a:ext uri="{FF2B5EF4-FFF2-40B4-BE49-F238E27FC236}">
                <a16:creationId xmlns:a16="http://schemas.microsoft.com/office/drawing/2014/main" id="{839EC3B1-F48D-9CCE-F59F-9D4A40D62C33}"/>
              </a:ext>
            </a:extLst>
          </p:cNvPr>
          <p:cNvSpPr txBox="1"/>
          <p:nvPr/>
        </p:nvSpPr>
        <p:spPr>
          <a:xfrm>
            <a:off x="5080000" y="897778"/>
            <a:ext cx="5821082" cy="338554"/>
          </a:xfrm>
          <a:prstGeom prst="rect">
            <a:avLst/>
          </a:prstGeom>
          <a:noFill/>
        </p:spPr>
        <p:txBody>
          <a:bodyPr wrap="square">
            <a:spAutoFit/>
          </a:bodyPr>
          <a:lstStyle/>
          <a:p>
            <a:r>
              <a:rPr lang="en-US" dirty="0">
                <a:latin typeface="Aptos" panose="020B0004020202020204" pitchFamily="34" charset="0"/>
              </a:rPr>
              <a:t>6️⃣ </a:t>
            </a:r>
            <a:r>
              <a:rPr lang="en-US" dirty="0" err="1">
                <a:latin typeface="Aptos" panose="020B0004020202020204" pitchFamily="34" charset="0"/>
              </a:rPr>
              <a:t>LightGBM</a:t>
            </a:r>
            <a:r>
              <a:rPr lang="en-US" dirty="0">
                <a:latin typeface="Aptos" panose="020B0004020202020204" pitchFamily="34" charset="0"/>
              </a:rPr>
              <a:t> Quantile Regression with </a:t>
            </a:r>
            <a:r>
              <a:rPr lang="en-US" dirty="0" err="1">
                <a:latin typeface="Aptos" panose="020B0004020202020204" pitchFamily="34" charset="0"/>
              </a:rPr>
              <a:t>GridSearchCV</a:t>
            </a:r>
            <a:endParaRPr lang="en-US" dirty="0">
              <a:latin typeface="Aptos" panose="020B0004020202020204" pitchFamily="34" charset="0"/>
            </a:endParaRPr>
          </a:p>
        </p:txBody>
      </p:sp>
      <p:pic>
        <p:nvPicPr>
          <p:cNvPr id="4100" name="Picture 4">
            <a:extLst>
              <a:ext uri="{FF2B5EF4-FFF2-40B4-BE49-F238E27FC236}">
                <a16:creationId xmlns:a16="http://schemas.microsoft.com/office/drawing/2014/main" id="{25F8C13A-D426-B515-B110-3F55EE56E6A2}"/>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11681" y="2268464"/>
            <a:ext cx="1214720" cy="521269"/>
          </a:xfrm>
          <a:prstGeom prst="rect">
            <a:avLst/>
          </a:prstGeom>
          <a:noFill/>
          <a:extLst>
            <a:ext uri="{909E8E84-426E-40DD-AFC4-6F175D3DCCD1}">
              <a14:hiddenFill xmlns:a14="http://schemas.microsoft.com/office/drawing/2010/main">
                <a:solidFill>
                  <a:srgbClr val="FFFFFF"/>
                </a:solidFill>
              </a14:hiddenFill>
            </a:ext>
          </a:extLst>
        </p:spPr>
      </p:pic>
      <p:pic>
        <p:nvPicPr>
          <p:cNvPr id="4106" name="Picture 10">
            <a:extLst>
              <a:ext uri="{FF2B5EF4-FFF2-40B4-BE49-F238E27FC236}">
                <a16:creationId xmlns:a16="http://schemas.microsoft.com/office/drawing/2014/main" id="{86FE9014-09C5-9CFD-29DB-06F574DA8378}"/>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211682" y="1236332"/>
            <a:ext cx="1214720" cy="516066"/>
          </a:xfrm>
          <a:prstGeom prst="rect">
            <a:avLst/>
          </a:prstGeom>
          <a:noFill/>
          <a:extLst>
            <a:ext uri="{909E8E84-426E-40DD-AFC4-6F175D3DCCD1}">
              <a14:hiddenFill xmlns:a14="http://schemas.microsoft.com/office/drawing/2010/main">
                <a:solidFill>
                  <a:srgbClr val="FFFFFF"/>
                </a:solidFill>
              </a14:hiddenFill>
            </a:ext>
          </a:extLst>
        </p:spPr>
      </p:pic>
      <p:pic>
        <p:nvPicPr>
          <p:cNvPr id="4108" name="Picture 12">
            <a:extLst>
              <a:ext uri="{FF2B5EF4-FFF2-40B4-BE49-F238E27FC236}">
                <a16:creationId xmlns:a16="http://schemas.microsoft.com/office/drawing/2014/main" id="{2E8AC7EF-30F1-2ABE-D075-068F9BE85E44}"/>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3211681" y="1752398"/>
            <a:ext cx="1214721" cy="516067"/>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3DE23692-E6C6-B5FD-710F-E004E5123832}"/>
              </a:ext>
            </a:extLst>
          </p:cNvPr>
          <p:cNvPicPr>
            <a:picLocks noChangeAspect="1"/>
          </p:cNvPicPr>
          <p:nvPr/>
        </p:nvPicPr>
        <p:blipFill>
          <a:blip r:embed="rId5"/>
          <a:stretch>
            <a:fillRect/>
          </a:stretch>
        </p:blipFill>
        <p:spPr>
          <a:xfrm>
            <a:off x="578564" y="1408086"/>
            <a:ext cx="1175066" cy="1204690"/>
          </a:xfrm>
          <a:prstGeom prst="rect">
            <a:avLst/>
          </a:prstGeom>
        </p:spPr>
      </p:pic>
      <p:pic>
        <p:nvPicPr>
          <p:cNvPr id="15" name="Picture 14">
            <a:extLst>
              <a:ext uri="{FF2B5EF4-FFF2-40B4-BE49-F238E27FC236}">
                <a16:creationId xmlns:a16="http://schemas.microsoft.com/office/drawing/2014/main" id="{B6B3DC7C-1C86-F33F-EE94-6D4A76DC8C7D}"/>
              </a:ext>
            </a:extLst>
          </p:cNvPr>
          <p:cNvPicPr>
            <a:picLocks noChangeAspect="1"/>
          </p:cNvPicPr>
          <p:nvPr/>
        </p:nvPicPr>
        <p:blipFill>
          <a:blip r:embed="rId6"/>
          <a:stretch>
            <a:fillRect/>
          </a:stretch>
        </p:blipFill>
        <p:spPr>
          <a:xfrm>
            <a:off x="8673483" y="1246725"/>
            <a:ext cx="975516" cy="1549349"/>
          </a:xfrm>
          <a:prstGeom prst="rect">
            <a:avLst/>
          </a:prstGeom>
        </p:spPr>
      </p:pic>
      <p:pic>
        <p:nvPicPr>
          <p:cNvPr id="17" name="Picture 16">
            <a:extLst>
              <a:ext uri="{FF2B5EF4-FFF2-40B4-BE49-F238E27FC236}">
                <a16:creationId xmlns:a16="http://schemas.microsoft.com/office/drawing/2014/main" id="{A4EFEC1E-5627-C85B-F099-32835285101E}"/>
              </a:ext>
            </a:extLst>
          </p:cNvPr>
          <p:cNvPicPr>
            <a:picLocks noChangeAspect="1"/>
          </p:cNvPicPr>
          <p:nvPr/>
        </p:nvPicPr>
        <p:blipFill>
          <a:blip r:embed="rId7"/>
          <a:stretch>
            <a:fillRect/>
          </a:stretch>
        </p:blipFill>
        <p:spPr>
          <a:xfrm>
            <a:off x="6240408" y="1494365"/>
            <a:ext cx="746657" cy="1204690"/>
          </a:xfrm>
          <a:prstGeom prst="rect">
            <a:avLst/>
          </a:prstGeom>
        </p:spPr>
      </p:pic>
      <p:sp>
        <p:nvSpPr>
          <p:cNvPr id="18" name="TextBox 17">
            <a:extLst>
              <a:ext uri="{FF2B5EF4-FFF2-40B4-BE49-F238E27FC236}">
                <a16:creationId xmlns:a16="http://schemas.microsoft.com/office/drawing/2014/main" id="{E8560962-3C44-E13D-E114-31DEFDAEF297}"/>
              </a:ext>
            </a:extLst>
          </p:cNvPr>
          <p:cNvSpPr txBox="1"/>
          <p:nvPr/>
        </p:nvSpPr>
        <p:spPr>
          <a:xfrm>
            <a:off x="41557" y="3012142"/>
            <a:ext cx="4912184" cy="584775"/>
          </a:xfrm>
          <a:prstGeom prst="rect">
            <a:avLst/>
          </a:prstGeom>
          <a:noFill/>
        </p:spPr>
        <p:txBody>
          <a:bodyPr wrap="square">
            <a:spAutoFit/>
          </a:bodyPr>
          <a:lstStyle/>
          <a:p>
            <a:r>
              <a:rPr lang="en-US" dirty="0">
                <a:latin typeface="Aptos" panose="020B0004020202020204" pitchFamily="34" charset="0"/>
              </a:rPr>
              <a:t>7️⃣  Check if true values fall within the prediction</a:t>
            </a:r>
          </a:p>
          <a:p>
            <a:r>
              <a:rPr lang="en-US" dirty="0">
                <a:latin typeface="Aptos" panose="020B0004020202020204" pitchFamily="34" charset="0"/>
              </a:rPr>
              <a:t>         interval (between 10th and 90th percentiles)</a:t>
            </a:r>
          </a:p>
        </p:txBody>
      </p:sp>
      <p:pic>
        <p:nvPicPr>
          <p:cNvPr id="21" name="Picture 20">
            <a:extLst>
              <a:ext uri="{FF2B5EF4-FFF2-40B4-BE49-F238E27FC236}">
                <a16:creationId xmlns:a16="http://schemas.microsoft.com/office/drawing/2014/main" id="{67559D7F-A04B-8BA0-CF6A-BE6A659DFA4C}"/>
              </a:ext>
            </a:extLst>
          </p:cNvPr>
          <p:cNvPicPr>
            <a:picLocks noChangeAspect="1"/>
          </p:cNvPicPr>
          <p:nvPr/>
        </p:nvPicPr>
        <p:blipFill>
          <a:blip r:embed="rId8"/>
          <a:stretch>
            <a:fillRect/>
          </a:stretch>
        </p:blipFill>
        <p:spPr>
          <a:xfrm>
            <a:off x="354871" y="3856669"/>
            <a:ext cx="4598870" cy="1243997"/>
          </a:xfrm>
          <a:prstGeom prst="rect">
            <a:avLst/>
          </a:prstGeom>
        </p:spPr>
      </p:pic>
    </p:spTree>
    <p:extLst>
      <p:ext uri="{BB962C8B-B14F-4D97-AF65-F5344CB8AC3E}">
        <p14:creationId xmlns:p14="http://schemas.microsoft.com/office/powerpoint/2010/main" val="1005582346"/>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5"/>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6"/>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grpId="0" nodeType="clickEffect">
                                  <p:stCondLst>
                                    <p:cond delay="0"/>
                                  </p:stCondLst>
                                  <p:childTnLst>
                                    <p:set>
                                      <p:cBhvr>
                                        <p:cTn id="12" dur="1" fill="hold">
                                          <p:stCondLst>
                                            <p:cond delay="0"/>
                                          </p:stCondLst>
                                        </p:cTn>
                                        <p:tgtEl>
                                          <p:spTgt spid="18"/>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par>
              <p:cTn id="13"/>
            </p:par>
          </p:childTnLst>
        </p:cTn>
      </p:par>
    </p:tnLst>
    <p:bldLst>
      <p:bldP spid="5" grpId="0"/>
      <p:bldP spid="6" grpId="0"/>
      <p:bldP spid="18" grpId="0"/>
    </p:bldLst>
  </p:timing>
</p:sld>
</file>

<file path=ppt/slides/slide22.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653F5E0B-5FCE-26ED-13FB-83497616161A}"/>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F452C59E-C2A8-27A7-E4D6-3427710CB1C8}"/>
              </a:ext>
            </a:extLst>
          </p:cNvPr>
          <p:cNvSpPr>
            <a:spLocks noGrp="1"/>
          </p:cNvSpPr>
          <p:nvPr>
            <p:ph type="body" sz="quarter" idx="32"/>
          </p:nvPr>
        </p:nvSpPr>
        <p:spPr>
          <a:xfrm>
            <a:off x="1445497" y="380401"/>
            <a:ext cx="7969436" cy="531899"/>
          </a:xfrm>
        </p:spPr>
        <p:txBody>
          <a:bodyPr/>
          <a:lstStyle/>
          <a:p>
            <a:r>
              <a:rPr lang="en-US" altLang="zh-HK" sz="2800" dirty="0"/>
              <a:t>Problems</a:t>
            </a:r>
            <a:endParaRPr lang="en-US" sz="2800" dirty="0"/>
          </a:p>
        </p:txBody>
      </p:sp>
      <p:sp>
        <p:nvSpPr>
          <p:cNvPr id="11" name="Content Placeholder 3">
            <a:extLst>
              <a:ext uri="{FF2B5EF4-FFF2-40B4-BE49-F238E27FC236}">
                <a16:creationId xmlns:a16="http://schemas.microsoft.com/office/drawing/2014/main" id="{B02D03F2-23D3-6C92-3388-3DAC5067D37C}"/>
              </a:ext>
            </a:extLst>
          </p:cNvPr>
          <p:cNvSpPr txBox="1">
            <a:spLocks/>
          </p:cNvSpPr>
          <p:nvPr/>
        </p:nvSpPr>
        <p:spPr>
          <a:xfrm>
            <a:off x="178210" y="496874"/>
            <a:ext cx="4457281" cy="19827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HK" altLang="en-US" dirty="0">
              <a:latin typeface="Aptos Display" panose="020B0004020202020204" pitchFamily="34" charset="0"/>
            </a:endParaRPr>
          </a:p>
        </p:txBody>
      </p:sp>
      <p:pic>
        <p:nvPicPr>
          <p:cNvPr id="13" name="Picture 12">
            <a:extLst>
              <a:ext uri="{FF2B5EF4-FFF2-40B4-BE49-F238E27FC236}">
                <a16:creationId xmlns:a16="http://schemas.microsoft.com/office/drawing/2014/main" id="{6A98D200-9CC6-0EAB-524E-E37461DDB845}"/>
              </a:ext>
            </a:extLst>
          </p:cNvPr>
          <p:cNvPicPr>
            <a:picLocks noChangeAspect="1"/>
          </p:cNvPicPr>
          <p:nvPr/>
        </p:nvPicPr>
        <p:blipFill>
          <a:blip r:embed="rId3"/>
          <a:stretch>
            <a:fillRect/>
          </a:stretch>
        </p:blipFill>
        <p:spPr>
          <a:xfrm>
            <a:off x="523183" y="909353"/>
            <a:ext cx="1844627" cy="1084122"/>
          </a:xfrm>
          <a:prstGeom prst="rect">
            <a:avLst/>
          </a:prstGeom>
        </p:spPr>
      </p:pic>
      <p:pic>
        <p:nvPicPr>
          <p:cNvPr id="17" name="Picture 16">
            <a:extLst>
              <a:ext uri="{FF2B5EF4-FFF2-40B4-BE49-F238E27FC236}">
                <a16:creationId xmlns:a16="http://schemas.microsoft.com/office/drawing/2014/main" id="{63AAD38B-273C-ED47-6A0C-BE2B3ADC0039}"/>
              </a:ext>
            </a:extLst>
          </p:cNvPr>
          <p:cNvPicPr>
            <a:picLocks noChangeAspect="1"/>
          </p:cNvPicPr>
          <p:nvPr/>
        </p:nvPicPr>
        <p:blipFill>
          <a:blip r:embed="rId4"/>
          <a:stretch>
            <a:fillRect/>
          </a:stretch>
        </p:blipFill>
        <p:spPr>
          <a:xfrm>
            <a:off x="523183" y="2380967"/>
            <a:ext cx="1844627" cy="1139328"/>
          </a:xfrm>
          <a:prstGeom prst="rect">
            <a:avLst/>
          </a:prstGeom>
        </p:spPr>
      </p:pic>
      <p:sp>
        <p:nvSpPr>
          <p:cNvPr id="22" name="TextBox 21">
            <a:extLst>
              <a:ext uri="{FF2B5EF4-FFF2-40B4-BE49-F238E27FC236}">
                <a16:creationId xmlns:a16="http://schemas.microsoft.com/office/drawing/2014/main" id="{93754BAE-8E21-F7FF-E74C-584C76E68A7D}"/>
              </a:ext>
            </a:extLst>
          </p:cNvPr>
          <p:cNvSpPr txBox="1"/>
          <p:nvPr/>
        </p:nvSpPr>
        <p:spPr>
          <a:xfrm>
            <a:off x="1" y="3560749"/>
            <a:ext cx="10160000" cy="1569660"/>
          </a:xfrm>
          <a:prstGeom prst="rect">
            <a:avLst/>
          </a:prstGeom>
          <a:noFill/>
        </p:spPr>
        <p:txBody>
          <a:bodyPr wrap="square">
            <a:spAutoFit/>
          </a:bodyPr>
          <a:lstStyle/>
          <a:p>
            <a:r>
              <a:rPr lang="zh-HK" altLang="en-US" sz="1800" dirty="0"/>
              <a:t>The upper and lower bounds (0.1 quantile and 0.9 quantile) predicted by your model are almost the same, and the prediction intervals are very narrow or even overlap.</a:t>
            </a:r>
            <a:endParaRPr lang="en-US" altLang="zh-HK" sz="1800" dirty="0"/>
          </a:p>
          <a:p>
            <a:endParaRPr lang="en-US" altLang="zh-HK" sz="1800" dirty="0"/>
          </a:p>
          <a:p>
            <a:r>
              <a:rPr lang="zh-HK" altLang="en-US" sz="1800" dirty="0"/>
              <a:t>The model cannot learn the relationship between features and targets, and can only predict a constant, resulting in the prediction interval not covering the true value.</a:t>
            </a:r>
            <a:endParaRPr lang="en-US" altLang="zh-HK" sz="1800" dirty="0"/>
          </a:p>
          <a:p>
            <a:endParaRPr lang="en-US" altLang="zh-HK" sz="1800" dirty="0"/>
          </a:p>
          <a:p>
            <a:r>
              <a:rPr lang="zh-HK" altLang="en-US" sz="1800" dirty="0"/>
              <a:t>It may also be that the data itself is discrete and stratified, and the model cannot learn uncertainty.The interval predicted by the model has no reference value and cannot be used for risk management or quality warning. </a:t>
            </a:r>
            <a:r>
              <a:rPr lang="en-US" altLang="zh-HK" sz="1800" dirty="0"/>
              <a:t>(classification)</a:t>
            </a:r>
            <a:endParaRPr lang="zh-HK" altLang="en-US" sz="1800" dirty="0"/>
          </a:p>
        </p:txBody>
      </p:sp>
      <p:pic>
        <p:nvPicPr>
          <p:cNvPr id="23" name="Picture 22">
            <a:extLst>
              <a:ext uri="{FF2B5EF4-FFF2-40B4-BE49-F238E27FC236}">
                <a16:creationId xmlns:a16="http://schemas.microsoft.com/office/drawing/2014/main" id="{E30F85ED-B070-6FF9-6FC1-EE4475F3CB64}"/>
              </a:ext>
            </a:extLst>
          </p:cNvPr>
          <p:cNvPicPr>
            <a:picLocks noChangeAspect="1"/>
          </p:cNvPicPr>
          <p:nvPr/>
        </p:nvPicPr>
        <p:blipFill>
          <a:blip r:embed="rId5"/>
          <a:stretch>
            <a:fillRect/>
          </a:stretch>
        </p:blipFill>
        <p:spPr>
          <a:xfrm>
            <a:off x="6524999" y="1329837"/>
            <a:ext cx="3212426" cy="1548662"/>
          </a:xfrm>
          <a:prstGeom prst="rect">
            <a:avLst/>
          </a:prstGeom>
        </p:spPr>
      </p:pic>
      <p:cxnSp>
        <p:nvCxnSpPr>
          <p:cNvPr id="25" name="Straight Connector 24">
            <a:extLst>
              <a:ext uri="{FF2B5EF4-FFF2-40B4-BE49-F238E27FC236}">
                <a16:creationId xmlns:a16="http://schemas.microsoft.com/office/drawing/2014/main" id="{06EF2738-B7B4-4EAA-6432-A815FF0BE1B3}"/>
              </a:ext>
            </a:extLst>
          </p:cNvPr>
          <p:cNvCxnSpPr>
            <a:cxnSpLocks/>
          </p:cNvCxnSpPr>
          <p:nvPr/>
        </p:nvCxnSpPr>
        <p:spPr>
          <a:xfrm>
            <a:off x="2486742" y="1382055"/>
            <a:ext cx="3763138" cy="294338"/>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cxnSp>
        <p:nvCxnSpPr>
          <p:cNvPr id="26" name="Straight Connector 25">
            <a:extLst>
              <a:ext uri="{FF2B5EF4-FFF2-40B4-BE49-F238E27FC236}">
                <a16:creationId xmlns:a16="http://schemas.microsoft.com/office/drawing/2014/main" id="{76FA24B7-DAA7-9064-3637-F97115DDC7B3}"/>
              </a:ext>
            </a:extLst>
          </p:cNvPr>
          <p:cNvCxnSpPr>
            <a:cxnSpLocks/>
          </p:cNvCxnSpPr>
          <p:nvPr/>
        </p:nvCxnSpPr>
        <p:spPr>
          <a:xfrm flipV="1">
            <a:off x="2486742" y="2416845"/>
            <a:ext cx="3683239" cy="494033"/>
          </a:xfrm>
          <a:prstGeom prst="line">
            <a:avLst/>
          </a:prstGeom>
          <a:ln>
            <a:solidFill>
              <a:srgbClr val="FF0000"/>
            </a:solidFill>
          </a:ln>
        </p:spPr>
        <p:style>
          <a:lnRef idx="2">
            <a:schemeClr val="accent1"/>
          </a:lnRef>
          <a:fillRef idx="0">
            <a:schemeClr val="accent1"/>
          </a:fillRef>
          <a:effectRef idx="1">
            <a:schemeClr val="accent1"/>
          </a:effectRef>
          <a:fontRef idx="minor">
            <a:schemeClr val="tx1"/>
          </a:fontRef>
        </p:style>
      </p:cxnSp>
      <p:sp>
        <p:nvSpPr>
          <p:cNvPr id="31" name="TextBox 30">
            <a:extLst>
              <a:ext uri="{FF2B5EF4-FFF2-40B4-BE49-F238E27FC236}">
                <a16:creationId xmlns:a16="http://schemas.microsoft.com/office/drawing/2014/main" id="{E2153D01-5F97-AD61-C85E-E54368606199}"/>
              </a:ext>
            </a:extLst>
          </p:cNvPr>
          <p:cNvSpPr txBox="1"/>
          <p:nvPr/>
        </p:nvSpPr>
        <p:spPr>
          <a:xfrm>
            <a:off x="6990756" y="2942624"/>
            <a:ext cx="3325097" cy="276999"/>
          </a:xfrm>
          <a:prstGeom prst="rect">
            <a:avLst/>
          </a:prstGeom>
          <a:noFill/>
        </p:spPr>
        <p:txBody>
          <a:bodyPr wrap="square">
            <a:spAutoFit/>
          </a:bodyPr>
          <a:lstStyle/>
          <a:p>
            <a:r>
              <a:rPr lang="en-US" altLang="zh-HK" sz="1800" dirty="0"/>
              <a:t>Ture values aren’t within the prediction interval.</a:t>
            </a:r>
            <a:endParaRPr lang="zh-HK" altLang="en-US" sz="1800" dirty="0"/>
          </a:p>
        </p:txBody>
      </p:sp>
    </p:spTree>
    <p:extLst>
      <p:ext uri="{BB962C8B-B14F-4D97-AF65-F5344CB8AC3E}">
        <p14:creationId xmlns:p14="http://schemas.microsoft.com/office/powerpoint/2010/main" val="14107594"/>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23.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D56C2235-198D-4CE2-7418-CEB2A1BA0EFE}"/>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503A41D4-A83D-F109-EDE3-5E023C966FDC}"/>
              </a:ext>
            </a:extLst>
          </p:cNvPr>
          <p:cNvSpPr>
            <a:spLocks noGrp="1"/>
          </p:cNvSpPr>
          <p:nvPr>
            <p:ph type="body" sz="quarter" idx="32"/>
          </p:nvPr>
        </p:nvSpPr>
        <p:spPr>
          <a:xfrm>
            <a:off x="1445497" y="380401"/>
            <a:ext cx="7969436" cy="531899"/>
          </a:xfrm>
        </p:spPr>
        <p:txBody>
          <a:bodyPr/>
          <a:lstStyle/>
          <a:p>
            <a:r>
              <a:rPr lang="en-US" altLang="zh-HK" sz="2800" dirty="0"/>
              <a:t>Problems</a:t>
            </a:r>
            <a:endParaRPr lang="en-US" sz="2800" dirty="0"/>
          </a:p>
        </p:txBody>
      </p:sp>
      <p:sp>
        <p:nvSpPr>
          <p:cNvPr id="11" name="Content Placeholder 3">
            <a:extLst>
              <a:ext uri="{FF2B5EF4-FFF2-40B4-BE49-F238E27FC236}">
                <a16:creationId xmlns:a16="http://schemas.microsoft.com/office/drawing/2014/main" id="{CD10414F-FC3C-E218-AB96-8CA5C57F3886}"/>
              </a:ext>
            </a:extLst>
          </p:cNvPr>
          <p:cNvSpPr txBox="1">
            <a:spLocks/>
          </p:cNvSpPr>
          <p:nvPr/>
        </p:nvSpPr>
        <p:spPr>
          <a:xfrm>
            <a:off x="178210" y="496874"/>
            <a:ext cx="4457281" cy="19827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HK" altLang="en-US" dirty="0">
              <a:latin typeface="Aptos Display" panose="020B0004020202020204" pitchFamily="34" charset="0"/>
            </a:endParaRPr>
          </a:p>
        </p:txBody>
      </p:sp>
      <p:pic>
        <p:nvPicPr>
          <p:cNvPr id="2" name="Picture 1">
            <a:extLst>
              <a:ext uri="{FF2B5EF4-FFF2-40B4-BE49-F238E27FC236}">
                <a16:creationId xmlns:a16="http://schemas.microsoft.com/office/drawing/2014/main" id="{86BF6DB7-5746-0351-794D-848CCA288C50}"/>
              </a:ext>
            </a:extLst>
          </p:cNvPr>
          <p:cNvPicPr>
            <a:picLocks noChangeAspect="1"/>
          </p:cNvPicPr>
          <p:nvPr/>
        </p:nvPicPr>
        <p:blipFill>
          <a:blip r:embed="rId3"/>
          <a:stretch>
            <a:fillRect/>
          </a:stretch>
        </p:blipFill>
        <p:spPr>
          <a:xfrm>
            <a:off x="2738093" y="1028773"/>
            <a:ext cx="4140494" cy="1104132"/>
          </a:xfrm>
          <a:prstGeom prst="rect">
            <a:avLst/>
          </a:prstGeom>
        </p:spPr>
      </p:pic>
      <p:pic>
        <p:nvPicPr>
          <p:cNvPr id="4" name="Picture 3">
            <a:extLst>
              <a:ext uri="{FF2B5EF4-FFF2-40B4-BE49-F238E27FC236}">
                <a16:creationId xmlns:a16="http://schemas.microsoft.com/office/drawing/2014/main" id="{096382C7-8EF1-41DB-A2A2-DA0CE704BF38}"/>
              </a:ext>
            </a:extLst>
          </p:cNvPr>
          <p:cNvPicPr>
            <a:picLocks noChangeAspect="1"/>
          </p:cNvPicPr>
          <p:nvPr/>
        </p:nvPicPr>
        <p:blipFill>
          <a:blip r:embed="rId4"/>
          <a:stretch>
            <a:fillRect/>
          </a:stretch>
        </p:blipFill>
        <p:spPr>
          <a:xfrm>
            <a:off x="2017487" y="2364071"/>
            <a:ext cx="6125025" cy="2738552"/>
          </a:xfrm>
          <a:prstGeom prst="rect">
            <a:avLst/>
          </a:prstGeom>
        </p:spPr>
      </p:pic>
    </p:spTree>
    <p:extLst>
      <p:ext uri="{BB962C8B-B14F-4D97-AF65-F5344CB8AC3E}">
        <p14:creationId xmlns:p14="http://schemas.microsoft.com/office/powerpoint/2010/main" val="205121168"/>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24.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5FBE3DB8-FA20-104D-45F8-581F5D29C7EB}"/>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7B8FD676-899C-1B9C-AA38-25B4E776B5F1}"/>
              </a:ext>
            </a:extLst>
          </p:cNvPr>
          <p:cNvSpPr>
            <a:spLocks noGrp="1"/>
          </p:cNvSpPr>
          <p:nvPr>
            <p:ph type="body" sz="quarter" idx="32"/>
          </p:nvPr>
        </p:nvSpPr>
        <p:spPr>
          <a:xfrm>
            <a:off x="1445497" y="380401"/>
            <a:ext cx="7969436" cy="531899"/>
          </a:xfrm>
        </p:spPr>
        <p:txBody>
          <a:bodyPr/>
          <a:lstStyle/>
          <a:p>
            <a:r>
              <a:rPr lang="en-US" altLang="zh-HK" sz="2800" dirty="0"/>
              <a:t>Suggestions</a:t>
            </a:r>
            <a:endParaRPr lang="en-US" sz="2800" dirty="0"/>
          </a:p>
        </p:txBody>
      </p:sp>
      <p:sp>
        <p:nvSpPr>
          <p:cNvPr id="11" name="Content Placeholder 3">
            <a:extLst>
              <a:ext uri="{FF2B5EF4-FFF2-40B4-BE49-F238E27FC236}">
                <a16:creationId xmlns:a16="http://schemas.microsoft.com/office/drawing/2014/main" id="{15FE71CC-0BA0-FC71-AB5A-1BC040E5D75E}"/>
              </a:ext>
            </a:extLst>
          </p:cNvPr>
          <p:cNvSpPr txBox="1">
            <a:spLocks/>
          </p:cNvSpPr>
          <p:nvPr/>
        </p:nvSpPr>
        <p:spPr>
          <a:xfrm>
            <a:off x="178210" y="496874"/>
            <a:ext cx="4457281" cy="19827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HK" altLang="en-US" dirty="0">
              <a:latin typeface="Aptos Display" panose="020B0004020202020204" pitchFamily="34" charset="0"/>
            </a:endParaRPr>
          </a:p>
        </p:txBody>
      </p:sp>
      <p:sp>
        <p:nvSpPr>
          <p:cNvPr id="5" name="TextBox 4">
            <a:extLst>
              <a:ext uri="{FF2B5EF4-FFF2-40B4-BE49-F238E27FC236}">
                <a16:creationId xmlns:a16="http://schemas.microsoft.com/office/drawing/2014/main" id="{1B50E936-0D9F-6ED5-A4B8-571E70B50D3E}"/>
              </a:ext>
            </a:extLst>
          </p:cNvPr>
          <p:cNvSpPr txBox="1"/>
          <p:nvPr/>
        </p:nvSpPr>
        <p:spPr>
          <a:xfrm>
            <a:off x="178210" y="1388466"/>
            <a:ext cx="4400131" cy="3439583"/>
          </a:xfrm>
          <a:prstGeom prst="rect">
            <a:avLst/>
          </a:prstGeom>
        </p:spPr>
        <p:txBody>
          <a:bodyPr vert="horz" lIns="91440" tIns="45720" rIns="91440" bIns="45720" rtlCol="0">
            <a:normAutofit/>
          </a:bodyPr>
          <a:lstStyle/>
          <a:p>
            <a:pPr marL="342900" indent="-180000" eaLnBrk="1" hangingPunct="1">
              <a:lnSpc>
                <a:spcPct val="140000"/>
              </a:lnSpc>
              <a:spcBef>
                <a:spcPct val="20000"/>
              </a:spcBef>
              <a:buClr>
                <a:srgbClr val="F58220"/>
              </a:buClr>
              <a:buSzPct val="80000"/>
              <a:buFont typeface="Wingdings" pitchFamily="2" charset="2"/>
              <a:buChar char="l"/>
            </a:pPr>
            <a:r>
              <a:rPr lang="en-US" altLang="zh-HK" sz="2000" b="1" dirty="0">
                <a:latin typeface="Aptos Display" panose="020B0004020202020204" pitchFamily="34" charset="0"/>
              </a:rPr>
              <a:t>Add/supplement more meaningful features</a:t>
            </a:r>
          </a:p>
          <a:p>
            <a:pPr marL="342900" indent="-180000" eaLnBrk="1" hangingPunct="1">
              <a:lnSpc>
                <a:spcPct val="140000"/>
              </a:lnSpc>
              <a:spcBef>
                <a:spcPct val="20000"/>
              </a:spcBef>
              <a:buClr>
                <a:srgbClr val="F58220"/>
              </a:buClr>
              <a:buSzPct val="80000"/>
              <a:buFont typeface="Wingdings" pitchFamily="2" charset="2"/>
              <a:buChar char="l"/>
            </a:pPr>
            <a:endParaRPr lang="en-US" altLang="zh-HK" sz="2000" b="1" dirty="0">
              <a:latin typeface="Aptos Display" panose="020B0004020202020204" pitchFamily="34" charset="0"/>
            </a:endParaRPr>
          </a:p>
          <a:p>
            <a:pPr marL="342900" indent="-180000" eaLnBrk="1" hangingPunct="1">
              <a:lnSpc>
                <a:spcPct val="140000"/>
              </a:lnSpc>
              <a:spcBef>
                <a:spcPct val="20000"/>
              </a:spcBef>
              <a:buClr>
                <a:srgbClr val="F58220"/>
              </a:buClr>
              <a:buSzPct val="80000"/>
              <a:buFont typeface="Wingdings" pitchFamily="2" charset="2"/>
              <a:buChar char="l"/>
            </a:pPr>
            <a:r>
              <a:rPr lang="en-US" altLang="zh-HK" sz="2000" b="1" dirty="0">
                <a:latin typeface="Aptos Display" panose="020B0004020202020204" pitchFamily="34" charset="0"/>
              </a:rPr>
              <a:t>Improve measurement accuracy</a:t>
            </a:r>
          </a:p>
          <a:p>
            <a:pPr marL="342900" indent="-180000" eaLnBrk="1" hangingPunct="1">
              <a:lnSpc>
                <a:spcPct val="140000"/>
              </a:lnSpc>
              <a:spcBef>
                <a:spcPct val="20000"/>
              </a:spcBef>
              <a:buClr>
                <a:srgbClr val="F58220"/>
              </a:buClr>
              <a:buSzPct val="80000"/>
              <a:buFont typeface="Wingdings" pitchFamily="2" charset="2"/>
              <a:buChar char="l"/>
            </a:pPr>
            <a:endParaRPr lang="en-US" altLang="zh-HK" sz="2000" b="1" dirty="0">
              <a:latin typeface="Aptos Display" panose="020B0004020202020204" pitchFamily="34" charset="0"/>
            </a:endParaRPr>
          </a:p>
          <a:p>
            <a:pPr marL="342900" indent="-180000" eaLnBrk="1" hangingPunct="1">
              <a:lnSpc>
                <a:spcPct val="140000"/>
              </a:lnSpc>
              <a:spcBef>
                <a:spcPct val="20000"/>
              </a:spcBef>
              <a:buClr>
                <a:srgbClr val="F58220"/>
              </a:buClr>
              <a:buSzPct val="80000"/>
              <a:buFont typeface="Wingdings" pitchFamily="2" charset="2"/>
              <a:buChar char="l"/>
            </a:pPr>
            <a:r>
              <a:rPr lang="en-US" altLang="zh-HK" sz="2000" b="1" dirty="0">
                <a:highlight>
                  <a:srgbClr val="FFFF00"/>
                </a:highlight>
                <a:latin typeface="Aptos Display" panose="020B0004020202020204" pitchFamily="34" charset="0"/>
              </a:rPr>
              <a:t>Feature engineering</a:t>
            </a:r>
          </a:p>
          <a:p>
            <a:pPr marL="342900" indent="-180000" eaLnBrk="1" hangingPunct="1">
              <a:lnSpc>
                <a:spcPct val="140000"/>
              </a:lnSpc>
              <a:spcBef>
                <a:spcPct val="20000"/>
              </a:spcBef>
              <a:buClr>
                <a:srgbClr val="F58220"/>
              </a:buClr>
              <a:buSzPct val="80000"/>
              <a:buFont typeface="Wingdings" pitchFamily="2" charset="2"/>
              <a:buChar char="l"/>
            </a:pPr>
            <a:endParaRPr lang="en-US" altLang="zh-HK" sz="2000" b="1" dirty="0">
              <a:latin typeface="Aptos Display" panose="020B0004020202020204" pitchFamily="34" charset="0"/>
            </a:endParaRPr>
          </a:p>
          <a:p>
            <a:pPr marL="342900" indent="-180000" eaLnBrk="1" hangingPunct="1">
              <a:lnSpc>
                <a:spcPct val="140000"/>
              </a:lnSpc>
              <a:spcBef>
                <a:spcPct val="20000"/>
              </a:spcBef>
              <a:buClr>
                <a:srgbClr val="F58220"/>
              </a:buClr>
              <a:buSzPct val="80000"/>
              <a:buFont typeface="Wingdings" pitchFamily="2" charset="2"/>
              <a:buChar char="l"/>
            </a:pPr>
            <a:r>
              <a:rPr lang="en-US" altLang="zh-HK" sz="2000" b="1" dirty="0">
                <a:latin typeface="Aptos Display" panose="020B0004020202020204" pitchFamily="34" charset="0"/>
              </a:rPr>
              <a:t>Try other models</a:t>
            </a:r>
          </a:p>
          <a:p>
            <a:pPr marL="342900" indent="-180000" eaLnBrk="1" hangingPunct="1">
              <a:lnSpc>
                <a:spcPct val="140000"/>
              </a:lnSpc>
              <a:spcBef>
                <a:spcPct val="20000"/>
              </a:spcBef>
              <a:buClr>
                <a:srgbClr val="F58220"/>
              </a:buClr>
              <a:buSzPct val="80000"/>
              <a:buFont typeface="Wingdings" pitchFamily="2" charset="2"/>
              <a:buChar char="l"/>
            </a:pPr>
            <a:endParaRPr lang="en-US" altLang="zh-HK" sz="2000" b="1" dirty="0">
              <a:latin typeface="Aptos Display" panose="020B0004020202020204" pitchFamily="34" charset="0"/>
            </a:endParaRPr>
          </a:p>
          <a:p>
            <a:pPr marL="342900" indent="-180000" eaLnBrk="1" hangingPunct="1">
              <a:lnSpc>
                <a:spcPct val="140000"/>
              </a:lnSpc>
              <a:spcBef>
                <a:spcPct val="20000"/>
              </a:spcBef>
              <a:buClr>
                <a:srgbClr val="F58220"/>
              </a:buClr>
              <a:buSzPct val="80000"/>
              <a:buFont typeface="Wingdings" pitchFamily="2" charset="2"/>
              <a:buChar char="l"/>
            </a:pPr>
            <a:r>
              <a:rPr lang="en-US" altLang="zh-HK" sz="2000" b="1" dirty="0">
                <a:latin typeface="Aptos Display" panose="020B0004020202020204" pitchFamily="34" charset="0"/>
              </a:rPr>
              <a:t>Perform model interpretation and anomaly analysis</a:t>
            </a:r>
          </a:p>
          <a:p>
            <a:pPr marL="342900" indent="-180000" eaLnBrk="1" hangingPunct="1">
              <a:lnSpc>
                <a:spcPct val="140000"/>
              </a:lnSpc>
              <a:spcBef>
                <a:spcPct val="20000"/>
              </a:spcBef>
              <a:buClr>
                <a:srgbClr val="F58220"/>
              </a:buClr>
              <a:buSzPct val="80000"/>
              <a:buFont typeface="Wingdings" pitchFamily="2" charset="2"/>
              <a:buChar char="l"/>
            </a:pPr>
            <a:endParaRPr lang="en-US" altLang="zh-HK" sz="2000" b="1" dirty="0">
              <a:latin typeface="Aptos Display" panose="020B0004020202020204" pitchFamily="34" charset="0"/>
            </a:endParaRPr>
          </a:p>
        </p:txBody>
      </p:sp>
      <p:pic>
        <p:nvPicPr>
          <p:cNvPr id="6" name="Picture 5">
            <a:extLst>
              <a:ext uri="{FF2B5EF4-FFF2-40B4-BE49-F238E27FC236}">
                <a16:creationId xmlns:a16="http://schemas.microsoft.com/office/drawing/2014/main" id="{1A3516B9-C8F8-7284-66D6-1C4D00FAB2D0}"/>
              </a:ext>
            </a:extLst>
          </p:cNvPr>
          <p:cNvPicPr>
            <a:picLocks noChangeAspect="1"/>
          </p:cNvPicPr>
          <p:nvPr/>
        </p:nvPicPr>
        <p:blipFill>
          <a:blip r:embed="rId3"/>
          <a:stretch>
            <a:fillRect/>
          </a:stretch>
        </p:blipFill>
        <p:spPr>
          <a:xfrm>
            <a:off x="5400036" y="2169104"/>
            <a:ext cx="4400131" cy="1936057"/>
          </a:xfrm>
          <a:prstGeom prst="rect">
            <a:avLst/>
          </a:prstGeom>
          <a:noFill/>
        </p:spPr>
      </p:pic>
    </p:spTree>
    <p:extLst>
      <p:ext uri="{BB962C8B-B14F-4D97-AF65-F5344CB8AC3E}">
        <p14:creationId xmlns:p14="http://schemas.microsoft.com/office/powerpoint/2010/main" val="3151024389"/>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lumMod val="85000"/>
          </a:schemeClr>
        </a:solidFill>
        <a:effectLst/>
      </p:bgPr>
    </p:bg>
    <p:spTree>
      <p:nvGrpSpPr>
        <p:cNvPr id="1" name="">
          <a:extLst>
            <a:ext uri="{FF2B5EF4-FFF2-40B4-BE49-F238E27FC236}">
              <a16:creationId xmlns:a16="http://schemas.microsoft.com/office/drawing/2014/main" id="{B171F18F-BC5B-8479-EE93-756DDE90908D}"/>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146D4EF6-04AC-838B-9D4D-8202BA0A880D}"/>
              </a:ext>
            </a:extLst>
          </p:cNvPr>
          <p:cNvSpPr>
            <a:spLocks noGrp="1"/>
          </p:cNvSpPr>
          <p:nvPr>
            <p:ph type="ctrTitle"/>
          </p:nvPr>
        </p:nvSpPr>
        <p:spPr>
          <a:xfrm>
            <a:off x="279467" y="376054"/>
            <a:ext cx="6480720" cy="860929"/>
          </a:xfrm>
        </p:spPr>
        <p:txBody>
          <a:bodyPr vert="horz" lIns="91440" tIns="45720" rIns="91440" bIns="45720" rtlCol="0" anchor="ctr">
            <a:normAutofit/>
          </a:bodyPr>
          <a:lstStyle/>
          <a:p>
            <a:r>
              <a:rPr lang="en-US" altLang="zh-HK"/>
              <a:t>Summary</a:t>
            </a:r>
            <a:endParaRPr lang="en-US"/>
          </a:p>
        </p:txBody>
      </p:sp>
      <p:sp>
        <p:nvSpPr>
          <p:cNvPr id="5" name="TextBox 4">
            <a:extLst>
              <a:ext uri="{FF2B5EF4-FFF2-40B4-BE49-F238E27FC236}">
                <a16:creationId xmlns:a16="http://schemas.microsoft.com/office/drawing/2014/main" id="{669FE038-B0FE-8338-AEEB-B18C8FECA238}"/>
              </a:ext>
            </a:extLst>
          </p:cNvPr>
          <p:cNvSpPr txBox="1"/>
          <p:nvPr/>
        </p:nvSpPr>
        <p:spPr>
          <a:xfrm>
            <a:off x="279467" y="1236981"/>
            <a:ext cx="6480720" cy="2613123"/>
          </a:xfrm>
          <a:prstGeom prst="rect">
            <a:avLst/>
          </a:prstGeom>
        </p:spPr>
        <p:txBody>
          <a:bodyPr vert="horz" lIns="91440" tIns="45720" rIns="91440" bIns="45720" rtlCol="0">
            <a:normAutofit/>
          </a:bodyPr>
          <a:lstStyle/>
          <a:p>
            <a:pPr eaLnBrk="1" hangingPunct="1">
              <a:lnSpc>
                <a:spcPct val="140000"/>
              </a:lnSpc>
              <a:spcBef>
                <a:spcPct val="20000"/>
              </a:spcBef>
              <a:buClr>
                <a:srgbClr val="F58220"/>
              </a:buClr>
              <a:buSzPct val="80000"/>
            </a:pPr>
            <a:r>
              <a:rPr lang="en-US" altLang="zh-HK" sz="2000" dirty="0">
                <a:latin typeface="Aptos Display" panose="020B0004020202020204" pitchFamily="34" charset="0"/>
              </a:rPr>
              <a:t>- Data is stratified, </a:t>
            </a:r>
            <a:r>
              <a:rPr lang="en-US" altLang="zh-HK" sz="2000" dirty="0">
                <a:highlight>
                  <a:srgbClr val="FFFF00"/>
                </a:highlight>
                <a:latin typeface="Aptos Display" panose="020B0004020202020204" pitchFamily="34" charset="0"/>
              </a:rPr>
              <a:t>discrete, and has no linear relationship</a:t>
            </a:r>
          </a:p>
          <a:p>
            <a:pPr eaLnBrk="1" hangingPunct="1">
              <a:lnSpc>
                <a:spcPct val="140000"/>
              </a:lnSpc>
              <a:spcBef>
                <a:spcPct val="20000"/>
              </a:spcBef>
              <a:buClr>
                <a:srgbClr val="F58220"/>
              </a:buClr>
              <a:buSzPct val="80000"/>
            </a:pPr>
            <a:endParaRPr lang="en-US" altLang="zh-HK" sz="2000" dirty="0">
              <a:latin typeface="Aptos Display" panose="020B0004020202020204" pitchFamily="34" charset="0"/>
            </a:endParaRPr>
          </a:p>
          <a:p>
            <a:pPr eaLnBrk="1" hangingPunct="1">
              <a:lnSpc>
                <a:spcPct val="140000"/>
              </a:lnSpc>
              <a:spcBef>
                <a:spcPct val="20000"/>
              </a:spcBef>
              <a:buClr>
                <a:srgbClr val="F58220"/>
              </a:buClr>
              <a:buSzPct val="80000"/>
            </a:pPr>
            <a:r>
              <a:rPr lang="en-US" altLang="zh-HK" sz="2000" dirty="0">
                <a:latin typeface="Aptos Display" panose="020B0004020202020204" pitchFamily="34" charset="0"/>
              </a:rPr>
              <a:t>- </a:t>
            </a:r>
            <a:r>
              <a:rPr lang="en-US" altLang="zh-HK" sz="2000" dirty="0">
                <a:highlight>
                  <a:srgbClr val="FFFF00"/>
                </a:highlight>
                <a:latin typeface="Aptos Display" panose="020B0004020202020204" pitchFamily="34" charset="0"/>
              </a:rPr>
              <a:t>Measurement accuracy is limited</a:t>
            </a:r>
            <a:r>
              <a:rPr lang="en-US" altLang="zh-HK" sz="2000" dirty="0">
                <a:latin typeface="Aptos Display" panose="020B0004020202020204" pitchFamily="34" charset="0"/>
              </a:rPr>
              <a:t>, and the value distribution is concentrated</a:t>
            </a:r>
          </a:p>
          <a:p>
            <a:pPr eaLnBrk="1" hangingPunct="1">
              <a:lnSpc>
                <a:spcPct val="140000"/>
              </a:lnSpc>
              <a:spcBef>
                <a:spcPct val="20000"/>
              </a:spcBef>
              <a:buClr>
                <a:srgbClr val="F58220"/>
              </a:buClr>
              <a:buSzPct val="80000"/>
            </a:pPr>
            <a:endParaRPr lang="en-US" altLang="zh-HK" sz="2000" dirty="0">
              <a:latin typeface="Aptos Display" panose="020B0004020202020204" pitchFamily="34" charset="0"/>
            </a:endParaRPr>
          </a:p>
          <a:p>
            <a:pPr eaLnBrk="1" hangingPunct="1">
              <a:lnSpc>
                <a:spcPct val="140000"/>
              </a:lnSpc>
              <a:spcBef>
                <a:spcPct val="20000"/>
              </a:spcBef>
              <a:buClr>
                <a:srgbClr val="F58220"/>
              </a:buClr>
              <a:buSzPct val="80000"/>
            </a:pPr>
            <a:r>
              <a:rPr lang="en-US" altLang="zh-HK" sz="2000" dirty="0">
                <a:latin typeface="Aptos Display" panose="020B0004020202020204" pitchFamily="34" charset="0"/>
              </a:rPr>
              <a:t>- Still limited by data quality and characteristics</a:t>
            </a:r>
          </a:p>
          <a:p>
            <a:pPr eaLnBrk="1" hangingPunct="1">
              <a:lnSpc>
                <a:spcPct val="140000"/>
              </a:lnSpc>
              <a:spcBef>
                <a:spcPct val="20000"/>
              </a:spcBef>
              <a:buClr>
                <a:srgbClr val="F58220"/>
              </a:buClr>
              <a:buSzPct val="80000"/>
            </a:pPr>
            <a:endParaRPr lang="en-US" altLang="zh-HK" sz="2000" dirty="0">
              <a:latin typeface="Aptos Display" panose="020B0004020202020204" pitchFamily="34" charset="0"/>
            </a:endParaRPr>
          </a:p>
          <a:p>
            <a:pPr eaLnBrk="1" hangingPunct="1">
              <a:lnSpc>
                <a:spcPct val="140000"/>
              </a:lnSpc>
              <a:spcBef>
                <a:spcPct val="20000"/>
              </a:spcBef>
              <a:buClr>
                <a:srgbClr val="F58220"/>
              </a:buClr>
              <a:buSzPct val="80000"/>
            </a:pPr>
            <a:r>
              <a:rPr lang="en-US" altLang="zh-HK" sz="2000" dirty="0">
                <a:latin typeface="Aptos Display" panose="020B0004020202020204" pitchFamily="34" charset="0"/>
              </a:rPr>
              <a:t>- Suggestions to improve data accuracy and richness</a:t>
            </a:r>
          </a:p>
        </p:txBody>
      </p:sp>
      <p:sp>
        <p:nvSpPr>
          <p:cNvPr id="11" name="Content Placeholder 3">
            <a:extLst>
              <a:ext uri="{FF2B5EF4-FFF2-40B4-BE49-F238E27FC236}">
                <a16:creationId xmlns:a16="http://schemas.microsoft.com/office/drawing/2014/main" id="{0E422063-A775-76B2-F2A0-E95149670B96}"/>
              </a:ext>
            </a:extLst>
          </p:cNvPr>
          <p:cNvSpPr txBox="1">
            <a:spLocks/>
          </p:cNvSpPr>
          <p:nvPr/>
        </p:nvSpPr>
        <p:spPr>
          <a:xfrm>
            <a:off x="178210" y="496874"/>
            <a:ext cx="4457281" cy="1982700"/>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marL="0" indent="0">
              <a:buNone/>
            </a:pPr>
            <a:endParaRPr lang="zh-HK" altLang="en-US" dirty="0">
              <a:latin typeface="Aptos Display" panose="020B0004020202020204" pitchFamily="34" charset="0"/>
            </a:endParaRPr>
          </a:p>
        </p:txBody>
      </p:sp>
    </p:spTree>
    <p:extLst>
      <p:ext uri="{BB962C8B-B14F-4D97-AF65-F5344CB8AC3E}">
        <p14:creationId xmlns:p14="http://schemas.microsoft.com/office/powerpoint/2010/main" val="3391886109"/>
      </p:ext>
    </p:extLst>
  </p:cSld>
  <p:clrMapOvr>
    <a:masterClrMapping/>
  </p:clrMapOvr>
  <mc:AlternateContent xmlns:mc="http://schemas.openxmlformats.org/markup-compatibility/2006" xmlns:p14="http://schemas.microsoft.com/office/powerpoint/2010/main">
    <mc:Choice Requires="p14">
      <p:transition spd="slow" p14:dur="2000" advTm="56934"/>
    </mc:Choice>
    <mc:Fallback xmlns="">
      <p:transition spd="slow" advTm="56934"/>
    </mc:Fallback>
  </mc:AlternateContent>
  <p:timing>
    <p:tnLst>
      <p:par>
        <p:cTn id="1" dur="indefinite" restart="never" nodeType="tmRoot">
          <p:childTnLst>
            <p:par>
              <p:cTn id="2"/>
            </p:par>
          </p:childTnLst>
        </p:cTn>
      </p:par>
    </p:tnLst>
  </p:timing>
</p:sld>
</file>

<file path=ppt/theme/theme1.xml><?xml version="1.0" encoding="utf-8"?>
<a:theme xmlns:a="http://schemas.openxmlformats.org/drawingml/2006/main" name="Office 主题">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Custom 1">
      <a:majorFont>
        <a:latin typeface="Arial"/>
        <a:ea typeface="黑体"/>
        <a:cs typeface=""/>
      </a:majorFont>
      <a:minorFont>
        <a:latin typeface="Arial"/>
        <a:ea typeface="黑体"/>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PowerPoint Template_17May23_v1.potx" id="{B6150C5E-DD62-4DEA-8F7B-E39753B5E29B}" vid="{B37216A0-5024-42DB-9713-F0DAE41B20BD}"/>
    </a:ext>
  </a:extLst>
</a:theme>
</file>

<file path=ppt/theme/theme2.xml><?xml version="1.0" encoding="utf-8"?>
<a:theme xmlns:a="http://schemas.openxmlformats.org/drawingml/2006/main" name="Office Theme">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1650</Words>
  <Application>Microsoft Office PowerPoint</Application>
  <PresentationFormat>Custom</PresentationFormat>
  <Paragraphs>271</Paragraphs>
  <Slides>25</Slides>
  <Notes>5</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25</vt:i4>
      </vt:variant>
    </vt:vector>
  </HeadingPairs>
  <TitlesOfParts>
    <vt:vector size="33" baseType="lpstr">
      <vt:lpstr>Bahnschrift SemiBold Condensed</vt:lpstr>
      <vt:lpstr>Wingdings</vt:lpstr>
      <vt:lpstr>Bahnschrift SemiLight Condensed</vt:lpstr>
      <vt:lpstr>Arial</vt:lpstr>
      <vt:lpstr>Aptos Display</vt:lpstr>
      <vt:lpstr>Times</vt:lpstr>
      <vt:lpstr>Aptos</vt:lpstr>
      <vt:lpstr>Office 主题</vt:lpstr>
      <vt:lpstr>Predictive Analytic of RGB Production Line  (Aaron)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Summary</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Wang Winson</dc:creator>
  <cp:lastModifiedBy>sze chun fung</cp:lastModifiedBy>
  <cp:revision>4</cp:revision>
  <cp:lastPrinted>2023-11-30T08:39:09Z</cp:lastPrinted>
  <dcterms:created xsi:type="dcterms:W3CDTF">2005-05-03T04:22:27Z</dcterms:created>
  <dcterms:modified xsi:type="dcterms:W3CDTF">2025-10-21T16:56:38Z</dcterms:modified>
</cp:coreProperties>
</file>