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4344" r:id="rId1"/>
  </p:sldMasterIdLst>
  <p:notesMasterIdLst>
    <p:notesMasterId r:id="rId16"/>
  </p:notesMasterIdLst>
  <p:handoutMasterIdLst>
    <p:handoutMasterId r:id="rId17"/>
  </p:handoutMasterIdLst>
  <p:sldIdLst>
    <p:sldId id="2146847004" r:id="rId2"/>
    <p:sldId id="2146847086" r:id="rId3"/>
    <p:sldId id="2146847098" r:id="rId4"/>
    <p:sldId id="2146847087" r:id="rId5"/>
    <p:sldId id="2146847097" r:id="rId6"/>
    <p:sldId id="2146847011" r:id="rId7"/>
    <p:sldId id="2146847096" r:id="rId8"/>
    <p:sldId id="2146847091" r:id="rId9"/>
    <p:sldId id="2146847092" r:id="rId10"/>
    <p:sldId id="2146847088" r:id="rId11"/>
    <p:sldId id="2146847094" r:id="rId12"/>
    <p:sldId id="2146847093" r:id="rId13"/>
    <p:sldId id="2146846998" r:id="rId14"/>
    <p:sldId id="2146847090" r:id="rId15"/>
  </p:sldIdLst>
  <p:sldSz cx="10160000" cy="5715000"/>
  <p:notesSz cx="6735763" cy="9866313"/>
  <p:embeddedFontLst>
    <p:embeddedFont>
      <p:font typeface="Times" panose="02020603050405020304" pitchFamily="18" charset="0"/>
      <p:regular r:id="rId18"/>
      <p:bold r:id="rId19"/>
      <p:italic r:id="rId20"/>
      <p:boldItalic r:id="rId21"/>
    </p:embeddedFont>
  </p:embeddedFont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 baseline="-25000">
        <a:solidFill>
          <a:schemeClr val="tx1"/>
        </a:solidFill>
        <a:latin typeface="Times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 baseline="-25000">
        <a:solidFill>
          <a:schemeClr val="tx1"/>
        </a:solidFill>
        <a:latin typeface="Times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 baseline="-25000">
        <a:solidFill>
          <a:schemeClr val="tx1"/>
        </a:solidFill>
        <a:latin typeface="Times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 baseline="-25000">
        <a:solidFill>
          <a:schemeClr val="tx1"/>
        </a:solidFill>
        <a:latin typeface="Times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 baseline="-25000">
        <a:solidFill>
          <a:schemeClr val="tx1"/>
        </a:solidFill>
        <a:latin typeface="Times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 baseline="-25000">
        <a:solidFill>
          <a:schemeClr val="tx1"/>
        </a:solidFill>
        <a:latin typeface="Times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 baseline="-25000">
        <a:solidFill>
          <a:schemeClr val="tx1"/>
        </a:solidFill>
        <a:latin typeface="Times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 baseline="-25000">
        <a:solidFill>
          <a:schemeClr val="tx1"/>
        </a:solidFill>
        <a:latin typeface="Times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 baseline="-25000">
        <a:solidFill>
          <a:schemeClr val="tx1"/>
        </a:solidFill>
        <a:latin typeface="Times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00" userDrawn="1">
          <p15:clr>
            <a:srgbClr val="A4A3A4"/>
          </p15:clr>
        </p15:guide>
        <p15:guide id="2" pos="320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08">
          <p15:clr>
            <a:srgbClr val="A4A3A4"/>
          </p15:clr>
        </p15:guide>
        <p15:guide id="2" pos="212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6600"/>
    <a:srgbClr val="000099"/>
    <a:srgbClr val="0000CC"/>
    <a:srgbClr val="E6E7E8"/>
    <a:srgbClr val="FF66FF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4467FC7-F6D3-453C-BEBF-2AD5B7C76411}" v="74" dt="2025-10-03T09:14:07.53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80" autoAdjust="0"/>
    <p:restoredTop sz="94660"/>
  </p:normalViewPr>
  <p:slideViewPr>
    <p:cSldViewPr snapToGrid="0">
      <p:cViewPr varScale="1">
        <p:scale>
          <a:sx n="93" d="100"/>
          <a:sy n="93" d="100"/>
        </p:scale>
        <p:origin x="965" y="72"/>
      </p:cViewPr>
      <p:guideLst>
        <p:guide orient="horz" pos="1800"/>
        <p:guide pos="320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108"/>
        <p:guide pos="2122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ian Lam" userId="S::brian.hc.lam@johnsonelectric.com::d2e5091d-0a82-46ed-82d7-d936cb13aa01" providerId="AD" clId="Web-{3E14EF47-BB7E-50EA-ED90-68FAB50DAE9C}"/>
    <pc:docChg chg="addSld modSld">
      <pc:chgData name="Brian Lam" userId="S::brian.hc.lam@johnsonelectric.com::d2e5091d-0a82-46ed-82d7-d936cb13aa01" providerId="AD" clId="Web-{3E14EF47-BB7E-50EA-ED90-68FAB50DAE9C}" dt="2025-08-18T09:26:18.660" v="34" actId="20577"/>
      <pc:docMkLst>
        <pc:docMk/>
      </pc:docMkLst>
      <pc:sldChg chg="addSp modSp add replId">
        <pc:chgData name="Brian Lam" userId="S::brian.hc.lam@johnsonelectric.com::d2e5091d-0a82-46ed-82d7-d936cb13aa01" providerId="AD" clId="Web-{3E14EF47-BB7E-50EA-ED90-68FAB50DAE9C}" dt="2025-08-18T09:26:18.660" v="34" actId="20577"/>
        <pc:sldMkLst>
          <pc:docMk/>
          <pc:sldMk cId="3059938452" sldId="2146847089"/>
        </pc:sldMkLst>
      </pc:sldChg>
    </pc:docChg>
  </pc:docChgLst>
  <pc:docChgLst>
    <pc:chgData name="Eric Chung" userId="632e8f53-3579-423d-aeb9-b533fd337ed9" providerId="ADAL" clId="{2B77D573-B056-4DEF-B37C-D26179631EA0}"/>
    <pc:docChg chg="undo redo custSel addSld modSld sldOrd">
      <pc:chgData name="Eric Chung" userId="632e8f53-3579-423d-aeb9-b533fd337ed9" providerId="ADAL" clId="{2B77D573-B056-4DEF-B37C-D26179631EA0}" dt="2025-10-15T09:47:46.671" v="1406" actId="1076"/>
      <pc:docMkLst>
        <pc:docMk/>
      </pc:docMkLst>
      <pc:sldChg chg="mod modShow">
        <pc:chgData name="Eric Chung" userId="632e8f53-3579-423d-aeb9-b533fd337ed9" providerId="ADAL" clId="{2B77D573-B056-4DEF-B37C-D26179631EA0}" dt="2025-10-09T01:55:46.915" v="1359" actId="729"/>
        <pc:sldMkLst>
          <pc:docMk/>
          <pc:sldMk cId="1565456124" sldId="2146846998"/>
        </pc:sldMkLst>
      </pc:sldChg>
      <pc:sldChg chg="modSp mod">
        <pc:chgData name="Eric Chung" userId="632e8f53-3579-423d-aeb9-b533fd337ed9" providerId="ADAL" clId="{2B77D573-B056-4DEF-B37C-D26179631EA0}" dt="2025-10-15T09:47:46.671" v="1406" actId="1076"/>
        <pc:sldMkLst>
          <pc:docMk/>
          <pc:sldMk cId="807872826" sldId="2146847086"/>
        </pc:sldMkLst>
        <pc:spChg chg="mod">
          <ac:chgData name="Eric Chung" userId="632e8f53-3579-423d-aeb9-b533fd337ed9" providerId="ADAL" clId="{2B77D573-B056-4DEF-B37C-D26179631EA0}" dt="2025-10-03T08:45:12.830" v="204" actId="1076"/>
          <ac:spMkLst>
            <pc:docMk/>
            <pc:sldMk cId="807872826" sldId="2146847086"/>
            <ac:spMk id="8" creationId="{94D22BEF-06AD-85D0-20A7-EBF1F551B57F}"/>
          </ac:spMkLst>
        </pc:spChg>
        <pc:spChg chg="mod">
          <ac:chgData name="Eric Chung" userId="632e8f53-3579-423d-aeb9-b533fd337ed9" providerId="ADAL" clId="{2B77D573-B056-4DEF-B37C-D26179631EA0}" dt="2025-10-03T08:47:23.974" v="285" actId="20577"/>
          <ac:spMkLst>
            <pc:docMk/>
            <pc:sldMk cId="807872826" sldId="2146847086"/>
            <ac:spMk id="21" creationId="{9CD9D7E8-4229-95A9-C79D-A4692CE2357D}"/>
          </ac:spMkLst>
        </pc:spChg>
        <pc:spChg chg="mod">
          <ac:chgData name="Eric Chung" userId="632e8f53-3579-423d-aeb9-b533fd337ed9" providerId="ADAL" clId="{2B77D573-B056-4DEF-B37C-D26179631EA0}" dt="2025-10-03T08:47:07.389" v="218" actId="1076"/>
          <ac:spMkLst>
            <pc:docMk/>
            <pc:sldMk cId="807872826" sldId="2146847086"/>
            <ac:spMk id="23" creationId="{14527ACD-CB61-C179-3D0E-2B973397E722}"/>
          </ac:spMkLst>
        </pc:spChg>
        <pc:spChg chg="mod">
          <ac:chgData name="Eric Chung" userId="632e8f53-3579-423d-aeb9-b533fd337ed9" providerId="ADAL" clId="{2B77D573-B056-4DEF-B37C-D26179631EA0}" dt="2025-10-03T08:47:04.401" v="216" actId="1076"/>
          <ac:spMkLst>
            <pc:docMk/>
            <pc:sldMk cId="807872826" sldId="2146847086"/>
            <ac:spMk id="114" creationId="{ECAA6295-BFA6-A372-A6A4-03BC22E58314}"/>
          </ac:spMkLst>
        </pc:spChg>
        <pc:spChg chg="mod">
          <ac:chgData name="Eric Chung" userId="632e8f53-3579-423d-aeb9-b533fd337ed9" providerId="ADAL" clId="{2B77D573-B056-4DEF-B37C-D26179631EA0}" dt="2025-10-03T08:45:19.596" v="207" actId="1076"/>
          <ac:spMkLst>
            <pc:docMk/>
            <pc:sldMk cId="807872826" sldId="2146847086"/>
            <ac:spMk id="119" creationId="{6C873E14-1114-3BB4-2B68-D32CF4121864}"/>
          </ac:spMkLst>
        </pc:spChg>
        <pc:picChg chg="mod">
          <ac:chgData name="Eric Chung" userId="632e8f53-3579-423d-aeb9-b533fd337ed9" providerId="ADAL" clId="{2B77D573-B056-4DEF-B37C-D26179631EA0}" dt="2025-10-15T09:47:46.671" v="1406" actId="1076"/>
          <ac:picMkLst>
            <pc:docMk/>
            <pc:sldMk cId="807872826" sldId="2146847086"/>
            <ac:picMk id="9" creationId="{96031EDF-A575-649A-B578-9EA66EC42D63}"/>
          </ac:picMkLst>
        </pc:picChg>
        <pc:picChg chg="mod">
          <ac:chgData name="Eric Chung" userId="632e8f53-3579-423d-aeb9-b533fd337ed9" providerId="ADAL" clId="{2B77D573-B056-4DEF-B37C-D26179631EA0}" dt="2025-10-15T09:47:39.278" v="1400" actId="14100"/>
          <ac:picMkLst>
            <pc:docMk/>
            <pc:sldMk cId="807872826" sldId="2146847086"/>
            <ac:picMk id="11" creationId="{B2C024AA-0635-FFC7-C7FF-4D0F9FC525F1}"/>
          </ac:picMkLst>
        </pc:picChg>
        <pc:picChg chg="mod">
          <ac:chgData name="Eric Chung" userId="632e8f53-3579-423d-aeb9-b533fd337ed9" providerId="ADAL" clId="{2B77D573-B056-4DEF-B37C-D26179631EA0}" dt="2025-10-15T09:47:44.263" v="1404" actId="14100"/>
          <ac:picMkLst>
            <pc:docMk/>
            <pc:sldMk cId="807872826" sldId="2146847086"/>
            <ac:picMk id="26" creationId="{B3D30ADF-2B4D-EB8D-F6A6-3EE98613D716}"/>
          </ac:picMkLst>
        </pc:picChg>
        <pc:picChg chg="mod">
          <ac:chgData name="Eric Chung" userId="632e8f53-3579-423d-aeb9-b533fd337ed9" providerId="ADAL" clId="{2B77D573-B056-4DEF-B37C-D26179631EA0}" dt="2025-10-15T09:47:41.414" v="1402" actId="14100"/>
          <ac:picMkLst>
            <pc:docMk/>
            <pc:sldMk cId="807872826" sldId="2146847086"/>
            <ac:picMk id="28" creationId="{7692B4FA-6944-8C1E-623F-7B32044DD087}"/>
          </ac:picMkLst>
        </pc:picChg>
        <pc:picChg chg="mod">
          <ac:chgData name="Eric Chung" userId="632e8f53-3579-423d-aeb9-b533fd337ed9" providerId="ADAL" clId="{2B77D573-B056-4DEF-B37C-D26179631EA0}" dt="2025-10-03T08:47:01.622" v="214" actId="1076"/>
          <ac:picMkLst>
            <pc:docMk/>
            <pc:sldMk cId="807872826" sldId="2146847086"/>
            <ac:picMk id="30" creationId="{19E12B8F-E9A2-0202-91AE-7B90185AE549}"/>
          </ac:picMkLst>
        </pc:picChg>
      </pc:sldChg>
      <pc:sldChg chg="addSp delSp modSp mod">
        <pc:chgData name="Eric Chung" userId="632e8f53-3579-423d-aeb9-b533fd337ed9" providerId="ADAL" clId="{2B77D573-B056-4DEF-B37C-D26179631EA0}" dt="2025-10-03T09:03:27.512" v="742" actId="20577"/>
        <pc:sldMkLst>
          <pc:docMk/>
          <pc:sldMk cId="109839918" sldId="2146847088"/>
        </pc:sldMkLst>
        <pc:spChg chg="mod">
          <ac:chgData name="Eric Chung" userId="632e8f53-3579-423d-aeb9-b533fd337ed9" providerId="ADAL" clId="{2B77D573-B056-4DEF-B37C-D26179631EA0}" dt="2025-10-03T09:02:45.898" v="737" actId="2711"/>
          <ac:spMkLst>
            <pc:docMk/>
            <pc:sldMk cId="109839918" sldId="2146847088"/>
            <ac:spMk id="3" creationId="{21A5C8D1-6EB7-E62F-C6B8-8D9D9BD40804}"/>
          </ac:spMkLst>
        </pc:spChg>
        <pc:spChg chg="mod topLvl">
          <ac:chgData name="Eric Chung" userId="632e8f53-3579-423d-aeb9-b533fd337ed9" providerId="ADAL" clId="{2B77D573-B056-4DEF-B37C-D26179631EA0}" dt="2025-10-03T09:02:45.898" v="737" actId="2711"/>
          <ac:spMkLst>
            <pc:docMk/>
            <pc:sldMk cId="109839918" sldId="2146847088"/>
            <ac:spMk id="4" creationId="{CC2ED4BA-6942-EB99-C2CD-0EE9F0367E55}"/>
          </ac:spMkLst>
        </pc:spChg>
        <pc:spChg chg="mod topLvl">
          <ac:chgData name="Eric Chung" userId="632e8f53-3579-423d-aeb9-b533fd337ed9" providerId="ADAL" clId="{2B77D573-B056-4DEF-B37C-D26179631EA0}" dt="2025-10-03T09:02:45.898" v="737" actId="2711"/>
          <ac:spMkLst>
            <pc:docMk/>
            <pc:sldMk cId="109839918" sldId="2146847088"/>
            <ac:spMk id="5" creationId="{B50C8E50-EE9E-8A6C-A0CA-885B44FF1D70}"/>
          </ac:spMkLst>
        </pc:spChg>
        <pc:spChg chg="mod topLvl">
          <ac:chgData name="Eric Chung" userId="632e8f53-3579-423d-aeb9-b533fd337ed9" providerId="ADAL" clId="{2B77D573-B056-4DEF-B37C-D26179631EA0}" dt="2025-10-03T09:02:45.898" v="737" actId="2711"/>
          <ac:spMkLst>
            <pc:docMk/>
            <pc:sldMk cId="109839918" sldId="2146847088"/>
            <ac:spMk id="7" creationId="{665D9A32-84ED-0B09-0482-ADF84F5C65FF}"/>
          </ac:spMkLst>
        </pc:spChg>
        <pc:spChg chg="add mod">
          <ac:chgData name="Eric Chung" userId="632e8f53-3579-423d-aeb9-b533fd337ed9" providerId="ADAL" clId="{2B77D573-B056-4DEF-B37C-D26179631EA0}" dt="2025-10-03T08:53:10.594" v="430" actId="1076"/>
          <ac:spMkLst>
            <pc:docMk/>
            <pc:sldMk cId="109839918" sldId="2146847088"/>
            <ac:spMk id="17" creationId="{D38F0552-BA1B-D47D-A229-56583747D62D}"/>
          </ac:spMkLst>
        </pc:spChg>
        <pc:spChg chg="add mod">
          <ac:chgData name="Eric Chung" userId="632e8f53-3579-423d-aeb9-b533fd337ed9" providerId="ADAL" clId="{2B77D573-B056-4DEF-B37C-D26179631EA0}" dt="2025-10-03T08:53:16.111" v="431" actId="1076"/>
          <ac:spMkLst>
            <pc:docMk/>
            <pc:sldMk cId="109839918" sldId="2146847088"/>
            <ac:spMk id="18" creationId="{0A0B9980-5AC2-7753-2766-867716305FF3}"/>
          </ac:spMkLst>
        </pc:spChg>
        <pc:spChg chg="add mod">
          <ac:chgData name="Eric Chung" userId="632e8f53-3579-423d-aeb9-b533fd337ed9" providerId="ADAL" clId="{2B77D573-B056-4DEF-B37C-D26179631EA0}" dt="2025-10-03T09:02:45.898" v="737" actId="2711"/>
          <ac:spMkLst>
            <pc:docMk/>
            <pc:sldMk cId="109839918" sldId="2146847088"/>
            <ac:spMk id="19" creationId="{BC16B414-C338-4175-E2EA-3BF70442CE2E}"/>
          </ac:spMkLst>
        </pc:spChg>
        <pc:spChg chg="add mod">
          <ac:chgData name="Eric Chung" userId="632e8f53-3579-423d-aeb9-b533fd337ed9" providerId="ADAL" clId="{2B77D573-B056-4DEF-B37C-D26179631EA0}" dt="2025-10-03T08:53:49.325" v="439" actId="1076"/>
          <ac:spMkLst>
            <pc:docMk/>
            <pc:sldMk cId="109839918" sldId="2146847088"/>
            <ac:spMk id="20" creationId="{99D28F09-96DF-CDBD-A818-DEF7B23F4CFE}"/>
          </ac:spMkLst>
        </pc:spChg>
        <pc:spChg chg="add mod">
          <ac:chgData name="Eric Chung" userId="632e8f53-3579-423d-aeb9-b533fd337ed9" providerId="ADAL" clId="{2B77D573-B056-4DEF-B37C-D26179631EA0}" dt="2025-10-03T09:02:45.898" v="737" actId="2711"/>
          <ac:spMkLst>
            <pc:docMk/>
            <pc:sldMk cId="109839918" sldId="2146847088"/>
            <ac:spMk id="22" creationId="{88D77268-980C-187E-6CD7-9A11D1F7BDCD}"/>
          </ac:spMkLst>
        </pc:spChg>
        <pc:spChg chg="mod">
          <ac:chgData name="Eric Chung" userId="632e8f53-3579-423d-aeb9-b533fd337ed9" providerId="ADAL" clId="{2B77D573-B056-4DEF-B37C-D26179631EA0}" dt="2025-10-03T09:02:45.898" v="737" actId="2711"/>
          <ac:spMkLst>
            <pc:docMk/>
            <pc:sldMk cId="109839918" sldId="2146847088"/>
            <ac:spMk id="44" creationId="{20CBC349-E27F-6806-14A4-DF03D4A2A83E}"/>
          </ac:spMkLst>
        </pc:spChg>
        <pc:spChg chg="mod">
          <ac:chgData name="Eric Chung" userId="632e8f53-3579-423d-aeb9-b533fd337ed9" providerId="ADAL" clId="{2B77D573-B056-4DEF-B37C-D26179631EA0}" dt="2025-10-03T08:58:26.488" v="504" actId="20577"/>
          <ac:spMkLst>
            <pc:docMk/>
            <pc:sldMk cId="109839918" sldId="2146847088"/>
            <ac:spMk id="52" creationId="{6681E088-91C2-CF33-BE08-44903B54AA29}"/>
          </ac:spMkLst>
        </pc:spChg>
        <pc:spChg chg="mod topLvl">
          <ac:chgData name="Eric Chung" userId="632e8f53-3579-423d-aeb9-b533fd337ed9" providerId="ADAL" clId="{2B77D573-B056-4DEF-B37C-D26179631EA0}" dt="2025-10-03T08:58:02.795" v="501" actId="1076"/>
          <ac:spMkLst>
            <pc:docMk/>
            <pc:sldMk cId="109839918" sldId="2146847088"/>
            <ac:spMk id="57" creationId="{4C6AAF95-5FED-B64F-9641-EF1751C371EC}"/>
          </ac:spMkLst>
        </pc:spChg>
        <pc:spChg chg="mod topLvl">
          <ac:chgData name="Eric Chung" userId="632e8f53-3579-423d-aeb9-b533fd337ed9" providerId="ADAL" clId="{2B77D573-B056-4DEF-B37C-D26179631EA0}" dt="2025-10-03T08:54:56.103" v="457" actId="165"/>
          <ac:spMkLst>
            <pc:docMk/>
            <pc:sldMk cId="109839918" sldId="2146847088"/>
            <ac:spMk id="58" creationId="{FFDF830C-07FA-3F70-F972-9D14B66F0A41}"/>
          </ac:spMkLst>
        </pc:spChg>
        <pc:spChg chg="mod topLvl">
          <ac:chgData name="Eric Chung" userId="632e8f53-3579-423d-aeb9-b533fd337ed9" providerId="ADAL" clId="{2B77D573-B056-4DEF-B37C-D26179631EA0}" dt="2025-10-03T09:02:01.300" v="733" actId="20577"/>
          <ac:spMkLst>
            <pc:docMk/>
            <pc:sldMk cId="109839918" sldId="2146847088"/>
            <ac:spMk id="59" creationId="{F6245859-E2D7-59CE-4DEB-18E2B77DE4D0}"/>
          </ac:spMkLst>
        </pc:spChg>
        <pc:spChg chg="mod topLvl">
          <ac:chgData name="Eric Chung" userId="632e8f53-3579-423d-aeb9-b533fd337ed9" providerId="ADAL" clId="{2B77D573-B056-4DEF-B37C-D26179631EA0}" dt="2025-10-03T08:54:56.103" v="457" actId="165"/>
          <ac:spMkLst>
            <pc:docMk/>
            <pc:sldMk cId="109839918" sldId="2146847088"/>
            <ac:spMk id="60" creationId="{69AC1339-5C24-7C60-6713-288F5FE6E052}"/>
          </ac:spMkLst>
        </pc:spChg>
        <pc:spChg chg="mod topLvl">
          <ac:chgData name="Eric Chung" userId="632e8f53-3579-423d-aeb9-b533fd337ed9" providerId="ADAL" clId="{2B77D573-B056-4DEF-B37C-D26179631EA0}" dt="2025-10-03T08:54:56.103" v="457" actId="165"/>
          <ac:spMkLst>
            <pc:docMk/>
            <pc:sldMk cId="109839918" sldId="2146847088"/>
            <ac:spMk id="61" creationId="{FBB3F280-D849-DE48-1BFC-2FA679385353}"/>
          </ac:spMkLst>
        </pc:spChg>
        <pc:spChg chg="mod topLvl">
          <ac:chgData name="Eric Chung" userId="632e8f53-3579-423d-aeb9-b533fd337ed9" providerId="ADAL" clId="{2B77D573-B056-4DEF-B37C-D26179631EA0}" dt="2025-10-03T08:54:56.103" v="457" actId="165"/>
          <ac:spMkLst>
            <pc:docMk/>
            <pc:sldMk cId="109839918" sldId="2146847088"/>
            <ac:spMk id="62" creationId="{C54523D8-2347-42DB-91CA-7DA843865309}"/>
          </ac:spMkLst>
        </pc:spChg>
        <pc:spChg chg="mod topLvl">
          <ac:chgData name="Eric Chung" userId="632e8f53-3579-423d-aeb9-b533fd337ed9" providerId="ADAL" clId="{2B77D573-B056-4DEF-B37C-D26179631EA0}" dt="2025-10-03T09:02:45.898" v="737" actId="2711"/>
          <ac:spMkLst>
            <pc:docMk/>
            <pc:sldMk cId="109839918" sldId="2146847088"/>
            <ac:spMk id="1024" creationId="{B2BDEB81-7CAB-4C89-4FE4-E914AD93D556}"/>
          </ac:spMkLst>
        </pc:spChg>
        <pc:spChg chg="mod topLvl">
          <ac:chgData name="Eric Chung" userId="632e8f53-3579-423d-aeb9-b533fd337ed9" providerId="ADAL" clId="{2B77D573-B056-4DEF-B37C-D26179631EA0}" dt="2025-10-03T08:57:29.278" v="494" actId="165"/>
          <ac:spMkLst>
            <pc:docMk/>
            <pc:sldMk cId="109839918" sldId="2146847088"/>
            <ac:spMk id="1025" creationId="{A11FEE0A-8FC5-816F-C645-98F1C7BE5735}"/>
          </ac:spMkLst>
        </pc:spChg>
        <pc:spChg chg="mod topLvl">
          <ac:chgData name="Eric Chung" userId="632e8f53-3579-423d-aeb9-b533fd337ed9" providerId="ADAL" clId="{2B77D573-B056-4DEF-B37C-D26179631EA0}" dt="2025-10-03T08:57:29.278" v="494" actId="165"/>
          <ac:spMkLst>
            <pc:docMk/>
            <pc:sldMk cId="109839918" sldId="2146847088"/>
            <ac:spMk id="1028" creationId="{C8A0A1E0-371C-7598-D47F-8007E3AEF47E}"/>
          </ac:spMkLst>
        </pc:spChg>
        <pc:spChg chg="mod topLvl">
          <ac:chgData name="Eric Chung" userId="632e8f53-3579-423d-aeb9-b533fd337ed9" providerId="ADAL" clId="{2B77D573-B056-4DEF-B37C-D26179631EA0}" dt="2025-10-03T09:02:45.898" v="737" actId="2711"/>
          <ac:spMkLst>
            <pc:docMk/>
            <pc:sldMk cId="109839918" sldId="2146847088"/>
            <ac:spMk id="1029" creationId="{5E431896-AB03-AFBB-3DEA-C1D41E740B97}"/>
          </ac:spMkLst>
        </pc:spChg>
        <pc:spChg chg="mod topLvl">
          <ac:chgData name="Eric Chung" userId="632e8f53-3579-423d-aeb9-b533fd337ed9" providerId="ADAL" clId="{2B77D573-B056-4DEF-B37C-D26179631EA0}" dt="2025-10-03T08:57:29.278" v="494" actId="165"/>
          <ac:spMkLst>
            <pc:docMk/>
            <pc:sldMk cId="109839918" sldId="2146847088"/>
            <ac:spMk id="1037" creationId="{EEC86FC7-2054-805E-F88D-A7FABE734DDC}"/>
          </ac:spMkLst>
        </pc:spChg>
        <pc:spChg chg="add mod ord">
          <ac:chgData name="Eric Chung" userId="632e8f53-3579-423d-aeb9-b533fd337ed9" providerId="ADAL" clId="{2B77D573-B056-4DEF-B37C-D26179631EA0}" dt="2025-10-03T08:57:11.316" v="491" actId="14100"/>
          <ac:spMkLst>
            <pc:docMk/>
            <pc:sldMk cId="109839918" sldId="2146847088"/>
            <ac:spMk id="1044" creationId="{3A7B11BD-BD48-D902-6A45-31BAB8C03A66}"/>
          </ac:spMkLst>
        </pc:spChg>
        <pc:spChg chg="add mod">
          <ac:chgData name="Eric Chung" userId="632e8f53-3579-423d-aeb9-b533fd337ed9" providerId="ADAL" clId="{2B77D573-B056-4DEF-B37C-D26179631EA0}" dt="2025-10-03T09:03:27.512" v="742" actId="20577"/>
          <ac:spMkLst>
            <pc:docMk/>
            <pc:sldMk cId="109839918" sldId="2146847088"/>
            <ac:spMk id="1045" creationId="{B289D55C-1AF9-AE06-9B64-ADE538C7898B}"/>
          </ac:spMkLst>
        </pc:spChg>
        <pc:spChg chg="mod topLvl">
          <ac:chgData name="Eric Chung" userId="632e8f53-3579-423d-aeb9-b533fd337ed9" providerId="ADAL" clId="{2B77D573-B056-4DEF-B37C-D26179631EA0}" dt="2025-10-03T08:57:29.278" v="494" actId="165"/>
          <ac:spMkLst>
            <pc:docMk/>
            <pc:sldMk cId="109839918" sldId="2146847088"/>
            <ac:spMk id="1055" creationId="{91A62C10-AB60-7C50-A81C-9D566EEFC65E}"/>
          </ac:spMkLst>
        </pc:spChg>
        <pc:spChg chg="mod topLvl">
          <ac:chgData name="Eric Chung" userId="632e8f53-3579-423d-aeb9-b533fd337ed9" providerId="ADAL" clId="{2B77D573-B056-4DEF-B37C-D26179631EA0}" dt="2025-10-03T09:02:45.898" v="737" actId="2711"/>
          <ac:spMkLst>
            <pc:docMk/>
            <pc:sldMk cId="109839918" sldId="2146847088"/>
            <ac:spMk id="1061" creationId="{B58A26D8-BEA6-7F46-BA89-B593FDD9FE80}"/>
          </ac:spMkLst>
        </pc:spChg>
        <pc:spChg chg="mod">
          <ac:chgData name="Eric Chung" userId="632e8f53-3579-423d-aeb9-b533fd337ed9" providerId="ADAL" clId="{2B77D573-B056-4DEF-B37C-D26179631EA0}" dt="2025-10-03T09:02:56.237" v="738" actId="122"/>
          <ac:spMkLst>
            <pc:docMk/>
            <pc:sldMk cId="109839918" sldId="2146847088"/>
            <ac:spMk id="1065" creationId="{48EF0F08-60F6-502A-3DF6-CBADE6B98A4A}"/>
          </ac:spMkLst>
        </pc:spChg>
        <pc:spChg chg="mod topLvl">
          <ac:chgData name="Eric Chung" userId="632e8f53-3579-423d-aeb9-b533fd337ed9" providerId="ADAL" clId="{2B77D573-B056-4DEF-B37C-D26179631EA0}" dt="2025-10-03T08:57:38.511" v="495" actId="1076"/>
          <ac:spMkLst>
            <pc:docMk/>
            <pc:sldMk cId="109839918" sldId="2146847088"/>
            <ac:spMk id="1073" creationId="{93BB5887-11E9-0E4F-830D-D888C7EC513C}"/>
          </ac:spMkLst>
        </pc:spChg>
        <pc:grpChg chg="mod">
          <ac:chgData name="Eric Chung" userId="632e8f53-3579-423d-aeb9-b533fd337ed9" providerId="ADAL" clId="{2B77D573-B056-4DEF-B37C-D26179631EA0}" dt="2025-10-03T08:57:54.500" v="500" actId="1076"/>
          <ac:grpSpMkLst>
            <pc:docMk/>
            <pc:sldMk cId="109839918" sldId="2146847088"/>
            <ac:grpSpMk id="1064" creationId="{57D86E2F-F812-A561-F5FC-1D18868EBC7A}"/>
          </ac:grpSpMkLst>
        </pc:grpChg>
        <pc:picChg chg="add mod">
          <ac:chgData name="Eric Chung" userId="632e8f53-3579-423d-aeb9-b533fd337ed9" providerId="ADAL" clId="{2B77D573-B056-4DEF-B37C-D26179631EA0}" dt="2025-10-03T08:52:42.610" v="416" actId="14100"/>
          <ac:picMkLst>
            <pc:docMk/>
            <pc:sldMk cId="109839918" sldId="2146847088"/>
            <ac:picMk id="6" creationId="{1AB4B7D2-5E8D-04C6-D898-7545B770EEC4}"/>
          </ac:picMkLst>
        </pc:picChg>
        <pc:picChg chg="mod">
          <ac:chgData name="Eric Chung" userId="632e8f53-3579-423d-aeb9-b533fd337ed9" providerId="ADAL" clId="{2B77D573-B056-4DEF-B37C-D26179631EA0}" dt="2025-10-03T08:52:50.405" v="420" actId="1076"/>
          <ac:picMkLst>
            <pc:docMk/>
            <pc:sldMk cId="109839918" sldId="2146847088"/>
            <ac:picMk id="8" creationId="{26B598E1-19E7-C5C5-ADBB-3AAD0E5134B2}"/>
          </ac:picMkLst>
        </pc:picChg>
        <pc:picChg chg="mod topLvl">
          <ac:chgData name="Eric Chung" userId="632e8f53-3579-423d-aeb9-b533fd337ed9" providerId="ADAL" clId="{2B77D573-B056-4DEF-B37C-D26179631EA0}" dt="2025-10-03T08:55:04.947" v="460" actId="165"/>
          <ac:picMkLst>
            <pc:docMk/>
            <pc:sldMk cId="109839918" sldId="2146847088"/>
            <ac:picMk id="10" creationId="{111AFF2D-E0BF-C9D0-F049-8B1A58314597}"/>
          </ac:picMkLst>
        </pc:picChg>
        <pc:picChg chg="add mod">
          <ac:chgData name="Eric Chung" userId="632e8f53-3579-423d-aeb9-b533fd337ed9" providerId="ADAL" clId="{2B77D573-B056-4DEF-B37C-D26179631EA0}" dt="2025-10-03T08:52:52.439" v="421" actId="14100"/>
          <ac:picMkLst>
            <pc:docMk/>
            <pc:sldMk cId="109839918" sldId="2146847088"/>
            <ac:picMk id="14" creationId="{E7A0E9C7-D3BE-E67A-30EE-058C7DE4AF1F}"/>
          </ac:picMkLst>
        </pc:picChg>
        <pc:picChg chg="add mod">
          <ac:chgData name="Eric Chung" userId="632e8f53-3579-423d-aeb9-b533fd337ed9" providerId="ADAL" clId="{2B77D573-B056-4DEF-B37C-D26179631EA0}" dt="2025-10-03T08:52:55.909" v="423" actId="1076"/>
          <ac:picMkLst>
            <pc:docMk/>
            <pc:sldMk cId="109839918" sldId="2146847088"/>
            <ac:picMk id="15" creationId="{EC8D6AA6-17F7-84A4-BBFB-2638D728A6A8}"/>
          </ac:picMkLst>
        </pc:picChg>
        <pc:picChg chg="add mod">
          <ac:chgData name="Eric Chung" userId="632e8f53-3579-423d-aeb9-b533fd337ed9" providerId="ADAL" clId="{2B77D573-B056-4DEF-B37C-D26179631EA0}" dt="2025-10-03T08:52:54.245" v="422" actId="1076"/>
          <ac:picMkLst>
            <pc:docMk/>
            <pc:sldMk cId="109839918" sldId="2146847088"/>
            <ac:picMk id="16" creationId="{A683C5D8-7AEF-3817-86D7-5F635C0DC0C0}"/>
          </ac:picMkLst>
        </pc:picChg>
        <pc:picChg chg="add mod">
          <ac:chgData name="Eric Chung" userId="632e8f53-3579-423d-aeb9-b533fd337ed9" providerId="ADAL" clId="{2B77D573-B056-4DEF-B37C-D26179631EA0}" dt="2025-10-03T08:57:38.511" v="495" actId="1076"/>
          <ac:picMkLst>
            <pc:docMk/>
            <pc:sldMk cId="109839918" sldId="2146847088"/>
            <ac:picMk id="21" creationId="{E2B5154B-0BB6-C670-B991-214C25D984F2}"/>
          </ac:picMkLst>
        </pc:picChg>
        <pc:picChg chg="mod topLvl">
          <ac:chgData name="Eric Chung" userId="632e8f53-3579-423d-aeb9-b533fd337ed9" providerId="ADAL" clId="{2B77D573-B056-4DEF-B37C-D26179631EA0}" dt="2025-10-03T08:54:56.103" v="457" actId="165"/>
          <ac:picMkLst>
            <pc:docMk/>
            <pc:sldMk cId="109839918" sldId="2146847088"/>
            <ac:picMk id="48" creationId="{F0940415-429F-7C3F-EF3F-7A1BC040F6B5}"/>
          </ac:picMkLst>
        </pc:picChg>
        <pc:picChg chg="mod topLvl">
          <ac:chgData name="Eric Chung" userId="632e8f53-3579-423d-aeb9-b533fd337ed9" providerId="ADAL" clId="{2B77D573-B056-4DEF-B37C-D26179631EA0}" dt="2025-10-03T08:54:56.103" v="457" actId="165"/>
          <ac:picMkLst>
            <pc:docMk/>
            <pc:sldMk cId="109839918" sldId="2146847088"/>
            <ac:picMk id="55" creationId="{F4D1083C-B7D8-55CE-32A0-F2BF19421F06}"/>
          </ac:picMkLst>
        </pc:picChg>
        <pc:picChg chg="mod">
          <ac:chgData name="Eric Chung" userId="632e8f53-3579-423d-aeb9-b533fd337ed9" providerId="ADAL" clId="{2B77D573-B056-4DEF-B37C-D26179631EA0}" dt="2025-10-03T08:57:54.500" v="500" actId="1076"/>
          <ac:picMkLst>
            <pc:docMk/>
            <pc:sldMk cId="109839918" sldId="2146847088"/>
            <ac:picMk id="1066" creationId="{9B343188-AFD5-20A4-4EE4-7336663F50DB}"/>
          </ac:picMkLst>
        </pc:picChg>
      </pc:sldChg>
      <pc:sldChg chg="mod modShow">
        <pc:chgData name="Eric Chung" userId="632e8f53-3579-423d-aeb9-b533fd337ed9" providerId="ADAL" clId="{2B77D573-B056-4DEF-B37C-D26179631EA0}" dt="2025-10-09T01:55:46.915" v="1359" actId="729"/>
        <pc:sldMkLst>
          <pc:docMk/>
          <pc:sldMk cId="3221791523" sldId="2146847090"/>
        </pc:sldMkLst>
      </pc:sldChg>
      <pc:sldChg chg="addSp delSp modSp mod ord">
        <pc:chgData name="Eric Chung" userId="632e8f53-3579-423d-aeb9-b533fd337ed9" providerId="ADAL" clId="{2B77D573-B056-4DEF-B37C-D26179631EA0}" dt="2025-10-03T09:09:39.782" v="1060" actId="22"/>
        <pc:sldMkLst>
          <pc:docMk/>
          <pc:sldMk cId="3232960917" sldId="2146847091"/>
        </pc:sldMkLst>
        <pc:spChg chg="mod">
          <ac:chgData name="Eric Chung" userId="632e8f53-3579-423d-aeb9-b533fd337ed9" providerId="ADAL" clId="{2B77D573-B056-4DEF-B37C-D26179631EA0}" dt="2025-10-03T08:59:21.648" v="585" actId="20577"/>
          <ac:spMkLst>
            <pc:docMk/>
            <pc:sldMk cId="3232960917" sldId="2146847091"/>
            <ac:spMk id="3" creationId="{D635FF89-92EA-11B5-DA7C-8C307823E7E1}"/>
          </ac:spMkLst>
        </pc:spChg>
        <pc:spChg chg="add mod">
          <ac:chgData name="Eric Chung" userId="632e8f53-3579-423d-aeb9-b533fd337ed9" providerId="ADAL" clId="{2B77D573-B056-4DEF-B37C-D26179631EA0}" dt="2025-10-03T09:08:55.267" v="1056" actId="20577"/>
          <ac:spMkLst>
            <pc:docMk/>
            <pc:sldMk cId="3232960917" sldId="2146847091"/>
            <ac:spMk id="7" creationId="{201AC89F-C71F-8B4A-4A2A-E152350EDF1E}"/>
          </ac:spMkLst>
        </pc:spChg>
        <pc:spChg chg="mod">
          <ac:chgData name="Eric Chung" userId="632e8f53-3579-423d-aeb9-b533fd337ed9" providerId="ADAL" clId="{2B77D573-B056-4DEF-B37C-D26179631EA0}" dt="2025-10-03T09:01:29.325" v="719" actId="1076"/>
          <ac:spMkLst>
            <pc:docMk/>
            <pc:sldMk cId="3232960917" sldId="2146847091"/>
            <ac:spMk id="10" creationId="{2CB7A347-43F5-E4AA-9CB3-BF3327D0A813}"/>
          </ac:spMkLst>
        </pc:spChg>
        <pc:picChg chg="add mod">
          <ac:chgData name="Eric Chung" userId="632e8f53-3579-423d-aeb9-b533fd337ed9" providerId="ADAL" clId="{2B77D573-B056-4DEF-B37C-D26179631EA0}" dt="2025-10-03T09:04:35.278" v="744" actId="1076"/>
          <ac:picMkLst>
            <pc:docMk/>
            <pc:sldMk cId="3232960917" sldId="2146847091"/>
            <ac:picMk id="6" creationId="{659367BD-4367-EE9C-788C-E9520D0F9280}"/>
          </ac:picMkLst>
        </pc:picChg>
      </pc:sldChg>
      <pc:sldChg chg="modSp mod">
        <pc:chgData name="Eric Chung" userId="632e8f53-3579-423d-aeb9-b533fd337ed9" providerId="ADAL" clId="{2B77D573-B056-4DEF-B37C-D26179631EA0}" dt="2025-10-03T08:49:35.577" v="311" actId="20577"/>
        <pc:sldMkLst>
          <pc:docMk/>
          <pc:sldMk cId="1274553159" sldId="2146847092"/>
        </pc:sldMkLst>
        <pc:spChg chg="mod">
          <ac:chgData name="Eric Chung" userId="632e8f53-3579-423d-aeb9-b533fd337ed9" providerId="ADAL" clId="{2B77D573-B056-4DEF-B37C-D26179631EA0}" dt="2025-10-03T08:49:35.577" v="311" actId="20577"/>
          <ac:spMkLst>
            <pc:docMk/>
            <pc:sldMk cId="1274553159" sldId="2146847092"/>
            <ac:spMk id="3" creationId="{1871FCBD-9BD5-28EC-9776-E7A0D2025A38}"/>
          </ac:spMkLst>
        </pc:spChg>
        <pc:spChg chg="mod">
          <ac:chgData name="Eric Chung" userId="632e8f53-3579-423d-aeb9-b533fd337ed9" providerId="ADAL" clId="{2B77D573-B056-4DEF-B37C-D26179631EA0}" dt="2025-10-03T08:47:40.448" v="291" actId="121"/>
          <ac:spMkLst>
            <pc:docMk/>
            <pc:sldMk cId="1274553159" sldId="2146847092"/>
            <ac:spMk id="1054" creationId="{4EB4A463-3E4E-1B26-927C-CCFD04980288}"/>
          </ac:spMkLst>
        </pc:spChg>
        <pc:spChg chg="mod">
          <ac:chgData name="Eric Chung" userId="632e8f53-3579-423d-aeb9-b533fd337ed9" providerId="ADAL" clId="{2B77D573-B056-4DEF-B37C-D26179631EA0}" dt="2025-10-03T08:47:52.908" v="295" actId="20577"/>
          <ac:spMkLst>
            <pc:docMk/>
            <pc:sldMk cId="1274553159" sldId="2146847092"/>
            <ac:spMk id="1058" creationId="{E542A7B5-9AC1-F356-1236-22C2F1F7F7F6}"/>
          </ac:spMkLst>
        </pc:spChg>
      </pc:sldChg>
      <pc:sldChg chg="add mod setBg modShow">
        <pc:chgData name="Eric Chung" userId="632e8f53-3579-423d-aeb9-b533fd337ed9" providerId="ADAL" clId="{2B77D573-B056-4DEF-B37C-D26179631EA0}" dt="2025-10-09T01:55:46.915" v="1359" actId="729"/>
        <pc:sldMkLst>
          <pc:docMk/>
          <pc:sldMk cId="3281577982" sldId="2146847093"/>
        </pc:sldMkLst>
      </pc:sldChg>
      <pc:sldChg chg="modSp new mod setBg">
        <pc:chgData name="Eric Chung" userId="632e8f53-3579-423d-aeb9-b533fd337ed9" providerId="ADAL" clId="{2B77D573-B056-4DEF-B37C-D26179631EA0}" dt="2025-10-03T09:00:30.470" v="610" actId="1076"/>
        <pc:sldMkLst>
          <pc:docMk/>
          <pc:sldMk cId="2964984159" sldId="2146847094"/>
        </pc:sldMkLst>
        <pc:spChg chg="mod">
          <ac:chgData name="Eric Chung" userId="632e8f53-3579-423d-aeb9-b533fd337ed9" providerId="ADAL" clId="{2B77D573-B056-4DEF-B37C-D26179631EA0}" dt="2025-10-03T09:00:30.470" v="610" actId="1076"/>
          <ac:spMkLst>
            <pc:docMk/>
            <pc:sldMk cId="2964984159" sldId="2146847094"/>
            <ac:spMk id="2" creationId="{BE21C45E-A90D-3D6C-CFB2-67D89BA16D7C}"/>
          </ac:spMkLst>
        </pc:spChg>
      </pc:sldChg>
      <pc:sldChg chg="modSp add mod setBg">
        <pc:chgData name="Eric Chung" userId="632e8f53-3579-423d-aeb9-b533fd337ed9" providerId="ADAL" clId="{2B77D573-B056-4DEF-B37C-D26179631EA0}" dt="2025-10-03T09:10:22.663" v="1123" actId="1076"/>
        <pc:sldMkLst>
          <pc:docMk/>
          <pc:sldMk cId="1909193304" sldId="2146847095"/>
        </pc:sldMkLst>
        <pc:spChg chg="mod">
          <ac:chgData name="Eric Chung" userId="632e8f53-3579-423d-aeb9-b533fd337ed9" providerId="ADAL" clId="{2B77D573-B056-4DEF-B37C-D26179631EA0}" dt="2025-10-03T09:10:22.663" v="1123" actId="1076"/>
          <ac:spMkLst>
            <pc:docMk/>
            <pc:sldMk cId="1909193304" sldId="2146847095"/>
            <ac:spMk id="2" creationId="{65279384-3CE2-70BE-290A-2DDE020EEDBF}"/>
          </ac:spMkLst>
        </pc:spChg>
      </pc:sldChg>
      <pc:sldChg chg="addSp delSp modSp new mod">
        <pc:chgData name="Eric Chung" userId="632e8f53-3579-423d-aeb9-b533fd337ed9" providerId="ADAL" clId="{2B77D573-B056-4DEF-B37C-D26179631EA0}" dt="2025-10-03T09:14:39.759" v="1304" actId="14100"/>
        <pc:sldMkLst>
          <pc:docMk/>
          <pc:sldMk cId="2663853068" sldId="2146847096"/>
        </pc:sldMkLst>
        <pc:spChg chg="mod">
          <ac:chgData name="Eric Chung" userId="632e8f53-3579-423d-aeb9-b533fd337ed9" providerId="ADAL" clId="{2B77D573-B056-4DEF-B37C-D26179631EA0}" dt="2025-10-03T09:14:39.759" v="1304" actId="14100"/>
          <ac:spMkLst>
            <pc:docMk/>
            <pc:sldMk cId="2663853068" sldId="2146847096"/>
            <ac:spMk id="3" creationId="{FA96A160-42DA-91B2-05CF-51AF91631D98}"/>
          </ac:spMkLst>
        </pc:spChg>
        <pc:spChg chg="add mod">
          <ac:chgData name="Eric Chung" userId="632e8f53-3579-423d-aeb9-b533fd337ed9" providerId="ADAL" clId="{2B77D573-B056-4DEF-B37C-D26179631EA0}" dt="2025-10-03T09:14:19.370" v="1251" actId="1076"/>
          <ac:spMkLst>
            <pc:docMk/>
            <pc:sldMk cId="2663853068" sldId="2146847096"/>
            <ac:spMk id="8" creationId="{3936E627-3A57-00A4-D052-F29886D212D0}"/>
          </ac:spMkLst>
        </pc:spChg>
        <pc:spChg chg="add mod">
          <ac:chgData name="Eric Chung" userId="632e8f53-3579-423d-aeb9-b533fd337ed9" providerId="ADAL" clId="{2B77D573-B056-4DEF-B37C-D26179631EA0}" dt="2025-10-03T09:14:06.864" v="1247" actId="14100"/>
          <ac:spMkLst>
            <pc:docMk/>
            <pc:sldMk cId="2663853068" sldId="2146847096"/>
            <ac:spMk id="9" creationId="{5561F864-99E0-1E2D-A135-A5B15CFF769F}"/>
          </ac:spMkLst>
        </pc:spChg>
        <pc:spChg chg="add mod">
          <ac:chgData name="Eric Chung" userId="632e8f53-3579-423d-aeb9-b533fd337ed9" providerId="ADAL" clId="{2B77D573-B056-4DEF-B37C-D26179631EA0}" dt="2025-10-03T09:14:11.228" v="1250" actId="14100"/>
          <ac:spMkLst>
            <pc:docMk/>
            <pc:sldMk cId="2663853068" sldId="2146847096"/>
            <ac:spMk id="10" creationId="{03B7E269-1222-F9C9-F138-9565A81AA2CB}"/>
          </ac:spMkLst>
        </pc:spChg>
        <pc:picChg chg="add mod">
          <ac:chgData name="Eric Chung" userId="632e8f53-3579-423d-aeb9-b533fd337ed9" providerId="ADAL" clId="{2B77D573-B056-4DEF-B37C-D26179631EA0}" dt="2025-10-03T09:12:34.518" v="1153" actId="14100"/>
          <ac:picMkLst>
            <pc:docMk/>
            <pc:sldMk cId="2663853068" sldId="2146847096"/>
            <ac:picMk id="5" creationId="{42A3FF88-6819-2A80-9DBF-1F5D41866FF4}"/>
          </ac:picMkLst>
        </pc:picChg>
      </pc:sldChg>
      <pc:sldChg chg="modSp new mod">
        <pc:chgData name="Eric Chung" userId="632e8f53-3579-423d-aeb9-b533fd337ed9" providerId="ADAL" clId="{2B77D573-B056-4DEF-B37C-D26179631EA0}" dt="2025-10-13T02:19:44.567" v="1381" actId="14100"/>
        <pc:sldMkLst>
          <pc:docMk/>
          <pc:sldMk cId="253637357" sldId="2146847097"/>
        </pc:sldMkLst>
        <pc:spChg chg="mod">
          <ac:chgData name="Eric Chung" userId="632e8f53-3579-423d-aeb9-b533fd337ed9" providerId="ADAL" clId="{2B77D573-B056-4DEF-B37C-D26179631EA0}" dt="2025-10-03T09:15:03.596" v="1358" actId="14100"/>
          <ac:spMkLst>
            <pc:docMk/>
            <pc:sldMk cId="253637357" sldId="2146847097"/>
            <ac:spMk id="3" creationId="{2738318E-0D21-0E34-B134-E7439A23C691}"/>
          </ac:spMkLst>
        </pc:spChg>
        <pc:picChg chg="mod">
          <ac:chgData name="Eric Chung" userId="632e8f53-3579-423d-aeb9-b533fd337ed9" providerId="ADAL" clId="{2B77D573-B056-4DEF-B37C-D26179631EA0}" dt="2025-10-13T02:19:44.567" v="1381" actId="14100"/>
          <ac:picMkLst>
            <pc:docMk/>
            <pc:sldMk cId="253637357" sldId="2146847097"/>
            <ac:picMk id="5" creationId="{BE30EBA1-5FEA-7D99-F63C-ABC797D82DB1}"/>
          </ac:picMkLst>
        </pc:picChg>
      </pc:sldChg>
    </pc:docChg>
  </pc:docChgLst>
  <pc:docChgLst>
    <pc:chgData name="Aaron Fung" userId="09a62e1b-a908-44c2-a78c-4509d99436bb" providerId="ADAL" clId="{12249156-060D-4B53-B29F-FC42B3B8D751}"/>
    <pc:docChg chg="undo custSel addSld delSld modSld sldOrd">
      <pc:chgData name="Aaron Fung" userId="09a62e1b-a908-44c2-a78c-4509d99436bb" providerId="ADAL" clId="{12249156-060D-4B53-B29F-FC42B3B8D751}" dt="2025-10-03T09:45:05.283" v="3246" actId="14100"/>
      <pc:docMkLst>
        <pc:docMk/>
      </pc:docMkLst>
      <pc:sldChg chg="addSp delSp modSp mod ord modShow">
        <pc:chgData name="Aaron Fung" userId="09a62e1b-a908-44c2-a78c-4509d99436bb" providerId="ADAL" clId="{12249156-060D-4B53-B29F-FC42B3B8D751}" dt="2025-10-03T05:44:24.577" v="3083" actId="729"/>
        <pc:sldMkLst>
          <pc:docMk/>
          <pc:sldMk cId="1565456124" sldId="2146846998"/>
        </pc:sldMkLst>
        <pc:spChg chg="mod">
          <ac:chgData name="Aaron Fung" userId="09a62e1b-a908-44c2-a78c-4509d99436bb" providerId="ADAL" clId="{12249156-060D-4B53-B29F-FC42B3B8D751}" dt="2025-10-02T03:00:48.921" v="600" actId="20577"/>
          <ac:spMkLst>
            <pc:docMk/>
            <pc:sldMk cId="1565456124" sldId="2146846998"/>
            <ac:spMk id="3" creationId="{32272717-31E1-A448-CC91-F543E4347E5E}"/>
          </ac:spMkLst>
        </pc:spChg>
        <pc:spChg chg="add mod">
          <ac:chgData name="Aaron Fung" userId="09a62e1b-a908-44c2-a78c-4509d99436bb" providerId="ADAL" clId="{12249156-060D-4B53-B29F-FC42B3B8D751}" dt="2025-10-02T04:34:03.648" v="1486" actId="20577"/>
          <ac:spMkLst>
            <pc:docMk/>
            <pc:sldMk cId="1565456124" sldId="2146846998"/>
            <ac:spMk id="10" creationId="{DC810695-888D-DB32-156C-458DF0E0E7B3}"/>
          </ac:spMkLst>
        </pc:spChg>
        <pc:spChg chg="add mod">
          <ac:chgData name="Aaron Fung" userId="09a62e1b-a908-44c2-a78c-4509d99436bb" providerId="ADAL" clId="{12249156-060D-4B53-B29F-FC42B3B8D751}" dt="2025-10-02T04:42:12.322" v="1988" actId="20577"/>
          <ac:spMkLst>
            <pc:docMk/>
            <pc:sldMk cId="1565456124" sldId="2146846998"/>
            <ac:spMk id="23" creationId="{B7091BDC-D161-1B90-A39B-96D12B648FC5}"/>
          </ac:spMkLst>
        </pc:spChg>
        <pc:picChg chg="add mod">
          <ac:chgData name="Aaron Fung" userId="09a62e1b-a908-44c2-a78c-4509d99436bb" providerId="ADAL" clId="{12249156-060D-4B53-B29F-FC42B3B8D751}" dt="2025-10-02T04:47:34.546" v="1999" actId="1076"/>
          <ac:picMkLst>
            <pc:docMk/>
            <pc:sldMk cId="1565456124" sldId="2146846998"/>
            <ac:picMk id="7" creationId="{AFA3D3AC-731E-E8B3-F456-B902C3939FAD}"/>
          </ac:picMkLst>
        </pc:picChg>
        <pc:picChg chg="add mod">
          <ac:chgData name="Aaron Fung" userId="09a62e1b-a908-44c2-a78c-4509d99436bb" providerId="ADAL" clId="{12249156-060D-4B53-B29F-FC42B3B8D751}" dt="2025-10-02T04:47:45.788" v="2005" actId="1076"/>
          <ac:picMkLst>
            <pc:docMk/>
            <pc:sldMk cId="1565456124" sldId="2146846998"/>
            <ac:picMk id="25" creationId="{99FE2FD2-2CF8-55F6-DDE3-97131E7B3CD8}"/>
          </ac:picMkLst>
        </pc:picChg>
        <pc:picChg chg="add mod">
          <ac:chgData name="Aaron Fung" userId="09a62e1b-a908-44c2-a78c-4509d99436bb" providerId="ADAL" clId="{12249156-060D-4B53-B29F-FC42B3B8D751}" dt="2025-10-02T04:47:44.568" v="2004" actId="1076"/>
          <ac:picMkLst>
            <pc:docMk/>
            <pc:sldMk cId="1565456124" sldId="2146846998"/>
            <ac:picMk id="2052" creationId="{BF86EF82-E2CA-7B5F-105B-0A158862FEB3}"/>
          </ac:picMkLst>
        </pc:picChg>
      </pc:sldChg>
      <pc:sldChg chg="modSp mod">
        <pc:chgData name="Aaron Fung" userId="09a62e1b-a908-44c2-a78c-4509d99436bb" providerId="ADAL" clId="{12249156-060D-4B53-B29F-FC42B3B8D751}" dt="2025-10-02T01:55:32.938" v="26" actId="20577"/>
        <pc:sldMkLst>
          <pc:docMk/>
          <pc:sldMk cId="3192126696" sldId="2146847004"/>
        </pc:sldMkLst>
        <pc:spChg chg="mod">
          <ac:chgData name="Aaron Fung" userId="09a62e1b-a908-44c2-a78c-4509d99436bb" providerId="ADAL" clId="{12249156-060D-4B53-B29F-FC42B3B8D751}" dt="2025-10-02T01:55:32.938" v="26" actId="20577"/>
          <ac:spMkLst>
            <pc:docMk/>
            <pc:sldMk cId="3192126696" sldId="2146847004"/>
            <ac:spMk id="2" creationId="{AC7C307E-D3B1-E9A7-9FD5-8A4B3BD23D2C}"/>
          </ac:spMkLst>
        </pc:spChg>
      </pc:sldChg>
      <pc:sldChg chg="del">
        <pc:chgData name="Aaron Fung" userId="09a62e1b-a908-44c2-a78c-4509d99436bb" providerId="ADAL" clId="{12249156-060D-4B53-B29F-FC42B3B8D751}" dt="2025-10-02T03:01:47.987" v="610" actId="47"/>
        <pc:sldMkLst>
          <pc:docMk/>
          <pc:sldMk cId="2219797258" sldId="2146847011"/>
        </pc:sldMkLst>
      </pc:sldChg>
      <pc:sldChg chg="addSp delSp modSp mod">
        <pc:chgData name="Aaron Fung" userId="09a62e1b-a908-44c2-a78c-4509d99436bb" providerId="ADAL" clId="{12249156-060D-4B53-B29F-FC42B3B8D751}" dt="2025-10-03T03:17:56.306" v="2039" actId="20577"/>
        <pc:sldMkLst>
          <pc:docMk/>
          <pc:sldMk cId="807872826" sldId="2146847086"/>
        </pc:sldMkLst>
        <pc:spChg chg="mod">
          <ac:chgData name="Aaron Fung" userId="09a62e1b-a908-44c2-a78c-4509d99436bb" providerId="ADAL" clId="{12249156-060D-4B53-B29F-FC42B3B8D751}" dt="2025-10-03T03:17:56.306" v="2039" actId="20577"/>
          <ac:spMkLst>
            <pc:docMk/>
            <pc:sldMk cId="807872826" sldId="2146847086"/>
            <ac:spMk id="3" creationId="{93980AF7-5B0D-84E7-51ED-1E1C0959FFBE}"/>
          </ac:spMkLst>
        </pc:spChg>
        <pc:spChg chg="mod">
          <ac:chgData name="Aaron Fung" userId="09a62e1b-a908-44c2-a78c-4509d99436bb" providerId="ADAL" clId="{12249156-060D-4B53-B29F-FC42B3B8D751}" dt="2025-10-02T02:22:14.843" v="94" actId="1076"/>
          <ac:spMkLst>
            <pc:docMk/>
            <pc:sldMk cId="807872826" sldId="2146847086"/>
            <ac:spMk id="8" creationId="{94D22BEF-06AD-85D0-20A7-EBF1F551B57F}"/>
          </ac:spMkLst>
        </pc:spChg>
        <pc:spChg chg="add mod">
          <ac:chgData name="Aaron Fung" userId="09a62e1b-a908-44c2-a78c-4509d99436bb" providerId="ADAL" clId="{12249156-060D-4B53-B29F-FC42B3B8D751}" dt="2025-10-02T04:24:03.030" v="1156" actId="20577"/>
          <ac:spMkLst>
            <pc:docMk/>
            <pc:sldMk cId="807872826" sldId="2146847086"/>
            <ac:spMk id="21" creationId="{9CD9D7E8-4229-95A9-C79D-A4692CE2357D}"/>
          </ac:spMkLst>
        </pc:spChg>
        <pc:spChg chg="mod">
          <ac:chgData name="Aaron Fung" userId="09a62e1b-a908-44c2-a78c-4509d99436bb" providerId="ADAL" clId="{12249156-060D-4B53-B29F-FC42B3B8D751}" dt="2025-10-02T02:23:22.352" v="138" actId="14100"/>
          <ac:spMkLst>
            <pc:docMk/>
            <pc:sldMk cId="807872826" sldId="2146847086"/>
            <ac:spMk id="23" creationId="{14527ACD-CB61-C179-3D0E-2B973397E722}"/>
          </ac:spMkLst>
        </pc:spChg>
        <pc:spChg chg="mod">
          <ac:chgData name="Aaron Fung" userId="09a62e1b-a908-44c2-a78c-4509d99436bb" providerId="ADAL" clId="{12249156-060D-4B53-B29F-FC42B3B8D751}" dt="2025-10-02T03:10:06.168" v="697" actId="1076"/>
          <ac:spMkLst>
            <pc:docMk/>
            <pc:sldMk cId="807872826" sldId="2146847086"/>
            <ac:spMk id="114" creationId="{ECAA6295-BFA6-A372-A6A4-03BC22E58314}"/>
          </ac:spMkLst>
        </pc:spChg>
        <pc:spChg chg="mod">
          <ac:chgData name="Aaron Fung" userId="09a62e1b-a908-44c2-a78c-4509d99436bb" providerId="ADAL" clId="{12249156-060D-4B53-B29F-FC42B3B8D751}" dt="2025-10-02T02:22:19.015" v="96" actId="1076"/>
          <ac:spMkLst>
            <pc:docMk/>
            <pc:sldMk cId="807872826" sldId="2146847086"/>
            <ac:spMk id="119" creationId="{6C873E14-1114-3BB4-2B68-D32CF4121864}"/>
          </ac:spMkLst>
        </pc:spChg>
        <pc:picChg chg="add del mod">
          <ac:chgData name="Aaron Fung" userId="09a62e1b-a908-44c2-a78c-4509d99436bb" providerId="ADAL" clId="{12249156-060D-4B53-B29F-FC42B3B8D751}" dt="2025-10-03T03:14:50.459" v="2030" actId="14100"/>
          <ac:picMkLst>
            <pc:docMk/>
            <pc:sldMk cId="807872826" sldId="2146847086"/>
            <ac:picMk id="9" creationId="{96031EDF-A575-649A-B578-9EA66EC42D63}"/>
          </ac:picMkLst>
        </pc:picChg>
        <pc:picChg chg="add mod">
          <ac:chgData name="Aaron Fung" userId="09a62e1b-a908-44c2-a78c-4509d99436bb" providerId="ADAL" clId="{12249156-060D-4B53-B29F-FC42B3B8D751}" dt="2025-10-02T04:20:47.971" v="1096" actId="14100"/>
          <ac:picMkLst>
            <pc:docMk/>
            <pc:sldMk cId="807872826" sldId="2146847086"/>
            <ac:picMk id="11" creationId="{B2C024AA-0635-FFC7-C7FF-4D0F9FC525F1}"/>
          </ac:picMkLst>
        </pc:picChg>
        <pc:picChg chg="add mod">
          <ac:chgData name="Aaron Fung" userId="09a62e1b-a908-44c2-a78c-4509d99436bb" providerId="ADAL" clId="{12249156-060D-4B53-B29F-FC42B3B8D751}" dt="2025-10-03T03:16:47.872" v="2031" actId="1076"/>
          <ac:picMkLst>
            <pc:docMk/>
            <pc:sldMk cId="807872826" sldId="2146847086"/>
            <ac:picMk id="26" creationId="{B3D30ADF-2B4D-EB8D-F6A6-3EE98613D716}"/>
          </ac:picMkLst>
        </pc:picChg>
        <pc:picChg chg="add mod">
          <ac:chgData name="Aaron Fung" userId="09a62e1b-a908-44c2-a78c-4509d99436bb" providerId="ADAL" clId="{12249156-060D-4B53-B29F-FC42B3B8D751}" dt="2025-10-02T04:23:46.929" v="1125" actId="1076"/>
          <ac:picMkLst>
            <pc:docMk/>
            <pc:sldMk cId="807872826" sldId="2146847086"/>
            <ac:picMk id="28" creationId="{7692B4FA-6944-8C1E-623F-7B32044DD087}"/>
          </ac:picMkLst>
        </pc:picChg>
        <pc:picChg chg="add mod">
          <ac:chgData name="Aaron Fung" userId="09a62e1b-a908-44c2-a78c-4509d99436bb" providerId="ADAL" clId="{12249156-060D-4B53-B29F-FC42B3B8D751}" dt="2025-10-02T04:29:48.189" v="1305" actId="1076"/>
          <ac:picMkLst>
            <pc:docMk/>
            <pc:sldMk cId="807872826" sldId="2146847086"/>
            <ac:picMk id="30" creationId="{19E12B8F-E9A2-0202-91AE-7B90185AE549}"/>
          </ac:picMkLst>
        </pc:picChg>
      </pc:sldChg>
      <pc:sldChg chg="del">
        <pc:chgData name="Aaron Fung" userId="09a62e1b-a908-44c2-a78c-4509d99436bb" providerId="ADAL" clId="{12249156-060D-4B53-B29F-FC42B3B8D751}" dt="2025-10-02T03:01:49.797" v="611" actId="47"/>
        <pc:sldMkLst>
          <pc:docMk/>
          <pc:sldMk cId="2918559079" sldId="2146847087"/>
        </pc:sldMkLst>
      </pc:sldChg>
      <pc:sldChg chg="addSp delSp modSp mod ord">
        <pc:chgData name="Aaron Fung" userId="09a62e1b-a908-44c2-a78c-4509d99436bb" providerId="ADAL" clId="{12249156-060D-4B53-B29F-FC42B3B8D751}" dt="2025-10-03T05:46:40.081" v="3122" actId="1076"/>
        <pc:sldMkLst>
          <pc:docMk/>
          <pc:sldMk cId="109839918" sldId="2146847088"/>
        </pc:sldMkLst>
        <pc:spChg chg="mod">
          <ac:chgData name="Aaron Fung" userId="09a62e1b-a908-44c2-a78c-4509d99436bb" providerId="ADAL" clId="{12249156-060D-4B53-B29F-FC42B3B8D751}" dt="2025-10-02T04:32:44.561" v="1418" actId="20577"/>
          <ac:spMkLst>
            <pc:docMk/>
            <pc:sldMk cId="109839918" sldId="2146847088"/>
            <ac:spMk id="3" creationId="{21A5C8D1-6EB7-E62F-C6B8-8D9D9BD40804}"/>
          </ac:spMkLst>
        </pc:spChg>
        <pc:spChg chg="mod">
          <ac:chgData name="Aaron Fung" userId="09a62e1b-a908-44c2-a78c-4509d99436bb" providerId="ADAL" clId="{12249156-060D-4B53-B29F-FC42B3B8D751}" dt="2025-10-03T03:47:03.402" v="2977" actId="1076"/>
          <ac:spMkLst>
            <pc:docMk/>
            <pc:sldMk cId="109839918" sldId="2146847088"/>
            <ac:spMk id="4" creationId="{CC2ED4BA-6942-EB99-C2CD-0EE9F0367E55}"/>
          </ac:spMkLst>
        </pc:spChg>
        <pc:spChg chg="mod">
          <ac:chgData name="Aaron Fung" userId="09a62e1b-a908-44c2-a78c-4509d99436bb" providerId="ADAL" clId="{12249156-060D-4B53-B29F-FC42B3B8D751}" dt="2025-10-03T03:52:07.532" v="3000" actId="1076"/>
          <ac:spMkLst>
            <pc:docMk/>
            <pc:sldMk cId="109839918" sldId="2146847088"/>
            <ac:spMk id="5" creationId="{B50C8E50-EE9E-8A6C-A0CA-885B44FF1D70}"/>
          </ac:spMkLst>
        </pc:spChg>
        <pc:spChg chg="mod">
          <ac:chgData name="Aaron Fung" userId="09a62e1b-a908-44c2-a78c-4509d99436bb" providerId="ADAL" clId="{12249156-060D-4B53-B29F-FC42B3B8D751}" dt="2025-10-03T03:47:03.402" v="2977" actId="1076"/>
          <ac:spMkLst>
            <pc:docMk/>
            <pc:sldMk cId="109839918" sldId="2146847088"/>
            <ac:spMk id="7" creationId="{665D9A32-84ED-0B09-0482-ADF84F5C65FF}"/>
          </ac:spMkLst>
        </pc:spChg>
        <pc:spChg chg="add mod">
          <ac:chgData name="Aaron Fung" userId="09a62e1b-a908-44c2-a78c-4509d99436bb" providerId="ADAL" clId="{12249156-060D-4B53-B29F-FC42B3B8D751}" dt="2025-10-03T03:45:17.400" v="2932"/>
          <ac:spMkLst>
            <pc:docMk/>
            <pc:sldMk cId="109839918" sldId="2146847088"/>
            <ac:spMk id="44" creationId="{20CBC349-E27F-6806-14A4-DF03D4A2A83E}"/>
          </ac:spMkLst>
        </pc:spChg>
        <pc:spChg chg="add del mod ord">
          <ac:chgData name="Aaron Fung" userId="09a62e1b-a908-44c2-a78c-4509d99436bb" providerId="ADAL" clId="{12249156-060D-4B53-B29F-FC42B3B8D751}" dt="2025-10-03T05:43:37.955" v="3071" actId="1076"/>
          <ac:spMkLst>
            <pc:docMk/>
            <pc:sldMk cId="109839918" sldId="2146847088"/>
            <ac:spMk id="52" creationId="{6681E088-91C2-CF33-BE08-44903B54AA29}"/>
          </ac:spMkLst>
        </pc:spChg>
        <pc:spChg chg="add mod">
          <ac:chgData name="Aaron Fung" userId="09a62e1b-a908-44c2-a78c-4509d99436bb" providerId="ADAL" clId="{12249156-060D-4B53-B29F-FC42B3B8D751}" dt="2025-10-03T05:45:07.624" v="3095" actId="164"/>
          <ac:spMkLst>
            <pc:docMk/>
            <pc:sldMk cId="109839918" sldId="2146847088"/>
            <ac:spMk id="57" creationId="{4C6AAF95-5FED-B64F-9641-EF1751C371EC}"/>
          </ac:spMkLst>
        </pc:spChg>
        <pc:spChg chg="add mod">
          <ac:chgData name="Aaron Fung" userId="09a62e1b-a908-44c2-a78c-4509d99436bb" providerId="ADAL" clId="{12249156-060D-4B53-B29F-FC42B3B8D751}" dt="2025-10-03T05:45:41.994" v="3103" actId="164"/>
          <ac:spMkLst>
            <pc:docMk/>
            <pc:sldMk cId="109839918" sldId="2146847088"/>
            <ac:spMk id="58" creationId="{FFDF830C-07FA-3F70-F972-9D14B66F0A41}"/>
          </ac:spMkLst>
        </pc:spChg>
        <pc:spChg chg="add mod">
          <ac:chgData name="Aaron Fung" userId="09a62e1b-a908-44c2-a78c-4509d99436bb" providerId="ADAL" clId="{12249156-060D-4B53-B29F-FC42B3B8D751}" dt="2025-10-03T05:45:41.994" v="3103" actId="164"/>
          <ac:spMkLst>
            <pc:docMk/>
            <pc:sldMk cId="109839918" sldId="2146847088"/>
            <ac:spMk id="59" creationId="{F6245859-E2D7-59CE-4DEB-18E2B77DE4D0}"/>
          </ac:spMkLst>
        </pc:spChg>
        <pc:spChg chg="add mod">
          <ac:chgData name="Aaron Fung" userId="09a62e1b-a908-44c2-a78c-4509d99436bb" providerId="ADAL" clId="{12249156-060D-4B53-B29F-FC42B3B8D751}" dt="2025-10-03T05:45:41.994" v="3103" actId="164"/>
          <ac:spMkLst>
            <pc:docMk/>
            <pc:sldMk cId="109839918" sldId="2146847088"/>
            <ac:spMk id="60" creationId="{69AC1339-5C24-7C60-6713-288F5FE6E052}"/>
          </ac:spMkLst>
        </pc:spChg>
        <pc:spChg chg="add mod">
          <ac:chgData name="Aaron Fung" userId="09a62e1b-a908-44c2-a78c-4509d99436bb" providerId="ADAL" clId="{12249156-060D-4B53-B29F-FC42B3B8D751}" dt="2025-10-03T05:45:41.994" v="3103" actId="164"/>
          <ac:spMkLst>
            <pc:docMk/>
            <pc:sldMk cId="109839918" sldId="2146847088"/>
            <ac:spMk id="61" creationId="{FBB3F280-D849-DE48-1BFC-2FA679385353}"/>
          </ac:spMkLst>
        </pc:spChg>
        <pc:spChg chg="add mod">
          <ac:chgData name="Aaron Fung" userId="09a62e1b-a908-44c2-a78c-4509d99436bb" providerId="ADAL" clId="{12249156-060D-4B53-B29F-FC42B3B8D751}" dt="2025-10-03T05:45:41.994" v="3103" actId="164"/>
          <ac:spMkLst>
            <pc:docMk/>
            <pc:sldMk cId="109839918" sldId="2146847088"/>
            <ac:spMk id="62" creationId="{C54523D8-2347-42DB-91CA-7DA843865309}"/>
          </ac:spMkLst>
        </pc:spChg>
        <pc:spChg chg="add del mod ord">
          <ac:chgData name="Aaron Fung" userId="09a62e1b-a908-44c2-a78c-4509d99436bb" providerId="ADAL" clId="{12249156-060D-4B53-B29F-FC42B3B8D751}" dt="2025-10-03T05:44:39.799" v="3089" actId="164"/>
          <ac:spMkLst>
            <pc:docMk/>
            <pc:sldMk cId="109839918" sldId="2146847088"/>
            <ac:spMk id="1024" creationId="{B2BDEB81-7CAB-4C89-4FE4-E914AD93D556}"/>
          </ac:spMkLst>
        </pc:spChg>
        <pc:spChg chg="add mod">
          <ac:chgData name="Aaron Fung" userId="09a62e1b-a908-44c2-a78c-4509d99436bb" providerId="ADAL" clId="{12249156-060D-4B53-B29F-FC42B3B8D751}" dt="2025-10-03T05:45:07.624" v="3095" actId="164"/>
          <ac:spMkLst>
            <pc:docMk/>
            <pc:sldMk cId="109839918" sldId="2146847088"/>
            <ac:spMk id="1025" creationId="{A11FEE0A-8FC5-816F-C645-98F1C7BE5735}"/>
          </ac:spMkLst>
        </pc:spChg>
        <pc:spChg chg="add mod">
          <ac:chgData name="Aaron Fung" userId="09a62e1b-a908-44c2-a78c-4509d99436bb" providerId="ADAL" clId="{12249156-060D-4B53-B29F-FC42B3B8D751}" dt="2025-10-03T05:45:07.624" v="3095" actId="164"/>
          <ac:spMkLst>
            <pc:docMk/>
            <pc:sldMk cId="109839918" sldId="2146847088"/>
            <ac:spMk id="1028" creationId="{C8A0A1E0-371C-7598-D47F-8007E3AEF47E}"/>
          </ac:spMkLst>
        </pc:spChg>
        <pc:spChg chg="add mod">
          <ac:chgData name="Aaron Fung" userId="09a62e1b-a908-44c2-a78c-4509d99436bb" providerId="ADAL" clId="{12249156-060D-4B53-B29F-FC42B3B8D751}" dt="2025-10-03T03:54:06.221" v="3034" actId="1076"/>
          <ac:spMkLst>
            <pc:docMk/>
            <pc:sldMk cId="109839918" sldId="2146847088"/>
            <ac:spMk id="1029" creationId="{5E431896-AB03-AFBB-3DEA-C1D41E740B97}"/>
          </ac:spMkLst>
        </pc:spChg>
        <pc:spChg chg="add mod">
          <ac:chgData name="Aaron Fung" userId="09a62e1b-a908-44c2-a78c-4509d99436bb" providerId="ADAL" clId="{12249156-060D-4B53-B29F-FC42B3B8D751}" dt="2025-10-03T05:45:07.624" v="3095" actId="164"/>
          <ac:spMkLst>
            <pc:docMk/>
            <pc:sldMk cId="109839918" sldId="2146847088"/>
            <ac:spMk id="1037" creationId="{EEC86FC7-2054-805E-F88D-A7FABE734DDC}"/>
          </ac:spMkLst>
        </pc:spChg>
        <pc:spChg chg="add mod">
          <ac:chgData name="Aaron Fung" userId="09a62e1b-a908-44c2-a78c-4509d99436bb" providerId="ADAL" clId="{12249156-060D-4B53-B29F-FC42B3B8D751}" dt="2025-10-03T05:45:07.624" v="3095" actId="164"/>
          <ac:spMkLst>
            <pc:docMk/>
            <pc:sldMk cId="109839918" sldId="2146847088"/>
            <ac:spMk id="1055" creationId="{91A62C10-AB60-7C50-A81C-9D566EEFC65E}"/>
          </ac:spMkLst>
        </pc:spChg>
        <pc:spChg chg="add mod">
          <ac:chgData name="Aaron Fung" userId="09a62e1b-a908-44c2-a78c-4509d99436bb" providerId="ADAL" clId="{12249156-060D-4B53-B29F-FC42B3B8D751}" dt="2025-10-03T05:45:07.624" v="3095" actId="164"/>
          <ac:spMkLst>
            <pc:docMk/>
            <pc:sldMk cId="109839918" sldId="2146847088"/>
            <ac:spMk id="1061" creationId="{B58A26D8-BEA6-7F46-BA89-B593FDD9FE80}"/>
          </ac:spMkLst>
        </pc:spChg>
        <pc:spChg chg="mod">
          <ac:chgData name="Aaron Fung" userId="09a62e1b-a908-44c2-a78c-4509d99436bb" providerId="ADAL" clId="{12249156-060D-4B53-B29F-FC42B3B8D751}" dt="2025-10-03T05:45:05.612" v="3094" actId="164"/>
          <ac:spMkLst>
            <pc:docMk/>
            <pc:sldMk cId="109839918" sldId="2146847088"/>
            <ac:spMk id="1065" creationId="{48EF0F08-60F6-502A-3DF6-CBADE6B98A4A}"/>
          </ac:spMkLst>
        </pc:spChg>
        <pc:spChg chg="add mod">
          <ac:chgData name="Aaron Fung" userId="09a62e1b-a908-44c2-a78c-4509d99436bb" providerId="ADAL" clId="{12249156-060D-4B53-B29F-FC42B3B8D751}" dt="2025-10-03T05:45:07.624" v="3095" actId="164"/>
          <ac:spMkLst>
            <pc:docMk/>
            <pc:sldMk cId="109839918" sldId="2146847088"/>
            <ac:spMk id="1073" creationId="{93BB5887-11E9-0E4F-830D-D888C7EC513C}"/>
          </ac:spMkLst>
        </pc:spChg>
        <pc:grpChg chg="add mod">
          <ac:chgData name="Aaron Fung" userId="09a62e1b-a908-44c2-a78c-4509d99436bb" providerId="ADAL" clId="{12249156-060D-4B53-B29F-FC42B3B8D751}" dt="2025-10-03T05:44:08.242" v="3079"/>
          <ac:grpSpMkLst>
            <pc:docMk/>
            <pc:sldMk cId="109839918" sldId="2146847088"/>
            <ac:grpSpMk id="1064" creationId="{57D86E2F-F812-A561-F5FC-1D18868EBC7A}"/>
          </ac:grpSpMkLst>
        </pc:grpChg>
        <pc:picChg chg="add mod">
          <ac:chgData name="Aaron Fung" userId="09a62e1b-a908-44c2-a78c-4509d99436bb" providerId="ADAL" clId="{12249156-060D-4B53-B29F-FC42B3B8D751}" dt="2025-10-03T03:55:42.847" v="3058"/>
          <ac:picMkLst>
            <pc:docMk/>
            <pc:sldMk cId="109839918" sldId="2146847088"/>
            <ac:picMk id="8" creationId="{26B598E1-19E7-C5C5-ADBB-3AAD0E5134B2}"/>
          </ac:picMkLst>
        </pc:picChg>
        <pc:picChg chg="mod">
          <ac:chgData name="Aaron Fung" userId="09a62e1b-a908-44c2-a78c-4509d99436bb" providerId="ADAL" clId="{12249156-060D-4B53-B29F-FC42B3B8D751}" dt="2025-10-03T03:47:03.402" v="2977" actId="1076"/>
          <ac:picMkLst>
            <pc:docMk/>
            <pc:sldMk cId="109839918" sldId="2146847088"/>
            <ac:picMk id="10" creationId="{111AFF2D-E0BF-C9D0-F049-8B1A58314597}"/>
          </ac:picMkLst>
        </pc:picChg>
        <pc:picChg chg="add mod">
          <ac:chgData name="Aaron Fung" userId="09a62e1b-a908-44c2-a78c-4509d99436bb" providerId="ADAL" clId="{12249156-060D-4B53-B29F-FC42B3B8D751}" dt="2025-10-03T05:45:41.994" v="3103" actId="164"/>
          <ac:picMkLst>
            <pc:docMk/>
            <pc:sldMk cId="109839918" sldId="2146847088"/>
            <ac:picMk id="48" creationId="{F0940415-429F-7C3F-EF3F-7A1BC040F6B5}"/>
          </ac:picMkLst>
        </pc:picChg>
        <pc:picChg chg="add mod">
          <ac:chgData name="Aaron Fung" userId="09a62e1b-a908-44c2-a78c-4509d99436bb" providerId="ADAL" clId="{12249156-060D-4B53-B29F-FC42B3B8D751}" dt="2025-10-03T05:45:41.994" v="3103" actId="164"/>
          <ac:picMkLst>
            <pc:docMk/>
            <pc:sldMk cId="109839918" sldId="2146847088"/>
            <ac:picMk id="55" creationId="{F4D1083C-B7D8-55CE-32A0-F2BF19421F06}"/>
          </ac:picMkLst>
        </pc:picChg>
        <pc:picChg chg="add mod">
          <ac:chgData name="Aaron Fung" userId="09a62e1b-a908-44c2-a78c-4509d99436bb" providerId="ADAL" clId="{12249156-060D-4B53-B29F-FC42B3B8D751}" dt="2025-10-03T05:45:41.994" v="3103" actId="164"/>
          <ac:picMkLst>
            <pc:docMk/>
            <pc:sldMk cId="109839918" sldId="2146847088"/>
            <ac:picMk id="56" creationId="{C4D0971D-69AA-3B0A-4019-8D6C73967FD5}"/>
          </ac:picMkLst>
        </pc:picChg>
        <pc:picChg chg="add mod">
          <ac:chgData name="Aaron Fung" userId="09a62e1b-a908-44c2-a78c-4509d99436bb" providerId="ADAL" clId="{12249156-060D-4B53-B29F-FC42B3B8D751}" dt="2025-10-03T03:52:50.706" v="3013" actId="1076"/>
          <ac:picMkLst>
            <pc:docMk/>
            <pc:sldMk cId="109839918" sldId="2146847088"/>
            <ac:picMk id="1026" creationId="{301FF25E-280B-A95B-5892-96699D1F0B9E}"/>
          </ac:picMkLst>
        </pc:picChg>
        <pc:picChg chg="add mod">
          <ac:chgData name="Aaron Fung" userId="09a62e1b-a908-44c2-a78c-4509d99436bb" providerId="ADAL" clId="{12249156-060D-4B53-B29F-FC42B3B8D751}" dt="2025-10-03T03:52:50.706" v="3013" actId="1076"/>
          <ac:picMkLst>
            <pc:docMk/>
            <pc:sldMk cId="109839918" sldId="2146847088"/>
            <ac:picMk id="1027" creationId="{9E519D8C-358F-EC41-06FC-C8A9B4CDE674}"/>
          </ac:picMkLst>
        </pc:picChg>
        <pc:picChg chg="mod">
          <ac:chgData name="Aaron Fung" userId="09a62e1b-a908-44c2-a78c-4509d99436bb" providerId="ADAL" clId="{12249156-060D-4B53-B29F-FC42B3B8D751}" dt="2025-10-03T05:44:08.242" v="3079"/>
          <ac:picMkLst>
            <pc:docMk/>
            <pc:sldMk cId="109839918" sldId="2146847088"/>
            <ac:picMk id="1066" creationId="{9B343188-AFD5-20A4-4EE4-7336663F50DB}"/>
          </ac:picMkLst>
        </pc:picChg>
        <pc:picChg chg="add mod">
          <ac:chgData name="Aaron Fung" userId="09a62e1b-a908-44c2-a78c-4509d99436bb" providerId="ADAL" clId="{12249156-060D-4B53-B29F-FC42B3B8D751}" dt="2025-10-03T03:54:51.432" v="3055" actId="1076"/>
          <ac:picMkLst>
            <pc:docMk/>
            <pc:sldMk cId="109839918" sldId="2146847088"/>
            <ac:picMk id="1072" creationId="{772BC69C-9770-AFA9-6231-9D4166AAC6B1}"/>
          </ac:picMkLst>
        </pc:picChg>
        <pc:picChg chg="add mod">
          <ac:chgData name="Aaron Fung" userId="09a62e1b-a908-44c2-a78c-4509d99436bb" providerId="ADAL" clId="{12249156-060D-4B53-B29F-FC42B3B8D751}" dt="2025-10-03T05:46:30.180" v="3116" actId="1076"/>
          <ac:picMkLst>
            <pc:docMk/>
            <pc:sldMk cId="109839918" sldId="2146847088"/>
            <ac:picMk id="1086" creationId="{B80B5200-26FF-5692-A8D6-1970B9BD1779}"/>
          </ac:picMkLst>
        </pc:picChg>
        <pc:picChg chg="add mod">
          <ac:chgData name="Aaron Fung" userId="09a62e1b-a908-44c2-a78c-4509d99436bb" providerId="ADAL" clId="{12249156-060D-4B53-B29F-FC42B3B8D751}" dt="2025-10-03T05:46:33.354" v="3118" actId="1076"/>
          <ac:picMkLst>
            <pc:docMk/>
            <pc:sldMk cId="109839918" sldId="2146847088"/>
            <ac:picMk id="1087" creationId="{26B91E61-F569-EB15-F140-F38A71DDFB13}"/>
          </ac:picMkLst>
        </pc:picChg>
        <pc:picChg chg="add mod">
          <ac:chgData name="Aaron Fung" userId="09a62e1b-a908-44c2-a78c-4509d99436bb" providerId="ADAL" clId="{12249156-060D-4B53-B29F-FC42B3B8D751}" dt="2025-10-03T05:46:36.199" v="3120" actId="1076"/>
          <ac:picMkLst>
            <pc:docMk/>
            <pc:sldMk cId="109839918" sldId="2146847088"/>
            <ac:picMk id="1088" creationId="{B5555D38-5C68-F5A4-A89F-0645622DE29D}"/>
          </ac:picMkLst>
        </pc:picChg>
        <pc:picChg chg="add mod">
          <ac:chgData name="Aaron Fung" userId="09a62e1b-a908-44c2-a78c-4509d99436bb" providerId="ADAL" clId="{12249156-060D-4B53-B29F-FC42B3B8D751}" dt="2025-10-03T05:46:40.081" v="3122" actId="1076"/>
          <ac:picMkLst>
            <pc:docMk/>
            <pc:sldMk cId="109839918" sldId="2146847088"/>
            <ac:picMk id="1089" creationId="{3F515D24-5468-575D-FC5C-8C9A35A06149}"/>
          </ac:picMkLst>
        </pc:picChg>
      </pc:sldChg>
      <pc:sldChg chg="del">
        <pc:chgData name="Aaron Fung" userId="09a62e1b-a908-44c2-a78c-4509d99436bb" providerId="ADAL" clId="{12249156-060D-4B53-B29F-FC42B3B8D751}" dt="2025-10-02T03:01:45.073" v="609" actId="47"/>
        <pc:sldMkLst>
          <pc:docMk/>
          <pc:sldMk cId="3059938452" sldId="2146847089"/>
        </pc:sldMkLst>
      </pc:sldChg>
      <pc:sldChg chg="addSp delSp modSp mod ord modShow">
        <pc:chgData name="Aaron Fung" userId="09a62e1b-a908-44c2-a78c-4509d99436bb" providerId="ADAL" clId="{12249156-060D-4B53-B29F-FC42B3B8D751}" dt="2025-10-02T04:24:16.301" v="1161" actId="729"/>
        <pc:sldMkLst>
          <pc:docMk/>
          <pc:sldMk cId="3221791523" sldId="2146847090"/>
        </pc:sldMkLst>
        <pc:spChg chg="add del mod">
          <ac:chgData name="Aaron Fung" userId="09a62e1b-a908-44c2-a78c-4509d99436bb" providerId="ADAL" clId="{12249156-060D-4B53-B29F-FC42B3B8D751}" dt="2025-10-02T03:05:06.014" v="666" actId="20577"/>
          <ac:spMkLst>
            <pc:docMk/>
            <pc:sldMk cId="3221791523" sldId="2146847090"/>
            <ac:spMk id="7" creationId="{5C2AB24B-6E31-4A37-C987-14C56ED04C1F}"/>
          </ac:spMkLst>
        </pc:spChg>
        <pc:spChg chg="add mod">
          <ac:chgData name="Aaron Fung" userId="09a62e1b-a908-44c2-a78c-4509d99436bb" providerId="ADAL" clId="{12249156-060D-4B53-B29F-FC42B3B8D751}" dt="2025-10-02T03:04:36.458" v="654" actId="1076"/>
          <ac:spMkLst>
            <pc:docMk/>
            <pc:sldMk cId="3221791523" sldId="2146847090"/>
            <ac:spMk id="9" creationId="{91C9B676-610B-3C34-8970-BA7A6675A4E3}"/>
          </ac:spMkLst>
        </pc:spChg>
        <pc:spChg chg="add del mod">
          <ac:chgData name="Aaron Fung" userId="09a62e1b-a908-44c2-a78c-4509d99436bb" providerId="ADAL" clId="{12249156-060D-4B53-B29F-FC42B3B8D751}" dt="2025-10-02T03:02:13.550" v="620" actId="1076"/>
          <ac:spMkLst>
            <pc:docMk/>
            <pc:sldMk cId="3221791523" sldId="2146847090"/>
            <ac:spMk id="11" creationId="{8E3C2D90-E84E-592C-FB32-3EA51FB91A1B}"/>
          </ac:spMkLst>
        </pc:spChg>
        <pc:picChg chg="add mod">
          <ac:chgData name="Aaron Fung" userId="09a62e1b-a908-44c2-a78c-4509d99436bb" providerId="ADAL" clId="{12249156-060D-4B53-B29F-FC42B3B8D751}" dt="2025-10-02T03:04:31.620" v="653" actId="1076"/>
          <ac:picMkLst>
            <pc:docMk/>
            <pc:sldMk cId="3221791523" sldId="2146847090"/>
            <ac:picMk id="18" creationId="{6C7FB055-8C24-9E55-BE4D-64F7766E1C1D}"/>
          </ac:picMkLst>
        </pc:picChg>
        <pc:picChg chg="add mod">
          <ac:chgData name="Aaron Fung" userId="09a62e1b-a908-44c2-a78c-4509d99436bb" providerId="ADAL" clId="{12249156-060D-4B53-B29F-FC42B3B8D751}" dt="2025-10-02T03:05:26.662" v="671" actId="14100"/>
          <ac:picMkLst>
            <pc:docMk/>
            <pc:sldMk cId="3221791523" sldId="2146847090"/>
            <ac:picMk id="20" creationId="{19A69043-7ED2-665A-A50A-2B4B51515B24}"/>
          </ac:picMkLst>
        </pc:picChg>
        <pc:picChg chg="add mod">
          <ac:chgData name="Aaron Fung" userId="09a62e1b-a908-44c2-a78c-4509d99436bb" providerId="ADAL" clId="{12249156-060D-4B53-B29F-FC42B3B8D751}" dt="2025-10-02T03:05:47.507" v="674" actId="1076"/>
          <ac:picMkLst>
            <pc:docMk/>
            <pc:sldMk cId="3221791523" sldId="2146847090"/>
            <ac:picMk id="22" creationId="{95035BC5-AA1B-4F10-D7AD-5A29CBF34771}"/>
          </ac:picMkLst>
        </pc:picChg>
        <pc:picChg chg="add mod">
          <ac:chgData name="Aaron Fung" userId="09a62e1b-a908-44c2-a78c-4509d99436bb" providerId="ADAL" clId="{12249156-060D-4B53-B29F-FC42B3B8D751}" dt="2025-10-02T03:05:58.519" v="676" actId="1076"/>
          <ac:picMkLst>
            <pc:docMk/>
            <pc:sldMk cId="3221791523" sldId="2146847090"/>
            <ac:picMk id="24" creationId="{0E74D3EF-D33E-7B49-D9E1-51C5A8CD3CE6}"/>
          </ac:picMkLst>
        </pc:picChg>
      </pc:sldChg>
      <pc:sldChg chg="add del">
        <pc:chgData name="Aaron Fung" userId="09a62e1b-a908-44c2-a78c-4509d99436bb" providerId="ADAL" clId="{12249156-060D-4B53-B29F-FC42B3B8D751}" dt="2025-10-02T03:06:49.331" v="681" actId="47"/>
        <pc:sldMkLst>
          <pc:docMk/>
          <pc:sldMk cId="131678364" sldId="2146847091"/>
        </pc:sldMkLst>
      </pc:sldChg>
      <pc:sldChg chg="addSp delSp modSp add mod setBg">
        <pc:chgData name="Aaron Fung" userId="09a62e1b-a908-44c2-a78c-4509d99436bb" providerId="ADAL" clId="{12249156-060D-4B53-B29F-FC42B3B8D751}" dt="2025-10-03T09:22:06.517" v="3179" actId="1076"/>
        <pc:sldMkLst>
          <pc:docMk/>
          <pc:sldMk cId="3232960917" sldId="2146847091"/>
        </pc:sldMkLst>
        <pc:spChg chg="mod">
          <ac:chgData name="Aaron Fung" userId="09a62e1b-a908-44c2-a78c-4509d99436bb" providerId="ADAL" clId="{12249156-060D-4B53-B29F-FC42B3B8D751}" dt="2025-10-02T04:35:28.330" v="1654" actId="20577"/>
          <ac:spMkLst>
            <pc:docMk/>
            <pc:sldMk cId="3232960917" sldId="2146847091"/>
            <ac:spMk id="3" creationId="{D635FF89-92EA-11B5-DA7C-8C307823E7E1}"/>
          </ac:spMkLst>
        </pc:spChg>
        <pc:spChg chg="mod">
          <ac:chgData name="Aaron Fung" userId="09a62e1b-a908-44c2-a78c-4509d99436bb" providerId="ADAL" clId="{12249156-060D-4B53-B29F-FC42B3B8D751}" dt="2025-10-03T09:22:06.517" v="3179" actId="1076"/>
          <ac:spMkLst>
            <pc:docMk/>
            <pc:sldMk cId="3232960917" sldId="2146847091"/>
            <ac:spMk id="10" creationId="{2CB7A347-43F5-E4AA-9CB3-BF3327D0A813}"/>
          </ac:spMkLst>
        </pc:spChg>
      </pc:sldChg>
      <pc:sldChg chg="addSp delSp modSp add mod setBg">
        <pc:chgData name="Aaron Fung" userId="09a62e1b-a908-44c2-a78c-4509d99436bb" providerId="ADAL" clId="{12249156-060D-4B53-B29F-FC42B3B8D751}" dt="2025-10-03T03:51:44.978" v="2997" actId="1076"/>
        <pc:sldMkLst>
          <pc:docMk/>
          <pc:sldMk cId="1274553159" sldId="2146847092"/>
        </pc:sldMkLst>
        <pc:spChg chg="mod ord topLvl">
          <ac:chgData name="Aaron Fung" userId="09a62e1b-a908-44c2-a78c-4509d99436bb" providerId="ADAL" clId="{12249156-060D-4B53-B29F-FC42B3B8D751}" dt="2025-10-03T03:45:01.222" v="2928" actId="165"/>
          <ac:spMkLst>
            <pc:docMk/>
            <pc:sldMk cId="1274553159" sldId="2146847092"/>
            <ac:spMk id="2" creationId="{A1EB0B7B-9B26-D3C3-54FA-BD60F6FCADAC}"/>
          </ac:spMkLst>
        </pc:spChg>
        <pc:spChg chg="mod">
          <ac:chgData name="Aaron Fung" userId="09a62e1b-a908-44c2-a78c-4509d99436bb" providerId="ADAL" clId="{12249156-060D-4B53-B29F-FC42B3B8D751}" dt="2025-10-03T03:34:37.834" v="2646" actId="1076"/>
          <ac:spMkLst>
            <pc:docMk/>
            <pc:sldMk cId="1274553159" sldId="2146847092"/>
            <ac:spMk id="3" creationId="{1871FCBD-9BD5-28EC-9776-E7A0D2025A38}"/>
          </ac:spMkLst>
        </pc:spChg>
        <pc:spChg chg="mod topLvl">
          <ac:chgData name="Aaron Fung" userId="09a62e1b-a908-44c2-a78c-4509d99436bb" providerId="ADAL" clId="{12249156-060D-4B53-B29F-FC42B3B8D751}" dt="2025-10-03T03:45:01.222" v="2928" actId="165"/>
          <ac:spMkLst>
            <pc:docMk/>
            <pc:sldMk cId="1274553159" sldId="2146847092"/>
            <ac:spMk id="6" creationId="{9E39874E-4460-97B6-38C6-BBFC176F677F}"/>
          </ac:spMkLst>
        </pc:spChg>
        <pc:spChg chg="add mod ord topLvl">
          <ac:chgData name="Aaron Fung" userId="09a62e1b-a908-44c2-a78c-4509d99436bb" providerId="ADAL" clId="{12249156-060D-4B53-B29F-FC42B3B8D751}" dt="2025-10-03T03:45:01.222" v="2928" actId="165"/>
          <ac:spMkLst>
            <pc:docMk/>
            <pc:sldMk cId="1274553159" sldId="2146847092"/>
            <ac:spMk id="10" creationId="{6D47E93F-CF59-B707-79CC-80601ACB3641}"/>
          </ac:spMkLst>
        </pc:spChg>
        <pc:spChg chg="mod">
          <ac:chgData name="Aaron Fung" userId="09a62e1b-a908-44c2-a78c-4509d99436bb" providerId="ADAL" clId="{12249156-060D-4B53-B29F-FC42B3B8D751}" dt="2025-10-03T03:43:09.437" v="2868" actId="1076"/>
          <ac:spMkLst>
            <pc:docMk/>
            <pc:sldMk cId="1274553159" sldId="2146847092"/>
            <ac:spMk id="16" creationId="{C6C5D2CB-29EF-46D8-250B-4D841E77EB60}"/>
          </ac:spMkLst>
        </pc:spChg>
        <pc:spChg chg="mod ord topLvl">
          <ac:chgData name="Aaron Fung" userId="09a62e1b-a908-44c2-a78c-4509d99436bb" providerId="ADAL" clId="{12249156-060D-4B53-B29F-FC42B3B8D751}" dt="2025-10-03T03:45:01.222" v="2928" actId="165"/>
          <ac:spMkLst>
            <pc:docMk/>
            <pc:sldMk cId="1274553159" sldId="2146847092"/>
            <ac:spMk id="19" creationId="{45D686E9-6FE4-6A7E-18CA-DF994B0051D9}"/>
          </ac:spMkLst>
        </pc:spChg>
        <pc:spChg chg="mod">
          <ac:chgData name="Aaron Fung" userId="09a62e1b-a908-44c2-a78c-4509d99436bb" providerId="ADAL" clId="{12249156-060D-4B53-B29F-FC42B3B8D751}" dt="2025-10-03T03:45:01.222" v="2928" actId="165"/>
          <ac:spMkLst>
            <pc:docMk/>
            <pc:sldMk cId="1274553159" sldId="2146847092"/>
            <ac:spMk id="26" creationId="{A2940470-D4BD-C00E-352A-BD85C87EDD8D}"/>
          </ac:spMkLst>
        </pc:spChg>
        <pc:spChg chg="add mod topLvl">
          <ac:chgData name="Aaron Fung" userId="09a62e1b-a908-44c2-a78c-4509d99436bb" providerId="ADAL" clId="{12249156-060D-4B53-B29F-FC42B3B8D751}" dt="2025-10-03T03:45:01.222" v="2928" actId="165"/>
          <ac:spMkLst>
            <pc:docMk/>
            <pc:sldMk cId="1274553159" sldId="2146847092"/>
            <ac:spMk id="34" creationId="{F8EF3C75-E0D2-9A71-3489-C41F0B6583B6}"/>
          </ac:spMkLst>
        </pc:spChg>
        <pc:spChg chg="add mod topLvl">
          <ac:chgData name="Aaron Fung" userId="09a62e1b-a908-44c2-a78c-4509d99436bb" providerId="ADAL" clId="{12249156-060D-4B53-B29F-FC42B3B8D751}" dt="2025-10-03T03:51:44.978" v="2997" actId="1076"/>
          <ac:spMkLst>
            <pc:docMk/>
            <pc:sldMk cId="1274553159" sldId="2146847092"/>
            <ac:spMk id="35" creationId="{6A9A0148-1CA7-1C8E-E4EA-38879CF70605}"/>
          </ac:spMkLst>
        </pc:spChg>
        <pc:spChg chg="add mod ord topLvl">
          <ac:chgData name="Aaron Fung" userId="09a62e1b-a908-44c2-a78c-4509d99436bb" providerId="ADAL" clId="{12249156-060D-4B53-B29F-FC42B3B8D751}" dt="2025-10-03T03:45:54.369" v="2938" actId="165"/>
          <ac:spMkLst>
            <pc:docMk/>
            <pc:sldMk cId="1274553159" sldId="2146847092"/>
            <ac:spMk id="53" creationId="{6EEABF18-952C-9085-4DAF-402DF4B1C351}"/>
          </ac:spMkLst>
        </pc:spChg>
        <pc:spChg chg="add mod topLvl">
          <ac:chgData name="Aaron Fung" userId="09a62e1b-a908-44c2-a78c-4509d99436bb" providerId="ADAL" clId="{12249156-060D-4B53-B29F-FC42B3B8D751}" dt="2025-10-03T03:45:54.369" v="2938" actId="165"/>
          <ac:spMkLst>
            <pc:docMk/>
            <pc:sldMk cId="1274553159" sldId="2146847092"/>
            <ac:spMk id="1034" creationId="{4D456A7A-956D-F625-BCFB-11D07AA2D841}"/>
          </ac:spMkLst>
        </pc:spChg>
        <pc:spChg chg="add mod topLvl">
          <ac:chgData name="Aaron Fung" userId="09a62e1b-a908-44c2-a78c-4509d99436bb" providerId="ADAL" clId="{12249156-060D-4B53-B29F-FC42B3B8D751}" dt="2025-10-03T03:45:54.369" v="2938" actId="165"/>
          <ac:spMkLst>
            <pc:docMk/>
            <pc:sldMk cId="1274553159" sldId="2146847092"/>
            <ac:spMk id="1035" creationId="{DE713405-0B3B-0173-2DF1-3544F715ABAA}"/>
          </ac:spMkLst>
        </pc:spChg>
        <pc:spChg chg="add mod topLvl">
          <ac:chgData name="Aaron Fung" userId="09a62e1b-a908-44c2-a78c-4509d99436bb" providerId="ADAL" clId="{12249156-060D-4B53-B29F-FC42B3B8D751}" dt="2025-10-03T03:45:54.369" v="2938" actId="165"/>
          <ac:spMkLst>
            <pc:docMk/>
            <pc:sldMk cId="1274553159" sldId="2146847092"/>
            <ac:spMk id="1037" creationId="{4C65BC9F-AFAE-AB5B-0E87-4D40CB461064}"/>
          </ac:spMkLst>
        </pc:spChg>
        <pc:spChg chg="add mod">
          <ac:chgData name="Aaron Fung" userId="09a62e1b-a908-44c2-a78c-4509d99436bb" providerId="ADAL" clId="{12249156-060D-4B53-B29F-FC42B3B8D751}" dt="2025-10-03T03:42:40.362" v="2861" actId="20577"/>
          <ac:spMkLst>
            <pc:docMk/>
            <pc:sldMk cId="1274553159" sldId="2146847092"/>
            <ac:spMk id="1054" creationId="{4EB4A463-3E4E-1B26-927C-CCFD04980288}"/>
          </ac:spMkLst>
        </pc:spChg>
        <pc:spChg chg="add mod">
          <ac:chgData name="Aaron Fung" userId="09a62e1b-a908-44c2-a78c-4509d99436bb" providerId="ADAL" clId="{12249156-060D-4B53-B29F-FC42B3B8D751}" dt="2025-10-03T03:44:17.089" v="2916" actId="14100"/>
          <ac:spMkLst>
            <pc:docMk/>
            <pc:sldMk cId="1274553159" sldId="2146847092"/>
            <ac:spMk id="1058" creationId="{E542A7B5-9AC1-F356-1236-22C2F1F7F7F6}"/>
          </ac:spMkLst>
        </pc:spChg>
        <pc:grpChg chg="add mod">
          <ac:chgData name="Aaron Fung" userId="09a62e1b-a908-44c2-a78c-4509d99436bb" providerId="ADAL" clId="{12249156-060D-4B53-B29F-FC42B3B8D751}" dt="2025-10-03T03:37:54.056" v="2752" actId="164"/>
          <ac:grpSpMkLst>
            <pc:docMk/>
            <pc:sldMk cId="1274553159" sldId="2146847092"/>
            <ac:grpSpMk id="15" creationId="{4D2A52A0-A394-84AD-EEF9-38DB8730FA30}"/>
          </ac:grpSpMkLst>
        </pc:grpChg>
        <pc:grpChg chg="add mod">
          <ac:chgData name="Aaron Fung" userId="09a62e1b-a908-44c2-a78c-4509d99436bb" providerId="ADAL" clId="{12249156-060D-4B53-B29F-FC42B3B8D751}" dt="2025-10-03T03:38:34.412" v="2760" actId="164"/>
          <ac:grpSpMkLst>
            <pc:docMk/>
            <pc:sldMk cId="1274553159" sldId="2146847092"/>
            <ac:grpSpMk id="21" creationId="{C44C6205-AF99-5677-67E4-A9E5A9DDF982}"/>
          </ac:grpSpMkLst>
        </pc:grpChg>
        <pc:picChg chg="add mod">
          <ac:chgData name="Aaron Fung" userId="09a62e1b-a908-44c2-a78c-4509d99436bb" providerId="ADAL" clId="{12249156-060D-4B53-B29F-FC42B3B8D751}" dt="2025-10-03T03:38:15.211" v="2756" actId="165"/>
          <ac:picMkLst>
            <pc:docMk/>
            <pc:sldMk cId="1274553159" sldId="2146847092"/>
            <ac:picMk id="7" creationId="{1B66F378-7908-A2AE-7081-D30955DA009C}"/>
          </ac:picMkLst>
        </pc:picChg>
        <pc:picChg chg="add mod">
          <ac:chgData name="Aaron Fung" userId="09a62e1b-a908-44c2-a78c-4509d99436bb" providerId="ADAL" clId="{12249156-060D-4B53-B29F-FC42B3B8D751}" dt="2025-10-03T03:38:15.211" v="2756" actId="165"/>
          <ac:picMkLst>
            <pc:docMk/>
            <pc:sldMk cId="1274553159" sldId="2146847092"/>
            <ac:picMk id="9" creationId="{DFD7E68F-B8C8-8617-6576-18B2082A0B2D}"/>
          </ac:picMkLst>
        </pc:picChg>
        <pc:picChg chg="mod topLvl">
          <ac:chgData name="Aaron Fung" userId="09a62e1b-a908-44c2-a78c-4509d99436bb" providerId="ADAL" clId="{12249156-060D-4B53-B29F-FC42B3B8D751}" dt="2025-10-03T03:38:34.412" v="2760" actId="164"/>
          <ac:picMkLst>
            <pc:docMk/>
            <pc:sldMk cId="1274553159" sldId="2146847092"/>
            <ac:picMk id="1026" creationId="{F00C4168-F009-8040-E3D9-762888659B44}"/>
          </ac:picMkLst>
        </pc:picChg>
        <pc:picChg chg="add del mod topLvl">
          <ac:chgData name="Aaron Fung" userId="09a62e1b-a908-44c2-a78c-4509d99436bb" providerId="ADAL" clId="{12249156-060D-4B53-B29F-FC42B3B8D751}" dt="2025-10-03T03:38:34.412" v="2760" actId="164"/>
          <ac:picMkLst>
            <pc:docMk/>
            <pc:sldMk cId="1274553159" sldId="2146847092"/>
            <ac:picMk id="1032" creationId="{8E9A9D69-C2B7-2E22-FE60-2A46E0ADBF2B}"/>
          </ac:picMkLst>
        </pc:picChg>
        <pc:picChg chg="add mod topLvl">
          <ac:chgData name="Aaron Fung" userId="09a62e1b-a908-44c2-a78c-4509d99436bb" providerId="ADAL" clId="{12249156-060D-4B53-B29F-FC42B3B8D751}" dt="2025-10-03T03:45:54.369" v="2938" actId="165"/>
          <ac:picMkLst>
            <pc:docMk/>
            <pc:sldMk cId="1274553159" sldId="2146847092"/>
            <ac:picMk id="1036" creationId="{B7654A2D-1C45-375B-F043-FFDCC1293C6D}"/>
          </ac:picMkLst>
        </pc:picChg>
        <pc:picChg chg="mod">
          <ac:chgData name="Aaron Fung" userId="09a62e1b-a908-44c2-a78c-4509d99436bb" providerId="ADAL" clId="{12249156-060D-4B53-B29F-FC42B3B8D751}" dt="2025-10-03T03:38:15.211" v="2756" actId="165"/>
          <ac:picMkLst>
            <pc:docMk/>
            <pc:sldMk cId="1274553159" sldId="2146847092"/>
            <ac:picMk id="1040" creationId="{0C3A6F75-072A-E7F1-E4E8-2A8A6ACBE04F}"/>
          </ac:picMkLst>
        </pc:picChg>
        <pc:picChg chg="add mod">
          <ac:chgData name="Aaron Fung" userId="09a62e1b-a908-44c2-a78c-4509d99436bb" providerId="ADAL" clId="{12249156-060D-4B53-B29F-FC42B3B8D751}" dt="2025-10-03T03:44:25.348" v="2919" actId="1076"/>
          <ac:picMkLst>
            <pc:docMk/>
            <pc:sldMk cId="1274553159" sldId="2146847092"/>
            <ac:picMk id="1055" creationId="{03300605-342C-1A8F-3457-224AE00E58B5}"/>
          </ac:picMkLst>
        </pc:picChg>
      </pc:sldChg>
      <pc:sldChg chg="modSp mod setBg">
        <pc:chgData name="Aaron Fung" userId="09a62e1b-a908-44c2-a78c-4509d99436bb" providerId="ADAL" clId="{12249156-060D-4B53-B29F-FC42B3B8D751}" dt="2025-10-03T09:45:05.283" v="3246" actId="14100"/>
        <pc:sldMkLst>
          <pc:docMk/>
          <pc:sldMk cId="2663853068" sldId="2146847096"/>
        </pc:sldMkLst>
        <pc:spChg chg="mod">
          <ac:chgData name="Aaron Fung" userId="09a62e1b-a908-44c2-a78c-4509d99436bb" providerId="ADAL" clId="{12249156-060D-4B53-B29F-FC42B3B8D751}" dt="2025-10-03T09:21:41.329" v="3177" actId="14100"/>
          <ac:spMkLst>
            <pc:docMk/>
            <pc:sldMk cId="2663853068" sldId="2146847096"/>
            <ac:spMk id="8" creationId="{3936E627-3A57-00A4-D052-F29886D212D0}"/>
          </ac:spMkLst>
        </pc:spChg>
        <pc:spChg chg="mod">
          <ac:chgData name="Aaron Fung" userId="09a62e1b-a908-44c2-a78c-4509d99436bb" providerId="ADAL" clId="{12249156-060D-4B53-B29F-FC42B3B8D751}" dt="2025-10-03T09:45:05.283" v="3246" actId="14100"/>
          <ac:spMkLst>
            <pc:docMk/>
            <pc:sldMk cId="2663853068" sldId="2146847096"/>
            <ac:spMk id="10" creationId="{03B7E269-1222-F9C9-F138-9565A81AA2CB}"/>
          </ac:spMkLst>
        </pc:spChg>
        <pc:picChg chg="mod">
          <ac:chgData name="Aaron Fung" userId="09a62e1b-a908-44c2-a78c-4509d99436bb" providerId="ADAL" clId="{12249156-060D-4B53-B29F-FC42B3B8D751}" dt="2025-10-03T09:21:13.278" v="3174" actId="1076"/>
          <ac:picMkLst>
            <pc:docMk/>
            <pc:sldMk cId="2663853068" sldId="2146847096"/>
            <ac:picMk id="5" creationId="{42A3FF88-6819-2A80-9DBF-1F5D41866FF4}"/>
          </ac:picMkLst>
        </pc:picChg>
      </pc:sldChg>
      <pc:sldChg chg="addSp delSp modSp mod setBg">
        <pc:chgData name="Aaron Fung" userId="09a62e1b-a908-44c2-a78c-4509d99436bb" providerId="ADAL" clId="{12249156-060D-4B53-B29F-FC42B3B8D751}" dt="2025-10-03T09:23:12.739" v="3245" actId="20577"/>
        <pc:sldMkLst>
          <pc:docMk/>
          <pc:sldMk cId="253637357" sldId="2146847097"/>
        </pc:sldMkLst>
        <pc:spChg chg="add mod">
          <ac:chgData name="Aaron Fung" userId="09a62e1b-a908-44c2-a78c-4509d99436bb" providerId="ADAL" clId="{12249156-060D-4B53-B29F-FC42B3B8D751}" dt="2025-10-03T09:22:34.151" v="3213" actId="14100"/>
          <ac:spMkLst>
            <pc:docMk/>
            <pc:sldMk cId="253637357" sldId="2146847097"/>
            <ac:spMk id="10" creationId="{FC2EB5E3-8743-7A93-E03D-13814E5E7473}"/>
          </ac:spMkLst>
        </pc:spChg>
        <pc:spChg chg="add mod">
          <ac:chgData name="Aaron Fung" userId="09a62e1b-a908-44c2-a78c-4509d99436bb" providerId="ADAL" clId="{12249156-060D-4B53-B29F-FC42B3B8D751}" dt="2025-10-03T09:23:00.130" v="3231" actId="20577"/>
          <ac:spMkLst>
            <pc:docMk/>
            <pc:sldMk cId="253637357" sldId="2146847097"/>
            <ac:spMk id="11" creationId="{C88B1FD2-8008-71C7-3F96-4A9CBA57ED9D}"/>
          </ac:spMkLst>
        </pc:spChg>
        <pc:spChg chg="add mod">
          <ac:chgData name="Aaron Fung" userId="09a62e1b-a908-44c2-a78c-4509d99436bb" providerId="ADAL" clId="{12249156-060D-4B53-B29F-FC42B3B8D751}" dt="2025-10-03T09:23:12.739" v="3245" actId="20577"/>
          <ac:spMkLst>
            <pc:docMk/>
            <pc:sldMk cId="253637357" sldId="2146847097"/>
            <ac:spMk id="12" creationId="{16FD167F-6D8D-DCF9-9618-7BC5F4D3E3C6}"/>
          </ac:spMkLst>
        </pc:spChg>
        <pc:picChg chg="add mod">
          <ac:chgData name="Aaron Fung" userId="09a62e1b-a908-44c2-a78c-4509d99436bb" providerId="ADAL" clId="{12249156-060D-4B53-B29F-FC42B3B8D751}" dt="2025-10-03T09:20:57.845" v="3173" actId="1076"/>
          <ac:picMkLst>
            <pc:docMk/>
            <pc:sldMk cId="253637357" sldId="2146847097"/>
            <ac:picMk id="5" creationId="{BE30EBA1-5FEA-7D99-F63C-ABC797D82DB1}"/>
          </ac:picMkLst>
        </pc:picChg>
        <pc:picChg chg="add mod">
          <ac:chgData name="Aaron Fung" userId="09a62e1b-a908-44c2-a78c-4509d99436bb" providerId="ADAL" clId="{12249156-060D-4B53-B29F-FC42B3B8D751}" dt="2025-10-03T09:22:30.205" v="3212" actId="1076"/>
          <ac:picMkLst>
            <pc:docMk/>
            <pc:sldMk cId="253637357" sldId="2146847097"/>
            <ac:picMk id="7" creationId="{83A96B84-A79B-B20F-D8E7-9A25CB2EB342}"/>
          </ac:picMkLst>
        </pc:picChg>
        <pc:picChg chg="add mod">
          <ac:chgData name="Aaron Fung" userId="09a62e1b-a908-44c2-a78c-4509d99436bb" providerId="ADAL" clId="{12249156-060D-4B53-B29F-FC42B3B8D751}" dt="2025-10-03T09:20:56.338" v="3172" actId="1076"/>
          <ac:picMkLst>
            <pc:docMk/>
            <pc:sldMk cId="253637357" sldId="2146847097"/>
            <ac:picMk id="9" creationId="{A01896F8-F302-81B2-0900-1C8C4240A2ED}"/>
          </ac:picMkLst>
        </pc:picChg>
      </pc:sldChg>
    </pc:docChg>
  </pc:docChgLst>
  <pc:docChgLst>
    <pc:chgData name="Brian Lam" userId="S::brian.hc.lam@johnsonelectric.com::d2e5091d-0a82-46ed-82d7-d936cb13aa01" providerId="AD" clId="Web-{686EE9A5-115C-2AA2-381C-F2DD7A036034}"/>
    <pc:docChg chg="addSld modSld">
      <pc:chgData name="Brian Lam" userId="S::brian.hc.lam@johnsonelectric.com::d2e5091d-0a82-46ed-82d7-d936cb13aa01" providerId="AD" clId="Web-{686EE9A5-115C-2AA2-381C-F2DD7A036034}" dt="2025-08-18T09:35:54.537" v="217" actId="14100"/>
      <pc:docMkLst>
        <pc:docMk/>
      </pc:docMkLst>
      <pc:sldChg chg="addSp delSp modSp">
        <pc:chgData name="Brian Lam" userId="S::brian.hc.lam@johnsonelectric.com::d2e5091d-0a82-46ed-82d7-d936cb13aa01" providerId="AD" clId="Web-{686EE9A5-115C-2AA2-381C-F2DD7A036034}" dt="2025-08-18T09:35:54.537" v="217" actId="14100"/>
        <pc:sldMkLst>
          <pc:docMk/>
          <pc:sldMk cId="3059938452" sldId="2146847089"/>
        </pc:sldMkLst>
      </pc:sldChg>
      <pc:sldChg chg="delSp add replId">
        <pc:chgData name="Brian Lam" userId="S::brian.hc.lam@johnsonelectric.com::d2e5091d-0a82-46ed-82d7-d936cb13aa01" providerId="AD" clId="Web-{686EE9A5-115C-2AA2-381C-F2DD7A036034}" dt="2025-08-18T09:28:30.896" v="33"/>
        <pc:sldMkLst>
          <pc:docMk/>
          <pc:sldMk cId="3221791523" sldId="2146847090"/>
        </pc:sldMkLst>
      </pc:sldChg>
    </pc:docChg>
  </pc:docChgLst>
  <pc:docChgLst>
    <pc:chgData name="Brian Lam" userId="S::brian.hc.lam@johnsonelectric.com::d2e5091d-0a82-46ed-82d7-d936cb13aa01" providerId="AD" clId="Web-{98FC8411-D751-DC52-03D8-0F228B703C0B}"/>
    <pc:docChg chg="addSld modSld">
      <pc:chgData name="Brian Lam" userId="S::brian.hc.lam@johnsonelectric.com::d2e5091d-0a82-46ed-82d7-d936cb13aa01" providerId="AD" clId="Web-{98FC8411-D751-DC52-03D8-0F228B703C0B}" dt="2025-08-18T09:46:13.318" v="160" actId="1076"/>
      <pc:docMkLst>
        <pc:docMk/>
      </pc:docMkLst>
      <pc:sldChg chg="modSp">
        <pc:chgData name="Brian Lam" userId="S::brian.hc.lam@johnsonelectric.com::d2e5091d-0a82-46ed-82d7-d936cb13aa01" providerId="AD" clId="Web-{98FC8411-D751-DC52-03D8-0F228B703C0B}" dt="2025-08-18T09:37:20.201" v="5" actId="1076"/>
        <pc:sldMkLst>
          <pc:docMk/>
          <pc:sldMk cId="3059938452" sldId="2146847089"/>
        </pc:sldMkLst>
      </pc:sldChg>
      <pc:sldChg chg="addSp delSp modSp">
        <pc:chgData name="Brian Lam" userId="S::brian.hc.lam@johnsonelectric.com::d2e5091d-0a82-46ed-82d7-d936cb13aa01" providerId="AD" clId="Web-{98FC8411-D751-DC52-03D8-0F228B703C0B}" dt="2025-08-18T09:46:13.318" v="160" actId="1076"/>
        <pc:sldMkLst>
          <pc:docMk/>
          <pc:sldMk cId="3221791523" sldId="2146847090"/>
        </pc:sldMkLst>
      </pc:sldChg>
      <pc:sldChg chg="addSp modSp add mod replId modShow">
        <pc:chgData name="Brian Lam" userId="S::brian.hc.lam@johnsonelectric.com::d2e5091d-0a82-46ed-82d7-d936cb13aa01" providerId="AD" clId="Web-{98FC8411-D751-DC52-03D8-0F228B703C0B}" dt="2025-08-18T09:40:28.449" v="99" actId="1076"/>
        <pc:sldMkLst>
          <pc:docMk/>
          <pc:sldMk cId="131678364" sldId="2146847091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963D315-076B-4472-B8C6-FF2E14E63F7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9413" cy="493713"/>
          </a:xfrm>
          <a:prstGeom prst="rect">
            <a:avLst/>
          </a:prstGeom>
        </p:spPr>
        <p:txBody>
          <a:bodyPr vert="horz" wrap="square" lIns="90754" tIns="45377" rIns="90754" bIns="45377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456371-5505-483E-9029-F438B26EBB9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14763" y="0"/>
            <a:ext cx="2919412" cy="493713"/>
          </a:xfrm>
          <a:prstGeom prst="rect">
            <a:avLst/>
          </a:prstGeom>
        </p:spPr>
        <p:txBody>
          <a:bodyPr vert="horz" wrap="square" lIns="90754" tIns="45377" rIns="90754" bIns="45377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" charset="0"/>
              </a:defRPr>
            </a:lvl1pPr>
          </a:lstStyle>
          <a:p>
            <a:pPr>
              <a:defRPr/>
            </a:pPr>
            <a:fld id="{1DB7488D-F069-4FB3-9B54-C4864CDE8A4E}" type="datetimeFigureOut">
              <a:rPr lang="en-US" altLang="en-US"/>
              <a:pPr>
                <a:defRPr/>
              </a:pPr>
              <a:t>10/21/2025</a:t>
            </a:fld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E62012-5E1B-40C0-85F4-1D7041BAE3D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371013"/>
            <a:ext cx="2919413" cy="493712"/>
          </a:xfrm>
          <a:prstGeom prst="rect">
            <a:avLst/>
          </a:prstGeom>
        </p:spPr>
        <p:txBody>
          <a:bodyPr vert="horz" wrap="square" lIns="90754" tIns="45377" rIns="90754" bIns="45377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50F6CE-EC74-4D7D-8B55-3D8CC0C83AF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14763" y="9371013"/>
            <a:ext cx="2919412" cy="493712"/>
          </a:xfrm>
          <a:prstGeom prst="rect">
            <a:avLst/>
          </a:prstGeom>
        </p:spPr>
        <p:txBody>
          <a:bodyPr vert="horz" wrap="square" lIns="90754" tIns="45377" rIns="90754" bIns="45377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5DF9EA97-885E-4E63-83DC-0B470CB4700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7A1182A3-EE1B-49C1-9482-5B8D40FE88A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19413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54" tIns="45377" rIns="90754" bIns="45377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0B42D8B6-FBF5-454F-9A3F-19E2A369E621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16350" y="0"/>
            <a:ext cx="2919413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54" tIns="45377" rIns="90754" bIns="45377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4C741888-9B4D-4205-8ED0-A9A908456911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0963" y="739775"/>
            <a:ext cx="6573837" cy="36988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9" name="Rectangle 5">
            <a:extLst>
              <a:ext uri="{FF2B5EF4-FFF2-40B4-BE49-F238E27FC236}">
                <a16:creationId xmlns:a16="http://schemas.microsoft.com/office/drawing/2014/main" id="{B8EE8030-E4BD-458D-874A-AD0FE0DFAF3E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98525" y="4686300"/>
            <a:ext cx="4938713" cy="4440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54" tIns="45377" rIns="90754" bIns="4537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noProof="0"/>
              <a:t>Click to edit Master text styles</a:t>
            </a:r>
          </a:p>
          <a:p>
            <a:pPr lvl="1"/>
            <a:r>
              <a:rPr lang="en-US" altLang="zh-TW" noProof="0"/>
              <a:t>Second level</a:t>
            </a:r>
          </a:p>
          <a:p>
            <a:pPr lvl="2"/>
            <a:r>
              <a:rPr lang="en-US" altLang="zh-TW" noProof="0"/>
              <a:t>Third level</a:t>
            </a:r>
          </a:p>
          <a:p>
            <a:pPr lvl="3"/>
            <a:r>
              <a:rPr lang="en-US" altLang="zh-TW" noProof="0"/>
              <a:t>Fourth level</a:t>
            </a:r>
          </a:p>
          <a:p>
            <a:pPr lvl="4"/>
            <a:r>
              <a:rPr lang="en-US" altLang="zh-TW" noProof="0"/>
              <a:t>Fifth level</a:t>
            </a:r>
          </a:p>
        </p:txBody>
      </p:sp>
      <p:sp>
        <p:nvSpPr>
          <p:cNvPr id="11270" name="Rectangle 6">
            <a:extLst>
              <a:ext uri="{FF2B5EF4-FFF2-40B4-BE49-F238E27FC236}">
                <a16:creationId xmlns:a16="http://schemas.microsoft.com/office/drawing/2014/main" id="{96979D41-1220-407D-89C0-42B8F0F15730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72600"/>
            <a:ext cx="2919413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54" tIns="45377" rIns="90754" bIns="45377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1271" name="Rectangle 7">
            <a:extLst>
              <a:ext uri="{FF2B5EF4-FFF2-40B4-BE49-F238E27FC236}">
                <a16:creationId xmlns:a16="http://schemas.microsoft.com/office/drawing/2014/main" id="{D501D379-05B1-4D2C-A6D3-818F65A7E48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16350" y="9372600"/>
            <a:ext cx="2919413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54" tIns="45377" rIns="90754" bIns="45377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AD3A382A-C681-4CA5-97EB-4E9B3DFCCF85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D3A382A-C681-4CA5-97EB-4E9B3DFCCF85}" type="slidenum">
              <a:rPr lang="zh-TW" altLang="en-US" smtClean="0"/>
              <a:pPr>
                <a:defRPr/>
              </a:pPr>
              <a:t>3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4772645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695C42-2ABA-9B01-1F06-1F4E4D8CF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D056B7-3658-C12C-EE26-0817EDAC9F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4495BF-9878-8015-0A6B-FE412A737C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74A45A-AC51-42A0-0F8F-F1C22F18ED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D3A382A-C681-4CA5-97EB-4E9B3DFCCF85}" type="slidenum">
              <a:rPr lang="zh-TW" altLang="en-US" smtClean="0"/>
              <a:pPr>
                <a:defRPr/>
              </a:pPr>
              <a:t>8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645317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504F16-D5AF-80B4-0C44-A45E5E19B1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ED45AD-B3F4-F13F-C157-2C53EA14AD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992900-0E55-8E83-E9AD-DBB897F1CC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220B64-A102-1E28-8AC2-53061426B9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D3A382A-C681-4CA5-97EB-4E9B3DFCCF85}" type="slidenum">
              <a:rPr lang="zh-TW" altLang="en-US" smtClean="0"/>
              <a:pPr>
                <a:defRPr/>
              </a:pPr>
              <a:t>12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8297900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D3A382A-C681-4CA5-97EB-4E9B3DFCCF85}" type="slidenum">
              <a:rPr lang="zh-TW" altLang="en-US" smtClean="0"/>
              <a:pPr>
                <a:defRPr/>
              </a:pPr>
              <a:t>13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4772645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279467" y="377225"/>
            <a:ext cx="6640738" cy="860929"/>
          </a:xfrm>
        </p:spPr>
        <p:txBody>
          <a:bodyPr>
            <a:noAutofit/>
          </a:bodyPr>
          <a:lstStyle>
            <a:lvl1pPr algn="l">
              <a:defRPr sz="4800" b="1">
                <a:solidFill>
                  <a:schemeClr val="tx1"/>
                </a:solidFill>
                <a:latin typeface="+mj-lt"/>
                <a:cs typeface="Arial" pitchFamily="34" charset="0"/>
              </a:defRPr>
            </a:lvl1pPr>
          </a:lstStyle>
          <a:p>
            <a:r>
              <a:rPr lang="en-US" altLang="zh-CN" err="1"/>
              <a:t>Lorem</a:t>
            </a:r>
            <a:r>
              <a:rPr lang="en-US" altLang="zh-CN"/>
              <a:t> </a:t>
            </a:r>
            <a:r>
              <a:rPr lang="en-US" altLang="zh-CN" err="1"/>
              <a:t>ipsum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279467" y="1238153"/>
            <a:ext cx="6640738" cy="1460500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2400" b="0">
                <a:solidFill>
                  <a:schemeClr val="tx1"/>
                </a:solidFill>
                <a:latin typeface="+mj-lt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CN"/>
              <a:t>Lorem </a:t>
            </a:r>
            <a:r>
              <a:rPr lang="en-US" altLang="zh-CN" err="1"/>
              <a:t>ipsum</a:t>
            </a:r>
            <a:r>
              <a:rPr lang="en-US" altLang="zh-CN"/>
              <a:t> dolor</a:t>
            </a:r>
            <a:endParaRPr lang="zh-CN" altLang="en-US"/>
          </a:p>
        </p:txBody>
      </p:sp>
      <p:pic>
        <p:nvPicPr>
          <p:cNvPr id="6" name="Picture 2" descr="D:\other\PPT\Patterns JE_RGB-Corporate.pn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8" t="1" b="1516"/>
          <a:stretch/>
        </p:blipFill>
        <p:spPr bwMode="auto">
          <a:xfrm>
            <a:off x="6900617" y="-14569"/>
            <a:ext cx="3259383" cy="57295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278696" y="3657589"/>
            <a:ext cx="3201459" cy="800806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800" b="0"/>
            </a:lvl1pPr>
          </a:lstStyle>
          <a:p>
            <a:pPr lvl="0"/>
            <a:r>
              <a:rPr lang="en-US" altLang="zh-CN"/>
              <a:t>Date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08023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sz="quarter" idx="11" hasCustomPrompt="1"/>
          </p:nvPr>
        </p:nvSpPr>
        <p:spPr>
          <a:xfrm>
            <a:off x="199458" y="1097306"/>
            <a:ext cx="9761084" cy="3680713"/>
          </a:xfrm>
        </p:spPr>
        <p:txBody>
          <a:bodyPr/>
          <a:lstStyle>
            <a:lvl1pPr indent="-180000">
              <a:lnSpc>
                <a:spcPct val="150000"/>
              </a:lnSpc>
              <a:defRPr sz="1600">
                <a:latin typeface="+mn-lt"/>
              </a:defRPr>
            </a:lvl1pPr>
            <a:lvl2pPr marL="742950" indent="-180000">
              <a:buFont typeface="Wingdings" pitchFamily="2" charset="2"/>
              <a:buChar char="l"/>
              <a:defRPr sz="1200" b="0">
                <a:latin typeface="+mn-lt"/>
              </a:defRPr>
            </a:lvl2pPr>
            <a:lvl3pPr>
              <a:defRPr/>
            </a:lvl3pPr>
            <a:lvl4pPr>
              <a:defRPr/>
            </a:lvl4pPr>
          </a:lstStyle>
          <a:p>
            <a:pPr lvl="0"/>
            <a:r>
              <a:rPr lang="en-US" altLang="zh-CN"/>
              <a:t>Lorem </a:t>
            </a:r>
            <a:r>
              <a:rPr lang="en-US" altLang="zh-CN" err="1"/>
              <a:t>Ipsum</a:t>
            </a:r>
            <a:endParaRPr lang="en-US" altLang="zh-CN"/>
          </a:p>
          <a:p>
            <a:pPr lvl="1"/>
            <a:r>
              <a:rPr lang="en-US" altLang="zh-CN"/>
              <a:t>Lorem </a:t>
            </a:r>
            <a:r>
              <a:rPr lang="en-US" altLang="zh-CN" err="1"/>
              <a:t>ipsum</a:t>
            </a:r>
            <a:r>
              <a:rPr lang="en-US" altLang="zh-CN"/>
              <a:t> dolor sit </a:t>
            </a:r>
            <a:r>
              <a:rPr lang="en-US" altLang="zh-CN" err="1"/>
              <a:t>amet</a:t>
            </a:r>
            <a:r>
              <a:rPr lang="en-US" altLang="zh-CN"/>
              <a:t>, </a:t>
            </a:r>
            <a:r>
              <a:rPr lang="en-US" altLang="zh-CN" err="1"/>
              <a:t>consectetur</a:t>
            </a:r>
            <a:r>
              <a:rPr lang="en-US" altLang="zh-CN"/>
              <a:t> </a:t>
            </a:r>
            <a:r>
              <a:rPr lang="en-US" altLang="zh-CN" err="1"/>
              <a:t>adipisicing</a:t>
            </a:r>
            <a:r>
              <a:rPr lang="en-US" altLang="zh-CN"/>
              <a:t> </a:t>
            </a:r>
            <a:r>
              <a:rPr lang="en-US" altLang="zh-CN" err="1"/>
              <a:t>elit</a:t>
            </a:r>
            <a:r>
              <a:rPr lang="en-US" altLang="zh-CN"/>
              <a:t>, </a:t>
            </a:r>
            <a:r>
              <a:rPr lang="en-US" altLang="zh-CN" err="1"/>
              <a:t>sed</a:t>
            </a:r>
            <a:r>
              <a:rPr lang="en-US" altLang="zh-CN"/>
              <a:t> do </a:t>
            </a:r>
            <a:r>
              <a:rPr lang="en-US" altLang="zh-CN" err="1"/>
              <a:t>eiusmod</a:t>
            </a:r>
            <a:r>
              <a:rPr lang="en-US" altLang="zh-CN"/>
              <a:t> </a:t>
            </a:r>
            <a:r>
              <a:rPr lang="en-US" altLang="zh-CN" err="1"/>
              <a:t>tempor</a:t>
            </a:r>
            <a:r>
              <a:rPr lang="en-US" altLang="zh-CN"/>
              <a:t> </a:t>
            </a:r>
            <a:r>
              <a:rPr lang="en-US" altLang="zh-CN" err="1"/>
              <a:t>incididunt</a:t>
            </a:r>
            <a:r>
              <a:rPr lang="en-US" altLang="zh-CN"/>
              <a:t> </a:t>
            </a:r>
            <a:r>
              <a:rPr lang="en-US" altLang="zh-CN" err="1"/>
              <a:t>ut</a:t>
            </a:r>
            <a:r>
              <a:rPr lang="en-US" altLang="zh-CN"/>
              <a:t> </a:t>
            </a:r>
            <a:r>
              <a:rPr lang="en-US" altLang="zh-CN" err="1"/>
              <a:t>labore</a:t>
            </a:r>
            <a:r>
              <a:rPr lang="en-US" altLang="zh-CN"/>
              <a:t> et </a:t>
            </a:r>
            <a:r>
              <a:rPr lang="en-US" altLang="zh-CN" err="1"/>
              <a:t>dolore</a:t>
            </a:r>
            <a:endParaRPr lang="en-US" altLang="zh-CN"/>
          </a:p>
          <a:p>
            <a:pPr lvl="1"/>
            <a:r>
              <a:rPr lang="en-US" altLang="zh-CN"/>
              <a:t>Lorem </a:t>
            </a:r>
            <a:r>
              <a:rPr lang="en-US" altLang="zh-CN" err="1"/>
              <a:t>ipsum</a:t>
            </a:r>
            <a:r>
              <a:rPr lang="en-US" altLang="zh-CN"/>
              <a:t> dolor sit </a:t>
            </a:r>
            <a:r>
              <a:rPr lang="en-US" altLang="zh-CN" err="1"/>
              <a:t>amet</a:t>
            </a:r>
            <a:r>
              <a:rPr lang="en-US" altLang="zh-CN"/>
              <a:t>, </a:t>
            </a:r>
            <a:r>
              <a:rPr lang="en-US" altLang="zh-CN" err="1"/>
              <a:t>consectetur</a:t>
            </a:r>
            <a:r>
              <a:rPr lang="en-US" altLang="zh-CN"/>
              <a:t> </a:t>
            </a:r>
            <a:r>
              <a:rPr lang="en-US" altLang="zh-CN" err="1"/>
              <a:t>adipisicing</a:t>
            </a:r>
            <a:r>
              <a:rPr lang="en-US" altLang="zh-CN"/>
              <a:t> </a:t>
            </a:r>
            <a:r>
              <a:rPr lang="en-US" altLang="zh-CN" err="1"/>
              <a:t>elit</a:t>
            </a:r>
            <a:r>
              <a:rPr lang="en-US" altLang="zh-CN"/>
              <a:t>, </a:t>
            </a:r>
            <a:r>
              <a:rPr lang="en-US" altLang="zh-CN" err="1"/>
              <a:t>sed</a:t>
            </a:r>
            <a:r>
              <a:rPr lang="en-US" altLang="zh-CN"/>
              <a:t> do </a:t>
            </a:r>
            <a:r>
              <a:rPr lang="en-US" altLang="zh-CN" err="1"/>
              <a:t>eiusmod</a:t>
            </a:r>
            <a:r>
              <a:rPr lang="en-US" altLang="zh-CN"/>
              <a:t> </a:t>
            </a:r>
            <a:r>
              <a:rPr lang="en-US" altLang="zh-CN" err="1"/>
              <a:t>tempor</a:t>
            </a:r>
            <a:r>
              <a:rPr lang="en-US" altLang="zh-CN"/>
              <a:t> </a:t>
            </a:r>
            <a:r>
              <a:rPr lang="en-US" altLang="zh-CN" err="1"/>
              <a:t>incididunt</a:t>
            </a:r>
            <a:r>
              <a:rPr lang="en-US" altLang="zh-CN"/>
              <a:t> </a:t>
            </a:r>
            <a:r>
              <a:rPr lang="en-US" altLang="zh-CN" err="1"/>
              <a:t>ut</a:t>
            </a:r>
            <a:r>
              <a:rPr lang="en-US" altLang="zh-CN"/>
              <a:t> </a:t>
            </a:r>
            <a:r>
              <a:rPr lang="en-US" altLang="zh-CN" err="1"/>
              <a:t>labore</a:t>
            </a:r>
            <a:r>
              <a:rPr lang="en-US" altLang="zh-CN"/>
              <a:t> et </a:t>
            </a:r>
            <a:r>
              <a:rPr lang="en-US" altLang="zh-CN" err="1"/>
              <a:t>dolore</a:t>
            </a:r>
            <a:endParaRPr lang="en-US" altLang="zh-CN"/>
          </a:p>
          <a:p>
            <a:pPr lvl="0"/>
            <a:r>
              <a:rPr lang="en-US" altLang="zh-CN" err="1"/>
              <a:t>Lorem</a:t>
            </a:r>
            <a:r>
              <a:rPr lang="en-US" altLang="zh-CN"/>
              <a:t> </a:t>
            </a:r>
            <a:r>
              <a:rPr lang="en-US" altLang="zh-CN" err="1"/>
              <a:t>Ipsum</a:t>
            </a:r>
            <a:endParaRPr lang="en-US" altLang="zh-CN"/>
          </a:p>
          <a:p>
            <a:pPr lvl="1"/>
            <a:r>
              <a:rPr lang="en-US" altLang="zh-CN"/>
              <a:t>Lorem </a:t>
            </a:r>
            <a:r>
              <a:rPr lang="en-US" altLang="zh-CN" err="1"/>
              <a:t>ipsum</a:t>
            </a:r>
            <a:r>
              <a:rPr lang="en-US" altLang="zh-CN"/>
              <a:t> dolor sit </a:t>
            </a:r>
            <a:r>
              <a:rPr lang="en-US" altLang="zh-CN" err="1"/>
              <a:t>amet</a:t>
            </a:r>
            <a:r>
              <a:rPr lang="en-US" altLang="zh-CN"/>
              <a:t>, </a:t>
            </a:r>
            <a:r>
              <a:rPr lang="en-US" altLang="zh-CN" err="1"/>
              <a:t>consectetur</a:t>
            </a:r>
            <a:r>
              <a:rPr lang="en-US" altLang="zh-CN"/>
              <a:t> </a:t>
            </a:r>
            <a:r>
              <a:rPr lang="en-US" altLang="zh-CN" err="1"/>
              <a:t>adipisicing</a:t>
            </a:r>
            <a:r>
              <a:rPr lang="en-US" altLang="zh-CN"/>
              <a:t> </a:t>
            </a:r>
            <a:r>
              <a:rPr lang="en-US" altLang="zh-CN" err="1"/>
              <a:t>elit</a:t>
            </a:r>
            <a:r>
              <a:rPr lang="en-US" altLang="zh-CN"/>
              <a:t>, </a:t>
            </a:r>
            <a:r>
              <a:rPr lang="en-US" altLang="zh-CN" err="1"/>
              <a:t>sed</a:t>
            </a:r>
            <a:r>
              <a:rPr lang="en-US" altLang="zh-CN"/>
              <a:t> do </a:t>
            </a:r>
            <a:r>
              <a:rPr lang="en-US" altLang="zh-CN" err="1"/>
              <a:t>eiusmod</a:t>
            </a:r>
            <a:r>
              <a:rPr lang="en-US" altLang="zh-CN"/>
              <a:t> </a:t>
            </a:r>
            <a:r>
              <a:rPr lang="en-US" altLang="zh-CN" err="1"/>
              <a:t>tempor</a:t>
            </a:r>
            <a:r>
              <a:rPr lang="en-US" altLang="zh-CN"/>
              <a:t> </a:t>
            </a:r>
            <a:r>
              <a:rPr lang="en-US" altLang="zh-CN" err="1"/>
              <a:t>incididunt</a:t>
            </a:r>
            <a:r>
              <a:rPr lang="en-US" altLang="zh-CN"/>
              <a:t> </a:t>
            </a:r>
            <a:r>
              <a:rPr lang="en-US" altLang="zh-CN" err="1"/>
              <a:t>ut</a:t>
            </a:r>
            <a:r>
              <a:rPr lang="en-US" altLang="zh-CN"/>
              <a:t> </a:t>
            </a:r>
            <a:r>
              <a:rPr lang="en-US" altLang="zh-CN" err="1"/>
              <a:t>labore</a:t>
            </a:r>
            <a:r>
              <a:rPr lang="en-US" altLang="zh-CN"/>
              <a:t> et </a:t>
            </a:r>
            <a:r>
              <a:rPr lang="en-US" altLang="zh-CN" err="1"/>
              <a:t>dolore</a:t>
            </a:r>
            <a:endParaRPr lang="en-US" altLang="zh-CN"/>
          </a:p>
          <a:p>
            <a:pPr lvl="1"/>
            <a:r>
              <a:rPr lang="en-US" altLang="zh-CN"/>
              <a:t>Lorem </a:t>
            </a:r>
            <a:r>
              <a:rPr lang="en-US" altLang="zh-CN" err="1"/>
              <a:t>ipsum</a:t>
            </a:r>
            <a:r>
              <a:rPr lang="en-US" altLang="zh-CN"/>
              <a:t> dolor sit </a:t>
            </a:r>
            <a:r>
              <a:rPr lang="en-US" altLang="zh-CN" err="1"/>
              <a:t>amet</a:t>
            </a:r>
            <a:r>
              <a:rPr lang="en-US" altLang="zh-CN"/>
              <a:t>, </a:t>
            </a:r>
            <a:r>
              <a:rPr lang="en-US" altLang="zh-CN" err="1"/>
              <a:t>consectetur</a:t>
            </a:r>
            <a:r>
              <a:rPr lang="en-US" altLang="zh-CN"/>
              <a:t> </a:t>
            </a:r>
            <a:r>
              <a:rPr lang="en-US" altLang="zh-CN" err="1"/>
              <a:t>adipisicing</a:t>
            </a:r>
            <a:r>
              <a:rPr lang="en-US" altLang="zh-CN"/>
              <a:t> </a:t>
            </a:r>
            <a:r>
              <a:rPr lang="en-US" altLang="zh-CN" err="1"/>
              <a:t>elit</a:t>
            </a:r>
            <a:r>
              <a:rPr lang="en-US" altLang="zh-CN"/>
              <a:t>, </a:t>
            </a:r>
            <a:r>
              <a:rPr lang="en-US" altLang="zh-CN" err="1"/>
              <a:t>sed</a:t>
            </a:r>
            <a:r>
              <a:rPr lang="en-US" altLang="zh-CN"/>
              <a:t> do </a:t>
            </a:r>
            <a:r>
              <a:rPr lang="en-US" altLang="zh-CN" err="1"/>
              <a:t>eiusmod</a:t>
            </a:r>
            <a:r>
              <a:rPr lang="en-US" altLang="zh-CN"/>
              <a:t> </a:t>
            </a:r>
            <a:r>
              <a:rPr lang="en-US" altLang="zh-CN" err="1"/>
              <a:t>tempor</a:t>
            </a:r>
            <a:r>
              <a:rPr lang="en-US" altLang="zh-CN"/>
              <a:t> </a:t>
            </a:r>
            <a:r>
              <a:rPr lang="en-US" altLang="zh-CN" err="1"/>
              <a:t>incididunt</a:t>
            </a:r>
            <a:r>
              <a:rPr lang="en-US" altLang="zh-CN"/>
              <a:t> </a:t>
            </a:r>
            <a:r>
              <a:rPr lang="en-US" altLang="zh-CN" err="1"/>
              <a:t>ut</a:t>
            </a:r>
            <a:r>
              <a:rPr lang="en-US" altLang="zh-CN"/>
              <a:t> </a:t>
            </a:r>
            <a:r>
              <a:rPr lang="en-US" altLang="zh-CN" err="1"/>
              <a:t>labore</a:t>
            </a:r>
            <a:r>
              <a:rPr lang="en-US" altLang="zh-CN"/>
              <a:t> et </a:t>
            </a:r>
            <a:r>
              <a:rPr lang="en-US" altLang="zh-CN" err="1"/>
              <a:t>dolore</a:t>
            </a:r>
            <a:endParaRPr lang="zh-CN" altLang="en-US"/>
          </a:p>
          <a:p>
            <a:pPr lvl="1"/>
            <a:endParaRPr lang="zh-CN" altLang="en-US"/>
          </a:p>
        </p:txBody>
      </p:sp>
      <p:sp>
        <p:nvSpPr>
          <p:cNvPr id="13" name="文本占位符 7">
            <a:extLst>
              <a:ext uri="{FF2B5EF4-FFF2-40B4-BE49-F238E27FC236}">
                <a16:creationId xmlns:a16="http://schemas.microsoft.com/office/drawing/2014/main" id="{04E8CC1C-F222-4604-8363-B8371FFE079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391709" y="407295"/>
            <a:ext cx="2079624" cy="365777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zh-CN" altLang="en-US" sz="1600" b="1" kern="1200" dirty="0">
                <a:solidFill>
                  <a:schemeClr val="tx1"/>
                </a:solidFill>
                <a:latin typeface="+mj-lt"/>
                <a:ea typeface="+mn-ea"/>
                <a:cs typeface="Arial" pitchFamily="34" charset="0"/>
              </a:defRPr>
            </a:lvl1pPr>
          </a:lstStyle>
          <a:p>
            <a:pPr lvl="0"/>
            <a:r>
              <a:rPr lang="en-US" altLang="zh-CN"/>
              <a:t>DIRECTORY</a:t>
            </a:r>
            <a:endParaRPr lang="zh-CN" altLang="en-US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54704"/>
            <a:ext cx="1280271" cy="270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01309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灯片编号占位符 5">
            <a:extLst>
              <a:ext uri="{FF2B5EF4-FFF2-40B4-BE49-F238E27FC236}">
                <a16:creationId xmlns:a16="http://schemas.microsoft.com/office/drawing/2014/main" id="{FDAFB4BE-E188-4E54-BF33-AA6E4929555A}"/>
              </a:ext>
            </a:extLst>
          </p:cNvPr>
          <p:cNvSpPr txBox="1">
            <a:spLocks/>
          </p:cNvSpPr>
          <p:nvPr userDrawn="1"/>
        </p:nvSpPr>
        <p:spPr>
          <a:xfrm>
            <a:off x="119449" y="5337776"/>
            <a:ext cx="880098" cy="3051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/>
              <a:t>Page </a:t>
            </a:r>
            <a:fld id="{F8BBB196-3CE5-4D52-AAD5-A832984A2C7D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508000" y="228866"/>
            <a:ext cx="9144000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Lorem </a:t>
            </a:r>
            <a:r>
              <a:rPr lang="en-US" altLang="zh-CN" err="1"/>
              <a:t>Ipsum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08000" y="1333501"/>
            <a:ext cx="9144000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 err="1"/>
              <a:t>Lorem</a:t>
            </a:r>
            <a:r>
              <a:rPr lang="en-US" altLang="zh-CN"/>
              <a:t> </a:t>
            </a:r>
            <a:r>
              <a:rPr lang="en-US" altLang="zh-CN" err="1"/>
              <a:t>Ipsum</a:t>
            </a:r>
            <a:endParaRPr lang="en-US" altLang="zh-CN"/>
          </a:p>
          <a:p>
            <a:pPr lvl="1"/>
            <a:r>
              <a:rPr lang="en-US" altLang="zh-CN"/>
              <a:t>Lorem </a:t>
            </a:r>
            <a:r>
              <a:rPr lang="en-US" altLang="zh-CN" err="1"/>
              <a:t>Ipsum</a:t>
            </a:r>
            <a:endParaRPr lang="zh-CN" altLang="en-US"/>
          </a:p>
          <a:p>
            <a:pPr lvl="2"/>
            <a:r>
              <a:rPr lang="en-US" altLang="zh-CN"/>
              <a:t>Lorem </a:t>
            </a:r>
            <a:r>
              <a:rPr lang="en-US" altLang="zh-CN" err="1"/>
              <a:t>ipsum</a:t>
            </a:r>
            <a:r>
              <a:rPr lang="en-US" altLang="zh-CN"/>
              <a:t> dolor sit </a:t>
            </a:r>
            <a:r>
              <a:rPr lang="en-US" altLang="zh-CN" err="1"/>
              <a:t>amet</a:t>
            </a:r>
            <a:r>
              <a:rPr lang="en-US" altLang="zh-CN"/>
              <a:t>, </a:t>
            </a:r>
            <a:r>
              <a:rPr lang="en-US" altLang="zh-CN" err="1"/>
              <a:t>consectetur</a:t>
            </a:r>
            <a:r>
              <a:rPr lang="en-US" altLang="zh-CN"/>
              <a:t> </a:t>
            </a:r>
            <a:r>
              <a:rPr lang="en-US" altLang="zh-CN" err="1"/>
              <a:t>adipisicing</a:t>
            </a:r>
            <a:r>
              <a:rPr lang="en-US" altLang="zh-CN"/>
              <a:t> </a:t>
            </a:r>
            <a:r>
              <a:rPr lang="en-US" altLang="zh-CN" err="1"/>
              <a:t>elit</a:t>
            </a:r>
            <a:r>
              <a:rPr lang="en-US" altLang="zh-CN"/>
              <a:t>, </a:t>
            </a:r>
            <a:r>
              <a:rPr lang="en-US" altLang="zh-CN" err="1"/>
              <a:t>sed</a:t>
            </a:r>
            <a:r>
              <a:rPr lang="en-US" altLang="zh-CN"/>
              <a:t> do </a:t>
            </a:r>
            <a:r>
              <a:rPr lang="en-US" altLang="zh-CN" err="1"/>
              <a:t>eiusmod</a:t>
            </a:r>
            <a:r>
              <a:rPr lang="en-US" altLang="zh-CN"/>
              <a:t> </a:t>
            </a:r>
            <a:r>
              <a:rPr lang="en-US" altLang="zh-CN" err="1"/>
              <a:t>tempor</a:t>
            </a:r>
            <a:r>
              <a:rPr lang="en-US" altLang="zh-CN"/>
              <a:t> </a:t>
            </a:r>
            <a:r>
              <a:rPr lang="en-US" altLang="zh-CN" err="1"/>
              <a:t>incididunt</a:t>
            </a:r>
            <a:r>
              <a:rPr lang="en-US" altLang="zh-CN"/>
              <a:t> </a:t>
            </a:r>
            <a:r>
              <a:rPr lang="en-US" altLang="zh-CN" err="1"/>
              <a:t>ut</a:t>
            </a:r>
            <a:r>
              <a:rPr lang="en-US" altLang="zh-CN"/>
              <a:t> </a:t>
            </a:r>
            <a:r>
              <a:rPr lang="en-US" altLang="zh-CN" err="1"/>
              <a:t>labore</a:t>
            </a:r>
            <a:r>
              <a:rPr lang="en-US" altLang="zh-CN"/>
              <a:t> et </a:t>
            </a:r>
            <a:r>
              <a:rPr lang="en-US" altLang="zh-CN" err="1"/>
              <a:t>dolore</a:t>
            </a:r>
            <a:endParaRPr lang="en-US" altLang="zh-CN"/>
          </a:p>
          <a:p>
            <a:pPr lvl="2"/>
            <a:r>
              <a:rPr lang="en-US" altLang="zh-CN" err="1"/>
              <a:t>Lorem</a:t>
            </a:r>
            <a:r>
              <a:rPr lang="en-US" altLang="zh-CN"/>
              <a:t> </a:t>
            </a:r>
            <a:r>
              <a:rPr lang="en-US" altLang="zh-CN" err="1"/>
              <a:t>ipsum</a:t>
            </a:r>
            <a:r>
              <a:rPr lang="en-US" altLang="zh-CN"/>
              <a:t> dolor sit </a:t>
            </a:r>
            <a:r>
              <a:rPr lang="en-US" altLang="zh-CN" err="1"/>
              <a:t>amet</a:t>
            </a:r>
            <a:r>
              <a:rPr lang="en-US" altLang="zh-CN"/>
              <a:t>, </a:t>
            </a:r>
            <a:r>
              <a:rPr lang="en-US" altLang="zh-CN" err="1"/>
              <a:t>consectetur</a:t>
            </a:r>
            <a:r>
              <a:rPr lang="en-US" altLang="zh-CN"/>
              <a:t> </a:t>
            </a:r>
            <a:r>
              <a:rPr lang="en-US" altLang="zh-CN" err="1"/>
              <a:t>adipisicing</a:t>
            </a:r>
            <a:r>
              <a:rPr lang="en-US" altLang="zh-CN"/>
              <a:t> </a:t>
            </a:r>
            <a:r>
              <a:rPr lang="en-US" altLang="zh-CN" err="1"/>
              <a:t>elit</a:t>
            </a:r>
            <a:r>
              <a:rPr lang="en-US" altLang="zh-CN"/>
              <a:t>, </a:t>
            </a:r>
            <a:r>
              <a:rPr lang="en-US" altLang="zh-CN" err="1"/>
              <a:t>sed</a:t>
            </a:r>
            <a:r>
              <a:rPr lang="en-US" altLang="zh-CN"/>
              <a:t> do </a:t>
            </a:r>
            <a:r>
              <a:rPr lang="en-US" altLang="zh-CN" err="1"/>
              <a:t>eiusmod</a:t>
            </a:r>
            <a:r>
              <a:rPr lang="en-US" altLang="zh-CN"/>
              <a:t> </a:t>
            </a:r>
            <a:r>
              <a:rPr lang="en-US" altLang="zh-CN" err="1"/>
              <a:t>tempor</a:t>
            </a:r>
            <a:r>
              <a:rPr lang="en-US" altLang="zh-CN"/>
              <a:t> </a:t>
            </a:r>
            <a:r>
              <a:rPr lang="en-US" altLang="zh-CN" err="1"/>
              <a:t>incididunt</a:t>
            </a:r>
            <a:r>
              <a:rPr lang="en-US" altLang="zh-CN"/>
              <a:t> </a:t>
            </a:r>
            <a:r>
              <a:rPr lang="en-US" altLang="zh-CN" err="1"/>
              <a:t>ut</a:t>
            </a:r>
            <a:r>
              <a:rPr lang="en-US" altLang="zh-CN"/>
              <a:t> </a:t>
            </a:r>
            <a:r>
              <a:rPr lang="en-US" altLang="zh-CN" err="1"/>
              <a:t>labore</a:t>
            </a:r>
            <a:r>
              <a:rPr lang="en-US" altLang="zh-CN"/>
              <a:t> et </a:t>
            </a:r>
            <a:r>
              <a:rPr lang="en-US" altLang="zh-CN" err="1"/>
              <a:t>dolore</a:t>
            </a: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42257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45" r:id="rId1"/>
    <p:sldLayoutId id="2147484354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000" b="1" kern="1200">
          <a:solidFill>
            <a:srgbClr val="F58220"/>
          </a:solidFill>
          <a:latin typeface="+mj-lt"/>
          <a:ea typeface="+mj-ea"/>
          <a:cs typeface="+mj-cs"/>
        </a:defRPr>
      </a:lvl1pPr>
    </p:titleStyle>
    <p:bodyStyle>
      <a:lvl1pPr marL="342900" indent="-180000" algn="l" defTabSz="914400" rtl="0" eaLnBrk="1" latinLnBrk="0" hangingPunct="1">
        <a:lnSpc>
          <a:spcPct val="150000"/>
        </a:lnSpc>
        <a:spcBef>
          <a:spcPct val="20000"/>
        </a:spcBef>
        <a:buClr>
          <a:srgbClr val="F58220"/>
        </a:buClr>
        <a:buSzPct val="80000"/>
        <a:buFont typeface="Wingdings" pitchFamily="2" charset="2"/>
        <a:buChar char="l"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180000" algn="l" defTabSz="914400" rtl="0" eaLnBrk="1" latinLnBrk="0" hangingPunct="1">
        <a:lnSpc>
          <a:spcPct val="150000"/>
        </a:lnSpc>
        <a:spcBef>
          <a:spcPct val="20000"/>
        </a:spcBef>
        <a:buClr>
          <a:srgbClr val="F58220"/>
        </a:buClr>
        <a:buSzPct val="80000"/>
        <a:buFont typeface="Wingdings" pitchFamily="2" charset="2"/>
        <a:buChar char="l"/>
        <a:defRPr sz="16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180000" algn="l" defTabSz="914400" rtl="0" eaLnBrk="1" latinLnBrk="0" hangingPunct="1">
        <a:lnSpc>
          <a:spcPct val="150000"/>
        </a:lnSpc>
        <a:spcBef>
          <a:spcPct val="20000"/>
        </a:spcBef>
        <a:buClr>
          <a:srgbClr val="F58220"/>
        </a:buClr>
        <a:buSzPct val="80000"/>
        <a:buFont typeface="Wingdings" pitchFamily="2" charset="2"/>
        <a:buChar char="l"/>
        <a:defRPr lang="zh-CN" alt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914400" rtl="0" eaLnBrk="1" latinLnBrk="0" hangingPunct="1">
        <a:spcBef>
          <a:spcPct val="20000"/>
        </a:spcBef>
        <a:buFontTx/>
        <a:buNone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spcBef>
          <a:spcPct val="20000"/>
        </a:spcBef>
        <a:buFontTx/>
        <a:buNone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indent="0" algn="l" defTabSz="914400" rtl="0" eaLnBrk="1" latinLnBrk="0" hangingPunct="1">
        <a:spcBef>
          <a:spcPct val="20000"/>
        </a:spcBef>
        <a:buFontTx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indent="0" algn="l" defTabSz="914400" rtl="0" eaLnBrk="1" latinLnBrk="0" hangingPunct="1">
        <a:spcBef>
          <a:spcPct val="20000"/>
        </a:spcBef>
        <a:buFontTx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indent="0" algn="l" defTabSz="914400" rtl="0" eaLnBrk="1" latinLnBrk="0" hangingPunct="1">
        <a:spcBef>
          <a:spcPct val="20000"/>
        </a:spcBef>
        <a:buFontTx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jpg"/><Relationship Id="rId5" Type="http://schemas.openxmlformats.org/officeDocument/2006/relationships/image" Target="../media/image9.jpg"/><Relationship Id="rId4" Type="http://schemas.openxmlformats.org/officeDocument/2006/relationships/hyperlink" Target="https://pxhere.com/en/photo/849880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microsoft.com/office/2007/relationships/hdphoto" Target="../media/hdphoto2.wdp"/><Relationship Id="rId4" Type="http://schemas.openxmlformats.org/officeDocument/2006/relationships/image" Target="../media/image24.png"/><Relationship Id="rId9" Type="http://schemas.microsoft.com/office/2007/relationships/hdphoto" Target="../media/hdphoto4.wdp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hyperlink" Target="https://pixabay.com/nl/vinkje-maatstreepjes-check-1292787/" TargetMode="External"/><Relationship Id="rId3" Type="http://schemas.microsoft.com/office/2007/relationships/hdphoto" Target="../media/hdphoto4.wdp"/><Relationship Id="rId7" Type="http://schemas.microsoft.com/office/2007/relationships/hdphoto" Target="../media/hdphoto1.wdp"/><Relationship Id="rId12" Type="http://schemas.openxmlformats.org/officeDocument/2006/relationships/image" Target="../media/image29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11" Type="http://schemas.microsoft.com/office/2007/relationships/hdphoto" Target="../media/hdphoto6.wdp"/><Relationship Id="rId5" Type="http://schemas.microsoft.com/office/2007/relationships/hdphoto" Target="../media/hdphoto5.wdp"/><Relationship Id="rId10" Type="http://schemas.openxmlformats.org/officeDocument/2006/relationships/image" Target="../media/image28.png"/><Relationship Id="rId4" Type="http://schemas.openxmlformats.org/officeDocument/2006/relationships/image" Target="../media/image27.png"/><Relationship Id="rId9" Type="http://schemas.microsoft.com/office/2007/relationships/hdphoto" Target="../media/hdphoto2.wdp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svg"/><Relationship Id="rId3" Type="http://schemas.openxmlformats.org/officeDocument/2006/relationships/image" Target="../media/image31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172.16.224.198:8080/" TargetMode="External"/><Relationship Id="rId5" Type="http://schemas.openxmlformats.org/officeDocument/2006/relationships/hyperlink" Target="http://172.16.224.198:5000/" TargetMode="External"/><Relationship Id="rId4" Type="http://schemas.openxmlformats.org/officeDocument/2006/relationships/image" Target="../media/image3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C307E-D3B1-E9A7-9FD5-8A4B3BD23D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9167" y="1012225"/>
            <a:ext cx="6967751" cy="1964057"/>
          </a:xfrm>
        </p:spPr>
        <p:txBody>
          <a:bodyPr/>
          <a:lstStyle/>
          <a:p>
            <a:r>
              <a:rPr lang="en-US" sz="3600" dirty="0">
                <a:latin typeface="Aptos Display" panose="020B0004020202020204" pitchFamily="34" charset="0"/>
              </a:rPr>
              <a:t>OIR Digital Inspection Report (Aaron)</a:t>
            </a:r>
          </a:p>
        </p:txBody>
      </p:sp>
    </p:spTree>
    <p:extLst>
      <p:ext uri="{BB962C8B-B14F-4D97-AF65-F5344CB8AC3E}">
        <p14:creationId xmlns:p14="http://schemas.microsoft.com/office/powerpoint/2010/main" val="3192126696"/>
      </p:ext>
    </p:extLst>
  </p:cSld>
  <p:clrMapOvr>
    <a:masterClrMapping/>
  </p:clrMapOvr>
  <p:timing>
    <p:tnLst>
      <p:par>
        <p:cTn id="1" dur="indefinite" restart="never" nodeType="tmRoot">
          <p:childTnLst>
            <p:par>
              <p:cTn id="2"/>
            </p:par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251FFD-C263-17C5-83FF-88D3C54CF8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980AF7-5B0D-84E7-51ED-1E1C0959FFBE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445498" y="380402"/>
            <a:ext cx="6891679" cy="365777"/>
          </a:xfrm>
        </p:spPr>
        <p:txBody>
          <a:bodyPr/>
          <a:lstStyle/>
          <a:p>
            <a:r>
              <a:rPr lang="en-US" sz="2800">
                <a:latin typeface="Aptos Display" panose="020B0004020202020204" pitchFamily="34" charset="0"/>
              </a:rPr>
              <a:t>What is the OIR System?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899A4A8-806A-072F-5D7C-49FE39CEB5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4742466"/>
              </p:ext>
            </p:extLst>
          </p:nvPr>
        </p:nvGraphicFramePr>
        <p:xfrm>
          <a:off x="0" y="839186"/>
          <a:ext cx="10160000" cy="2073576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461394">
                  <a:extLst>
                    <a:ext uri="{9D8B030D-6E8A-4147-A177-3AD203B41FA5}">
                      <a16:colId xmlns:a16="http://schemas.microsoft.com/office/drawing/2014/main" val="654290062"/>
                    </a:ext>
                  </a:extLst>
                </a:gridCol>
                <a:gridCol w="1182848">
                  <a:extLst>
                    <a:ext uri="{9D8B030D-6E8A-4147-A177-3AD203B41FA5}">
                      <a16:colId xmlns:a16="http://schemas.microsoft.com/office/drawing/2014/main" val="2263456722"/>
                    </a:ext>
                  </a:extLst>
                </a:gridCol>
                <a:gridCol w="1862356">
                  <a:extLst>
                    <a:ext uri="{9D8B030D-6E8A-4147-A177-3AD203B41FA5}">
                      <a16:colId xmlns:a16="http://schemas.microsoft.com/office/drawing/2014/main" val="492767656"/>
                    </a:ext>
                  </a:extLst>
                </a:gridCol>
                <a:gridCol w="3322041">
                  <a:extLst>
                    <a:ext uri="{9D8B030D-6E8A-4147-A177-3AD203B41FA5}">
                      <a16:colId xmlns:a16="http://schemas.microsoft.com/office/drawing/2014/main" val="3196151450"/>
                    </a:ext>
                  </a:extLst>
                </a:gridCol>
                <a:gridCol w="3331361">
                  <a:extLst>
                    <a:ext uri="{9D8B030D-6E8A-4147-A177-3AD203B41FA5}">
                      <a16:colId xmlns:a16="http://schemas.microsoft.com/office/drawing/2014/main" val="1860891915"/>
                    </a:ext>
                  </a:extLst>
                </a:gridCol>
              </a:tblGrid>
              <a:tr h="473376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No.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HK" sz="1200"/>
                        <a:t>Project Name</a:t>
                      </a:r>
                    </a:p>
                    <a:p>
                      <a:pPr algn="ctr"/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Objective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/>
                        <a:t>Result</a:t>
                      </a:r>
                      <a:endParaRPr lang="en-US" sz="1200"/>
                    </a:p>
                    <a:p>
                      <a:pPr algn="ctr"/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/>
                        <a:t>Methodology</a:t>
                      </a:r>
                      <a:endParaRPr lang="en-US" sz="1200"/>
                    </a:p>
                    <a:p>
                      <a:pPr algn="ctr"/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8193618"/>
                  </a:ext>
                </a:extLst>
              </a:tr>
              <a:tr h="1128064">
                <a:tc>
                  <a:txBody>
                    <a:bodyPr/>
                    <a:lstStyle/>
                    <a:p>
                      <a:pPr algn="ctr"/>
                      <a:r>
                        <a:rPr lang="en-US" sz="90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/>
                        <a:t>OIR (Outgoing Inspection Report) Digital Inspection Report System v6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900"/>
                        <a:t>- Eliminate handwritten reports through digital input.</a:t>
                      </a:r>
                    </a:p>
                    <a:p>
                      <a:pPr rtl="0"/>
                      <a:endParaRPr lang="en-US" sz="900"/>
                    </a:p>
                    <a:p>
                      <a:pPr rtl="0"/>
                      <a:r>
                        <a:rPr lang="en-US" sz="900"/>
                        <a:t>- Automatically generate standardized inspection reports.</a:t>
                      </a:r>
                    </a:p>
                    <a:p>
                      <a:pPr rtl="0"/>
                      <a:endParaRPr lang="en-US" sz="900"/>
                    </a:p>
                    <a:p>
                      <a:pPr rtl="0"/>
                      <a:r>
                        <a:rPr lang="en-US" sz="900"/>
                        <a:t>- Establish centralized data management system.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900" b="1"/>
                        <a:t>Efficiency</a:t>
                      </a:r>
                      <a:r>
                        <a:rPr lang="en-US" sz="900" b="0"/>
                        <a:t>: Reduced inspection time from 30 min to 5-10 min</a:t>
                      </a:r>
                    </a:p>
                    <a:p>
                      <a:pPr rtl="0"/>
                      <a:endParaRPr lang="en-US" sz="900" b="0"/>
                    </a:p>
                    <a:p>
                      <a:pPr rtl="0"/>
                      <a:r>
                        <a:rPr lang="en-US" sz="900" b="1"/>
                        <a:t>Accuracy</a:t>
                      </a:r>
                      <a:r>
                        <a:rPr lang="en-US" sz="900" b="0"/>
                        <a:t>: Automatic validation mechanisms reduce human errors</a:t>
                      </a:r>
                    </a:p>
                    <a:p>
                      <a:pPr rtl="0"/>
                      <a:endParaRPr lang="en-US" sz="900" b="0"/>
                    </a:p>
                    <a:p>
                      <a:pPr rtl="0"/>
                      <a:r>
                        <a:rPr lang="en-US" sz="900" b="1"/>
                        <a:t>Standardization</a:t>
                      </a:r>
                      <a:r>
                        <a:rPr lang="en-US" sz="900" b="0"/>
                        <a:t>: Unified format ensures consistency and professionalism</a:t>
                      </a:r>
                    </a:p>
                    <a:p>
                      <a:pPr rtl="0"/>
                      <a:endParaRPr lang="en-US" sz="900" b="0"/>
                    </a:p>
                    <a:p>
                      <a:pPr rtl="0"/>
                      <a:r>
                        <a:rPr lang="en-US" sz="900" b="1"/>
                        <a:t>Traceability</a:t>
                      </a:r>
                      <a:r>
                        <a:rPr lang="en-US" sz="900" b="0"/>
                        <a:t>: Support multi-criteria search and report regeneration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/>
                        <a:t>Data Structure Design</a:t>
                      </a:r>
                      <a:r>
                        <a:rPr lang="en-US" sz="900"/>
                        <a:t>: Established Excel database to store inspection standards and records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/>
                        <a:t>Core Function Development: </a:t>
                      </a:r>
                      <a:r>
                        <a:rPr lang="en-US" sz="900"/>
                        <a:t>Developed data processing, report generation, and historical query functions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/>
                        <a:t>User Interface Design</a:t>
                      </a:r>
                      <a:r>
                        <a:rPr lang="en-US" sz="900"/>
                        <a:t>: Created intuitive and user-friendly web operation interface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/>
                        <a:t>System Integration &amp; Testing</a:t>
                      </a:r>
                      <a:r>
                        <a:rPr lang="en-US" sz="900"/>
                        <a:t>: Integrated all modules and conducted rigorous testing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333286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94D22BEF-06AD-85D0-20A7-EBF1F551B57F}"/>
              </a:ext>
            </a:extLst>
          </p:cNvPr>
          <p:cNvSpPr txBox="1"/>
          <p:nvPr/>
        </p:nvSpPr>
        <p:spPr>
          <a:xfrm>
            <a:off x="614729" y="4978406"/>
            <a:ext cx="1495191" cy="205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>
                <a:latin typeface="+mj-lt"/>
              </a:rPr>
              <a:t>User Interface for data input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4527ACD-CB61-C179-3D0E-2B973397E722}"/>
              </a:ext>
            </a:extLst>
          </p:cNvPr>
          <p:cNvSpPr txBox="1"/>
          <p:nvPr/>
        </p:nvSpPr>
        <p:spPr>
          <a:xfrm>
            <a:off x="4113037" y="4878360"/>
            <a:ext cx="1933925" cy="205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>
                <a:latin typeface="+mj-lt"/>
              </a:rPr>
              <a:t>Data store in the centralize database</a:t>
            </a:r>
          </a:p>
        </p:txBody>
      </p:sp>
      <p:sp>
        <p:nvSpPr>
          <p:cNvPr id="114" name="Arrow: Right 113">
            <a:extLst>
              <a:ext uri="{FF2B5EF4-FFF2-40B4-BE49-F238E27FC236}">
                <a16:creationId xmlns:a16="http://schemas.microsoft.com/office/drawing/2014/main" id="{ECAA6295-BFA6-A372-A6A4-03BC22E58314}"/>
              </a:ext>
            </a:extLst>
          </p:cNvPr>
          <p:cNvSpPr/>
          <p:nvPr/>
        </p:nvSpPr>
        <p:spPr>
          <a:xfrm>
            <a:off x="6702883" y="3792876"/>
            <a:ext cx="449381" cy="299258"/>
          </a:xfrm>
          <a:prstGeom prst="rightArrow">
            <a:avLst>
              <a:gd name="adj1" fmla="val 29526"/>
              <a:gd name="adj2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Arrow: Right 118">
            <a:extLst>
              <a:ext uri="{FF2B5EF4-FFF2-40B4-BE49-F238E27FC236}">
                <a16:creationId xmlns:a16="http://schemas.microsoft.com/office/drawing/2014/main" id="{6C873E14-1114-3BB4-2B68-D32CF4121864}"/>
              </a:ext>
            </a:extLst>
          </p:cNvPr>
          <p:cNvSpPr/>
          <p:nvPr/>
        </p:nvSpPr>
        <p:spPr>
          <a:xfrm>
            <a:off x="2729985" y="3792876"/>
            <a:ext cx="449381" cy="299258"/>
          </a:xfrm>
          <a:prstGeom prst="rightArrow">
            <a:avLst>
              <a:gd name="adj1" fmla="val 29526"/>
              <a:gd name="adj2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6031EDF-A575-649A-B578-9EA66EC42D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297" y="3045428"/>
            <a:ext cx="1538605" cy="80058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2C024AA-0635-FFC7-C7FF-4D0F9FC525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4746" y="3303355"/>
            <a:ext cx="2775579" cy="758574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9CD9D7E8-4229-95A9-C79D-A4692CE2357D}"/>
              </a:ext>
            </a:extLst>
          </p:cNvPr>
          <p:cNvSpPr txBox="1"/>
          <p:nvPr/>
        </p:nvSpPr>
        <p:spPr>
          <a:xfrm>
            <a:off x="7681113" y="4550456"/>
            <a:ext cx="1933925" cy="205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>
                <a:latin typeface="+mj-lt"/>
              </a:rPr>
              <a:t>Report generate base on database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B3D30ADF-2B4D-EB8D-F6A6-3EE98613D7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810" y="3962949"/>
            <a:ext cx="1563092" cy="93762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7692B4FA-6944-8C1E-623F-7B32044DD0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9843" y="3377205"/>
            <a:ext cx="2699496" cy="93762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19E12B8F-E9A2-0202-91AE-7B90185AE54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34746" y="4212075"/>
            <a:ext cx="2678267" cy="45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7872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6934"/>
    </mc:Choice>
    <mc:Fallback xmlns="">
      <p:transition spd="slow" advTm="56934"/>
    </mc:Fallback>
  </mc:AlternateContent>
  <p:timing>
    <p:tnLst>
      <p:par>
        <p:cTn id="1" dur="indefinite" restart="never" nodeType="tmRoot">
          <p:childTnLst>
            <p:par>
              <p:cTn id="2"/>
            </p:par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F0DD5A-76F6-D13A-E4A8-E344FDECB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272717-31E1-A448-CC91-F543E4347E5E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445496" y="380401"/>
            <a:ext cx="7590927" cy="490331"/>
          </a:xfrm>
        </p:spPr>
        <p:txBody>
          <a:bodyPr/>
          <a:lstStyle/>
          <a:p>
            <a:r>
              <a:rPr lang="en-US" sz="2800" dirty="0">
                <a:latin typeface="Aptos Display" panose="020B0004020202020204" pitchFamily="34" charset="0"/>
              </a:rPr>
              <a:t>Problem - Challenges with manual report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2357AF-090A-BB17-806F-FF0720FEA4A2}"/>
              </a:ext>
            </a:extLst>
          </p:cNvPr>
          <p:cNvSpPr txBox="1"/>
          <p:nvPr/>
        </p:nvSpPr>
        <p:spPr>
          <a:xfrm>
            <a:off x="878892" y="1942295"/>
            <a:ext cx="2289910" cy="1949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latin typeface="+mj-lt"/>
              </a:rPr>
              <a:t>Use tools and record on paper manually.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8388358D-5BA2-86CA-034B-5B191AB49B2F}"/>
              </a:ext>
            </a:extLst>
          </p:cNvPr>
          <p:cNvSpPr/>
          <p:nvPr/>
        </p:nvSpPr>
        <p:spPr>
          <a:xfrm>
            <a:off x="2580136" y="1392163"/>
            <a:ext cx="449381" cy="299258"/>
          </a:xfrm>
          <a:prstGeom prst="rightArrow">
            <a:avLst>
              <a:gd name="adj1" fmla="val 29526"/>
              <a:gd name="adj2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934AFAD-377A-536C-A6F4-102BAE122540}"/>
              </a:ext>
            </a:extLst>
          </p:cNvPr>
          <p:cNvSpPr txBox="1"/>
          <p:nvPr/>
        </p:nvSpPr>
        <p:spPr>
          <a:xfrm>
            <a:off x="2884711" y="1938463"/>
            <a:ext cx="2073960" cy="1949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latin typeface="+mj-lt"/>
              </a:rPr>
              <a:t>Handwrite measurements and calculate manually.</a:t>
            </a: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18AAF90C-F769-D048-AC97-9C79CDB22BF7}"/>
              </a:ext>
            </a:extLst>
          </p:cNvPr>
          <p:cNvSpPr/>
          <p:nvPr/>
        </p:nvSpPr>
        <p:spPr>
          <a:xfrm>
            <a:off x="4855309" y="1392163"/>
            <a:ext cx="449381" cy="299258"/>
          </a:xfrm>
          <a:prstGeom prst="rightArrow">
            <a:avLst>
              <a:gd name="adj1" fmla="val 29526"/>
              <a:gd name="adj2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83C8362-D216-61F9-9FAA-35D581393FDE}"/>
              </a:ext>
            </a:extLst>
          </p:cNvPr>
          <p:cNvSpPr txBox="1"/>
          <p:nvPr/>
        </p:nvSpPr>
        <p:spPr>
          <a:xfrm>
            <a:off x="5201331" y="1938462"/>
            <a:ext cx="2073960" cy="1949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latin typeface="+mj-lt"/>
              </a:rPr>
              <a:t>Type data manually into Excel spreadsheet.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FDC9287-A4D4-1C36-0161-4B4FAB72BDF6}"/>
              </a:ext>
            </a:extLst>
          </p:cNvPr>
          <p:cNvSpPr txBox="1"/>
          <p:nvPr/>
        </p:nvSpPr>
        <p:spPr>
          <a:xfrm>
            <a:off x="7417173" y="1938462"/>
            <a:ext cx="1619250" cy="1949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latin typeface="+mj-lt"/>
              </a:rPr>
              <a:t>Copy template and fill data manually.</a:t>
            </a:r>
          </a:p>
        </p:txBody>
      </p:sp>
      <p:graphicFrame>
        <p:nvGraphicFramePr>
          <p:cNvPr id="51" name="Table 50">
            <a:extLst>
              <a:ext uri="{FF2B5EF4-FFF2-40B4-BE49-F238E27FC236}">
                <a16:creationId xmlns:a16="http://schemas.microsoft.com/office/drawing/2014/main" id="{C7477D4A-A06A-E2B4-2161-25C7D40297F0}"/>
              </a:ext>
            </a:extLst>
          </p:cNvPr>
          <p:cNvGraphicFramePr>
            <a:graphicFrameLocks noGrp="1"/>
          </p:cNvGraphicFramePr>
          <p:nvPr/>
        </p:nvGraphicFramePr>
        <p:xfrm>
          <a:off x="1020277" y="2212852"/>
          <a:ext cx="7876788" cy="2834489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708375">
                  <a:extLst>
                    <a:ext uri="{9D8B030D-6E8A-4147-A177-3AD203B41FA5}">
                      <a16:colId xmlns:a16="http://schemas.microsoft.com/office/drawing/2014/main" val="1416200516"/>
                    </a:ext>
                  </a:extLst>
                </a:gridCol>
                <a:gridCol w="5168413">
                  <a:extLst>
                    <a:ext uri="{9D8B030D-6E8A-4147-A177-3AD203B41FA5}">
                      <a16:colId xmlns:a16="http://schemas.microsoft.com/office/drawing/2014/main" val="3682030339"/>
                    </a:ext>
                  </a:extLst>
                </a:gridCol>
              </a:tblGrid>
              <a:tr h="364593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 Key aspect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3874944"/>
                  </a:ext>
                </a:extLst>
              </a:tr>
              <a:tr h="607073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Manual Process Inefficiencies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❌ Time-consuming manual data entry from paper forms to Excel spreadsheet. 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❌ Human error occurs during manual data input process leading to inaccuracies. 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❌ No automated validation system to ensure data accuracy and completeness</a:t>
                      </a:r>
                      <a:endParaRPr lang="en-US" sz="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1203950"/>
                  </a:ext>
                </a:extLst>
              </a:tr>
              <a:tr h="607073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Report Generation Problems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❌ Manual copying and pasting of data into report templates takes significant time.  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❌ Inconsistent formatting and layout across different reports and operators.  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❌ No standardized process for report creation leads to quality variations.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683298"/>
                  </a:ext>
                </a:extLst>
              </a:tr>
              <a:tr h="607073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 Historical Data Management Issues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❌ Difficult to search and retrieve historical inspection records from paper files.  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❌ No centralized database for storing and organizing past inspection data.  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❌ Risk of losing important historical data due to physical file damage or misplacement.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6359001"/>
                  </a:ext>
                </a:extLst>
              </a:tr>
              <a:tr h="607073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Calculation and Analysis Problems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❌ Manual calculations for statistics (average, min, max) are time-consuming and error-prone.  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❌ No real-time data analysis available during inspection process.  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❌ Inconsistent calculation methods across different operators and reports.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8141121"/>
                  </a:ext>
                </a:extLst>
              </a:tr>
            </a:tbl>
          </a:graphicData>
        </a:graphic>
      </p:graphicFrame>
      <p:sp>
        <p:nvSpPr>
          <p:cNvPr id="4" name="Arrow: Right 3">
            <a:extLst>
              <a:ext uri="{FF2B5EF4-FFF2-40B4-BE49-F238E27FC236}">
                <a16:creationId xmlns:a16="http://schemas.microsoft.com/office/drawing/2014/main" id="{6869796F-CB69-153B-50CF-A7B517239BFA}"/>
              </a:ext>
            </a:extLst>
          </p:cNvPr>
          <p:cNvSpPr/>
          <p:nvPr/>
        </p:nvSpPr>
        <p:spPr>
          <a:xfrm>
            <a:off x="7050600" y="1392163"/>
            <a:ext cx="449381" cy="299258"/>
          </a:xfrm>
          <a:prstGeom prst="rightArrow">
            <a:avLst>
              <a:gd name="adj1" fmla="val 29526"/>
              <a:gd name="adj2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close-up of a couple of gauges&#10;&#10;AI-generated content may be incorrect.">
            <a:extLst>
              <a:ext uri="{FF2B5EF4-FFF2-40B4-BE49-F238E27FC236}">
                <a16:creationId xmlns:a16="http://schemas.microsoft.com/office/drawing/2014/main" id="{ECCA4207-07EE-1A3C-83F3-8091DAE842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978218" y="965079"/>
            <a:ext cx="1480588" cy="987058"/>
          </a:xfrm>
          <a:prstGeom prst="rect">
            <a:avLst/>
          </a:prstGeom>
        </p:spPr>
      </p:pic>
      <p:pic>
        <p:nvPicPr>
          <p:cNvPr id="18" name="Picture 17" descr="A close-up of a document&#10;&#10;AI-generated content may be incorrect.">
            <a:extLst>
              <a:ext uri="{FF2B5EF4-FFF2-40B4-BE49-F238E27FC236}">
                <a16:creationId xmlns:a16="http://schemas.microsoft.com/office/drawing/2014/main" id="{181F01A0-34F9-1FAA-3130-DCEAF76AB98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4752" y="942820"/>
            <a:ext cx="1405490" cy="985002"/>
          </a:xfrm>
          <a:prstGeom prst="rect">
            <a:avLst/>
          </a:prstGeom>
        </p:spPr>
      </p:pic>
      <p:pic>
        <p:nvPicPr>
          <p:cNvPr id="20" name="Picture 19" descr="A document with numbers and a number of times&#10;&#10;AI-generated content may be incorrect.">
            <a:extLst>
              <a:ext uri="{FF2B5EF4-FFF2-40B4-BE49-F238E27FC236}">
                <a16:creationId xmlns:a16="http://schemas.microsoft.com/office/drawing/2014/main" id="{16DCC97D-E15D-B13C-9AA0-1120E7FC1EB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5811" y="870732"/>
            <a:ext cx="841974" cy="1081405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0191BBFC-47F8-56FF-F383-4D84BCD6E06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97250" y="1268783"/>
            <a:ext cx="1560789" cy="408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5610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6934"/>
    </mc:Choice>
    <mc:Fallback xmlns="">
      <p:transition spd="slow" advTm="56934"/>
    </mc:Fallback>
  </mc:AlternateContent>
  <p:timing>
    <p:tnLst>
      <p:par>
        <p:cTn id="1" dur="indefinite" restart="never" nodeType="tmRoot">
          <p:childTnLst>
            <p:par>
              <p:cTn id="2"/>
            </p:par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DF216F-646E-5DAE-8A5E-5C0D0A6837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5CBEF6E0-C618-3355-003A-FBE9715BBAE7}"/>
              </a:ext>
            </a:extLst>
          </p:cNvPr>
          <p:cNvSpPr/>
          <p:nvPr/>
        </p:nvSpPr>
        <p:spPr>
          <a:xfrm>
            <a:off x="2216150" y="1054100"/>
            <a:ext cx="7848600" cy="73815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69DCBA-5581-AB6C-2B04-011E98DE1D7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445496" y="380401"/>
            <a:ext cx="7590927" cy="490331"/>
          </a:xfrm>
        </p:spPr>
        <p:txBody>
          <a:bodyPr/>
          <a:lstStyle/>
          <a:p>
            <a:r>
              <a:rPr lang="en-US" sz="2800" dirty="0">
                <a:latin typeface="Aptos Display" panose="020B0004020202020204" pitchFamily="34" charset="0"/>
              </a:rPr>
              <a:t>Solution – Online Data Input System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E8F36C-FD72-E9B3-B2E2-EC8261731240}"/>
              </a:ext>
            </a:extLst>
          </p:cNvPr>
          <p:cNvSpPr txBox="1"/>
          <p:nvPr/>
        </p:nvSpPr>
        <p:spPr>
          <a:xfrm>
            <a:off x="2348377" y="1084209"/>
            <a:ext cx="816460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>
                <a:latin typeface="Aptos Display" panose="020B0004020202020204" pitchFamily="34" charset="0"/>
              </a:rPr>
              <a:t>Transform manual inspection processes into digital web application with automated data </a:t>
            </a:r>
          </a:p>
          <a:p>
            <a:r>
              <a:rPr lang="en-US" i="1" dirty="0">
                <a:latin typeface="Aptos Display" panose="020B0004020202020204" pitchFamily="34" charset="0"/>
              </a:rPr>
              <a:t>entry and report generation.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8536D89-011E-C67B-F600-03B20D86EF51}"/>
              </a:ext>
            </a:extLst>
          </p:cNvPr>
          <p:cNvSpPr txBox="1"/>
          <p:nvPr/>
        </p:nvSpPr>
        <p:spPr>
          <a:xfrm>
            <a:off x="150906" y="1965100"/>
            <a:ext cx="189379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ptos Display" panose="020B0004020202020204" pitchFamily="34" charset="0"/>
              </a:rPr>
              <a:t>Key Components : 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5A70E5A-29C8-9B29-6DDE-FFB4A36F0116}"/>
              </a:ext>
            </a:extLst>
          </p:cNvPr>
          <p:cNvSpPr/>
          <p:nvPr/>
        </p:nvSpPr>
        <p:spPr>
          <a:xfrm>
            <a:off x="2127622" y="971550"/>
            <a:ext cx="220755" cy="93344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314D8C88-5B95-15DD-4E70-83C829F177ED}"/>
              </a:ext>
            </a:extLst>
          </p:cNvPr>
          <p:cNvSpPr/>
          <p:nvPr/>
        </p:nvSpPr>
        <p:spPr>
          <a:xfrm>
            <a:off x="150906" y="1048839"/>
            <a:ext cx="1844488" cy="73815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/>
              <a:t>Overview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254F37B-B189-E6BD-6095-E64416C546E8}"/>
              </a:ext>
            </a:extLst>
          </p:cNvPr>
          <p:cNvSpPr txBox="1"/>
          <p:nvPr/>
        </p:nvSpPr>
        <p:spPr>
          <a:xfrm>
            <a:off x="802178" y="3361320"/>
            <a:ext cx="1892300" cy="420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+mj-lt"/>
              </a:rPr>
              <a:t>Web Application Interface</a:t>
            </a:r>
          </a:p>
          <a:p>
            <a:r>
              <a:rPr lang="en-US" sz="1600" dirty="0">
                <a:latin typeface="+mj-lt"/>
              </a:rPr>
              <a:t> 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48F8A6A-45C4-02FA-7BA5-CDFCF3E8CC27}"/>
              </a:ext>
            </a:extLst>
          </p:cNvPr>
          <p:cNvSpPr txBox="1"/>
          <p:nvPr/>
        </p:nvSpPr>
        <p:spPr>
          <a:xfrm>
            <a:off x="802178" y="4646200"/>
            <a:ext cx="1893793" cy="25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+mj-lt"/>
              </a:rPr>
              <a:t>Search and Query System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BFE13BB-2EC3-C8F9-7C6E-7CCD6F4564FA}"/>
              </a:ext>
            </a:extLst>
          </p:cNvPr>
          <p:cNvSpPr txBox="1"/>
          <p:nvPr/>
        </p:nvSpPr>
        <p:spPr>
          <a:xfrm>
            <a:off x="4078485" y="4635561"/>
            <a:ext cx="1892300" cy="25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+mj-lt"/>
              </a:rPr>
              <a:t>Data Validation Module 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1A68DE2-25D2-F0AD-FCE1-277B60DA5D30}"/>
              </a:ext>
            </a:extLst>
          </p:cNvPr>
          <p:cNvSpPr txBox="1"/>
          <p:nvPr/>
        </p:nvSpPr>
        <p:spPr>
          <a:xfrm>
            <a:off x="4076992" y="3355453"/>
            <a:ext cx="1892300" cy="25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+mj-lt"/>
              </a:rPr>
              <a:t>Data Management System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EAA0B68-9086-5AB3-4AA3-222E43B3ECD8}"/>
              </a:ext>
            </a:extLst>
          </p:cNvPr>
          <p:cNvSpPr/>
          <p:nvPr/>
        </p:nvSpPr>
        <p:spPr>
          <a:xfrm>
            <a:off x="9779935" y="971550"/>
            <a:ext cx="339288" cy="93344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3FFEDD-1189-D8D6-6F0C-DBD614A3ED50}"/>
              </a:ext>
            </a:extLst>
          </p:cNvPr>
          <p:cNvSpPr txBox="1"/>
          <p:nvPr/>
        </p:nvSpPr>
        <p:spPr>
          <a:xfrm>
            <a:off x="7351746" y="4615210"/>
            <a:ext cx="1892300" cy="25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+mj-lt"/>
              </a:rPr>
              <a:t>Session Management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901067F-A5D8-4AC9-2337-E6F5D4EE3BF3}"/>
              </a:ext>
            </a:extLst>
          </p:cNvPr>
          <p:cNvSpPr txBox="1"/>
          <p:nvPr/>
        </p:nvSpPr>
        <p:spPr>
          <a:xfrm>
            <a:off x="7351807" y="3355453"/>
            <a:ext cx="1892300" cy="25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+mj-lt"/>
              </a:rPr>
              <a:t>Report Generation Engine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BF7FBC8-9AD0-B2A8-5F99-2FC9E26C34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2755" y="2456250"/>
            <a:ext cx="883832" cy="89920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88DD1D6-F149-59E9-96F8-E6A1FC5228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0295" y="2202110"/>
            <a:ext cx="1546164" cy="115190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80EC90AE-851D-4B3D-3E43-7C83E02958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2799" y="2226017"/>
            <a:ext cx="1534446" cy="1006166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AB2D2846-6FDA-D59C-0D6B-FF58A99862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6409" y="3826156"/>
            <a:ext cx="1129741" cy="820044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0D97F640-8799-F852-468D-E1BCB154B0F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00295" y="3652875"/>
            <a:ext cx="1466838" cy="1008025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ACD52476-3BD0-D9F5-2556-5086D673376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34756" y="3721934"/>
            <a:ext cx="1310531" cy="919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8559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6934"/>
    </mc:Choice>
    <mc:Fallback xmlns="">
      <p:transition spd="slow" advTm="56934"/>
    </mc:Fallback>
  </mc:AlternateContent>
  <p:timing>
    <p:tnLst>
      <p:par>
        <p:cTn id="1" dur="indefinite" restart="never" nodeType="tmRoot">
          <p:childTnLst>
            <p:par>
              <p:cTn id="2"/>
            </p:par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38318E-0D21-0E34-B134-E7439A23C691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391708" y="407295"/>
            <a:ext cx="8114757" cy="365777"/>
          </a:xfrm>
        </p:spPr>
        <p:txBody>
          <a:bodyPr/>
          <a:lstStyle/>
          <a:p>
            <a:r>
              <a:rPr lang="en-US" sz="2800" dirty="0"/>
              <a:t>Screen Shot for the developed user interface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30EBA1-5FEA-7D99-F63C-ABC797D82D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741" y="1842326"/>
            <a:ext cx="4213414" cy="249358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3A96B84-A79B-B20F-D8E7-9A25CB2EB3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3252" y="869765"/>
            <a:ext cx="2613213" cy="180789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01896F8-F302-81B2-0900-1C8C4240A2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6820" y="2990485"/>
            <a:ext cx="4213414" cy="217076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C2EB5E3-8743-7A93-E03D-13814E5E7473}"/>
              </a:ext>
            </a:extLst>
          </p:cNvPr>
          <p:cNvSpPr txBox="1"/>
          <p:nvPr/>
        </p:nvSpPr>
        <p:spPr>
          <a:xfrm>
            <a:off x="502023" y="1351864"/>
            <a:ext cx="2862941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latin typeface="+mj-lt"/>
                <a:cs typeface="Times"/>
              </a:rPr>
              <a:t>User Interface: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88B1FD2-8008-71C7-3F96-4A9CBA57ED9D}"/>
              </a:ext>
            </a:extLst>
          </p:cNvPr>
          <p:cNvSpPr txBox="1"/>
          <p:nvPr/>
        </p:nvSpPr>
        <p:spPr>
          <a:xfrm>
            <a:off x="5080000" y="1182587"/>
            <a:ext cx="2862941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latin typeface="+mj-lt"/>
                <a:cs typeface="Times"/>
              </a:rPr>
              <a:t>SQL database: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6FD167F-6D8D-DCF9-9618-7BC5F4D3E3C6}"/>
              </a:ext>
            </a:extLst>
          </p:cNvPr>
          <p:cNvSpPr txBox="1"/>
          <p:nvPr/>
        </p:nvSpPr>
        <p:spPr>
          <a:xfrm>
            <a:off x="5070721" y="2555238"/>
            <a:ext cx="2862941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latin typeface="+mj-lt"/>
                <a:cs typeface="Times"/>
              </a:rPr>
              <a:t>Excel report:</a:t>
            </a:r>
          </a:p>
        </p:txBody>
      </p:sp>
    </p:spTree>
    <p:extLst>
      <p:ext uri="{BB962C8B-B14F-4D97-AF65-F5344CB8AC3E}">
        <p14:creationId xmlns:p14="http://schemas.microsoft.com/office/powerpoint/2010/main" val="2536373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F0DD5A-76F6-D13A-E4A8-E344FDECB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272717-31E1-A448-CC91-F543E4347E5E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445497" y="380401"/>
            <a:ext cx="7300570" cy="490331"/>
          </a:xfrm>
        </p:spPr>
        <p:txBody>
          <a:bodyPr/>
          <a:lstStyle/>
          <a:p>
            <a:r>
              <a:rPr lang="en-US" sz="2800" dirty="0">
                <a:latin typeface="Aptos Display" panose="020B0004020202020204" pitchFamily="34" charset="0"/>
              </a:rPr>
              <a:t>User Experience - Before vs After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2F43BA02-2294-9289-3C50-75A893462AFA}"/>
              </a:ext>
            </a:extLst>
          </p:cNvPr>
          <p:cNvSpPr/>
          <p:nvPr/>
        </p:nvSpPr>
        <p:spPr>
          <a:xfrm>
            <a:off x="4668215" y="4294499"/>
            <a:ext cx="855134" cy="365777"/>
          </a:xfrm>
          <a:prstGeom prst="rightArrow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405361AC-8F92-A856-6B47-D2BE202193E7}"/>
              </a:ext>
            </a:extLst>
          </p:cNvPr>
          <p:cNvSpPr/>
          <p:nvPr/>
        </p:nvSpPr>
        <p:spPr>
          <a:xfrm>
            <a:off x="4668215" y="3025317"/>
            <a:ext cx="855134" cy="365777"/>
          </a:xfrm>
          <a:prstGeom prst="rightArrow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49EC4BEB-0C39-9C3B-119A-93FF6A153956}"/>
              </a:ext>
            </a:extLst>
          </p:cNvPr>
          <p:cNvSpPr/>
          <p:nvPr/>
        </p:nvSpPr>
        <p:spPr>
          <a:xfrm>
            <a:off x="4668215" y="1802447"/>
            <a:ext cx="855134" cy="365777"/>
          </a:xfrm>
          <a:prstGeom prst="rightArrow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23C3ECE-19D7-B51D-50FC-D0E34A6F3F46}"/>
              </a:ext>
            </a:extLst>
          </p:cNvPr>
          <p:cNvSpPr txBox="1"/>
          <p:nvPr/>
        </p:nvSpPr>
        <p:spPr>
          <a:xfrm>
            <a:off x="649683" y="981380"/>
            <a:ext cx="27670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Without OIR v6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645BB2A-7185-4AAD-3A6D-685BF79EBE96}"/>
              </a:ext>
            </a:extLst>
          </p:cNvPr>
          <p:cNvSpPr/>
          <p:nvPr/>
        </p:nvSpPr>
        <p:spPr>
          <a:xfrm>
            <a:off x="492383" y="2910318"/>
            <a:ext cx="3225800" cy="660400"/>
          </a:xfrm>
          <a:prstGeom prst="roundRect">
            <a:avLst/>
          </a:prstGeom>
          <a:solidFill>
            <a:schemeClr val="bg2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6A0E0205-FC61-6FC6-6ECC-7EC633E024F5}"/>
              </a:ext>
            </a:extLst>
          </p:cNvPr>
          <p:cNvSpPr/>
          <p:nvPr/>
        </p:nvSpPr>
        <p:spPr>
          <a:xfrm>
            <a:off x="495494" y="4165500"/>
            <a:ext cx="3225800" cy="660400"/>
          </a:xfrm>
          <a:prstGeom prst="roundRect">
            <a:avLst/>
          </a:prstGeom>
          <a:solidFill>
            <a:schemeClr val="bg2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ED4C472-F005-ED85-A696-D9F26121BCD1}"/>
              </a:ext>
            </a:extLst>
          </p:cNvPr>
          <p:cNvSpPr txBox="1"/>
          <p:nvPr/>
        </p:nvSpPr>
        <p:spPr>
          <a:xfrm>
            <a:off x="6691527" y="981380"/>
            <a:ext cx="27670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With </a:t>
            </a:r>
            <a:r>
              <a:rPr lang="en-US" altLang="zh-HK" b="1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OIR v6</a:t>
            </a:r>
            <a:endParaRPr lang="en-US" b="1" dirty="0">
              <a:solidFill>
                <a:srgbClr val="0000C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C33CF447-2CD5-319E-54CD-922694DF0DA4}"/>
              </a:ext>
            </a:extLst>
          </p:cNvPr>
          <p:cNvGrpSpPr/>
          <p:nvPr/>
        </p:nvGrpSpPr>
        <p:grpSpPr>
          <a:xfrm>
            <a:off x="58723" y="1655137"/>
            <a:ext cx="3758267" cy="660400"/>
            <a:chOff x="143197" y="1560719"/>
            <a:chExt cx="3758267" cy="660400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9BA56EB7-EB7F-9B9A-0D56-52A49C7E3FCA}"/>
                </a:ext>
              </a:extLst>
            </p:cNvPr>
            <p:cNvSpPr/>
            <p:nvPr/>
          </p:nvSpPr>
          <p:spPr>
            <a:xfrm>
              <a:off x="588087" y="1560719"/>
              <a:ext cx="3225800" cy="660400"/>
            </a:xfrm>
            <a:prstGeom prst="roundRect">
              <a:avLst/>
            </a:prstGeom>
            <a:solidFill>
              <a:schemeClr val="bg2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EC5A2AA-CFD1-770A-254C-CC8EB5EB753A}"/>
                </a:ext>
              </a:extLst>
            </p:cNvPr>
            <p:cNvSpPr txBox="1"/>
            <p:nvPr/>
          </p:nvSpPr>
          <p:spPr>
            <a:xfrm>
              <a:off x="143197" y="1560719"/>
              <a:ext cx="3758267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1" algn="ctr"/>
              <a:r>
                <a:rPr lang="en-US" sz="16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Manual form handling</a:t>
              </a:r>
            </a:p>
            <a:p>
              <a:pPr lvl="1"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Staff must navigate through multiple paper forms and manually transfer data between systems.</a:t>
              </a:r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E788BF2A-97F4-3C64-6457-BE29CCE7F39E}"/>
              </a:ext>
            </a:extLst>
          </p:cNvPr>
          <p:cNvSpPr txBox="1"/>
          <p:nvPr/>
        </p:nvSpPr>
        <p:spPr>
          <a:xfrm>
            <a:off x="764803" y="2910318"/>
            <a:ext cx="270341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Manual report creation</a:t>
            </a:r>
          </a:p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Staff must copy data manually into templates and format reports by hand..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EB7DA43-9666-584F-DF76-7A9AB55C4300}"/>
              </a:ext>
            </a:extLst>
          </p:cNvPr>
          <p:cNvSpPr txBox="1"/>
          <p:nvPr/>
        </p:nvSpPr>
        <p:spPr>
          <a:xfrm>
            <a:off x="508164" y="4184925"/>
            <a:ext cx="319423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Manual Excel file management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Staff manually create and maintain Excel files with risk of corruption and version conflicts.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3FFBB1E6-27F2-19C4-41B7-0F61AD135B44}"/>
              </a:ext>
            </a:extLst>
          </p:cNvPr>
          <p:cNvGrpSpPr/>
          <p:nvPr/>
        </p:nvGrpSpPr>
        <p:grpSpPr>
          <a:xfrm>
            <a:off x="6462151" y="1655137"/>
            <a:ext cx="3237030" cy="660400"/>
            <a:chOff x="588087" y="1560719"/>
            <a:chExt cx="3237030" cy="660400"/>
          </a:xfrm>
        </p:grpSpPr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DD466B66-9064-1CD3-CD3E-DB1C36ED8A71}"/>
                </a:ext>
              </a:extLst>
            </p:cNvPr>
            <p:cNvSpPr/>
            <p:nvPr/>
          </p:nvSpPr>
          <p:spPr>
            <a:xfrm>
              <a:off x="588087" y="1560719"/>
              <a:ext cx="3225800" cy="660400"/>
            </a:xfrm>
            <a:prstGeom prst="roundRect">
              <a:avLst/>
            </a:prstGeom>
            <a:solidFill>
              <a:schemeClr val="bg2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FC140BD3-2D72-5E68-05B6-15B7BD0D63D1}"/>
                </a:ext>
              </a:extLst>
            </p:cNvPr>
            <p:cNvSpPr txBox="1"/>
            <p:nvPr/>
          </p:nvSpPr>
          <p:spPr>
            <a:xfrm>
              <a:off x="654923" y="1560719"/>
              <a:ext cx="3170194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Automated web interface</a:t>
              </a:r>
            </a:p>
            <a:p>
              <a:pPr algn="ctr"/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Single web application handles all data input with multi-language support and responsive design.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BC4B80CC-F3AF-BFEE-4E87-B3B3EADF3919}"/>
              </a:ext>
            </a:extLst>
          </p:cNvPr>
          <p:cNvGrpSpPr/>
          <p:nvPr/>
        </p:nvGrpSpPr>
        <p:grpSpPr>
          <a:xfrm>
            <a:off x="6473381" y="2910318"/>
            <a:ext cx="3225800" cy="660400"/>
            <a:chOff x="588087" y="1560719"/>
            <a:chExt cx="3225800" cy="660400"/>
          </a:xfrm>
        </p:grpSpPr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7A9B942E-0279-047B-B89B-A3A6BF79CBB0}"/>
                </a:ext>
              </a:extLst>
            </p:cNvPr>
            <p:cNvSpPr/>
            <p:nvPr/>
          </p:nvSpPr>
          <p:spPr>
            <a:xfrm>
              <a:off x="588087" y="1560719"/>
              <a:ext cx="3225800" cy="660400"/>
            </a:xfrm>
            <a:prstGeom prst="roundRect">
              <a:avLst/>
            </a:prstGeom>
            <a:solidFill>
              <a:schemeClr val="bg2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8838D218-F2EC-F21C-D073-99B6E54F531E}"/>
                </a:ext>
              </a:extLst>
            </p:cNvPr>
            <p:cNvSpPr txBox="1"/>
            <p:nvPr/>
          </p:nvSpPr>
          <p:spPr>
            <a:xfrm>
              <a:off x="654923" y="1560719"/>
              <a:ext cx="3092128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Automated report generation</a:t>
              </a:r>
            </a:p>
            <a:p>
              <a:pPr algn="ctr"/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System automatically creates standardized Excel reports using predefined templates.</a:t>
              </a:r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234E9ED9-27EF-32F5-4131-B6F60AAC35DA}"/>
              </a:ext>
            </a:extLst>
          </p:cNvPr>
          <p:cNvGrpSpPr/>
          <p:nvPr/>
        </p:nvGrpSpPr>
        <p:grpSpPr>
          <a:xfrm>
            <a:off x="6462151" y="4161576"/>
            <a:ext cx="3225800" cy="660400"/>
            <a:chOff x="588087" y="1560719"/>
            <a:chExt cx="3225800" cy="660400"/>
          </a:xfrm>
        </p:grpSpPr>
        <p:sp>
          <p:nvSpPr>
            <p:cNvPr id="57" name="Rectangle: Rounded Corners 56">
              <a:extLst>
                <a:ext uri="{FF2B5EF4-FFF2-40B4-BE49-F238E27FC236}">
                  <a16:creationId xmlns:a16="http://schemas.microsoft.com/office/drawing/2014/main" id="{52C83248-30A6-AA44-2A35-BBE77D123496}"/>
                </a:ext>
              </a:extLst>
            </p:cNvPr>
            <p:cNvSpPr/>
            <p:nvPr/>
          </p:nvSpPr>
          <p:spPr>
            <a:xfrm>
              <a:off x="588087" y="1560719"/>
              <a:ext cx="3225800" cy="660400"/>
            </a:xfrm>
            <a:prstGeom prst="roundRect">
              <a:avLst/>
            </a:prstGeom>
            <a:solidFill>
              <a:schemeClr val="bg2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620060A3-AA71-E1F8-58FA-4F61BCA9710A}"/>
                </a:ext>
              </a:extLst>
            </p:cNvPr>
            <p:cNvSpPr txBox="1"/>
            <p:nvPr/>
          </p:nvSpPr>
          <p:spPr>
            <a:xfrm>
              <a:off x="654923" y="1560719"/>
              <a:ext cx="3092128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Structured database system</a:t>
              </a:r>
            </a:p>
            <a:p>
              <a:pPr algn="ctr"/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Centralized Excel database with automated data organization and standardized storage format.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19797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6934"/>
    </mc:Choice>
    <mc:Fallback xmlns="">
      <p:transition spd="slow" advTm="5693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par>
              <p:cTn id="27"/>
            </p:par>
          </p:childTnLst>
        </p:cTn>
      </p:par>
    </p:tnLst>
    <p:bldLst>
      <p:bldP spid="10" grpId="0" animBg="1"/>
      <p:bldP spid="11" grpId="0" animBg="1"/>
      <p:bldP spid="1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96A160-42DA-91B2-05CF-51AF91631D98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391708" y="407295"/>
            <a:ext cx="8038041" cy="365777"/>
          </a:xfrm>
        </p:spPr>
        <p:txBody>
          <a:bodyPr anchor="ctr"/>
          <a:lstStyle/>
          <a:p>
            <a:r>
              <a:rPr lang="en-US"/>
              <a:t>This Program is part of the QA Digitalization Project which is the orange part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936E627-3A57-00A4-D052-F29886D212D0}"/>
              </a:ext>
            </a:extLst>
          </p:cNvPr>
          <p:cNvSpPr/>
          <p:nvPr/>
        </p:nvSpPr>
        <p:spPr>
          <a:xfrm>
            <a:off x="899620" y="4354586"/>
            <a:ext cx="1624506" cy="692544"/>
          </a:xfrm>
          <a:prstGeom prst="roundRect">
            <a:avLst/>
          </a:prstGeom>
          <a:solidFill>
            <a:schemeClr val="accent6">
              <a:alpha val="2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561F864-99E0-1E2D-A135-A5B15CFF769F}"/>
              </a:ext>
            </a:extLst>
          </p:cNvPr>
          <p:cNvSpPr/>
          <p:nvPr/>
        </p:nvSpPr>
        <p:spPr>
          <a:xfrm>
            <a:off x="3957145" y="2619375"/>
            <a:ext cx="1329230" cy="691702"/>
          </a:xfrm>
          <a:prstGeom prst="roundRect">
            <a:avLst/>
          </a:prstGeom>
          <a:solidFill>
            <a:schemeClr val="accent6">
              <a:alpha val="2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3B7E269-1222-F9C9-F138-9565A81AA2CB}"/>
              </a:ext>
            </a:extLst>
          </p:cNvPr>
          <p:cNvSpPr/>
          <p:nvPr/>
        </p:nvSpPr>
        <p:spPr>
          <a:xfrm>
            <a:off x="6185994" y="1685925"/>
            <a:ext cx="2264070" cy="2222687"/>
          </a:xfrm>
          <a:prstGeom prst="roundRect">
            <a:avLst/>
          </a:prstGeom>
          <a:solidFill>
            <a:schemeClr val="accent6">
              <a:alpha val="2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8458FED-2317-17FB-6479-31AEA8B4AE79}"/>
              </a:ext>
            </a:extLst>
          </p:cNvPr>
          <p:cNvGrpSpPr/>
          <p:nvPr/>
        </p:nvGrpSpPr>
        <p:grpSpPr>
          <a:xfrm>
            <a:off x="899620" y="870978"/>
            <a:ext cx="7550444" cy="4274763"/>
            <a:chOff x="899620" y="870978"/>
            <a:chExt cx="7550444" cy="4274763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2A3FF88-6819-2A80-9DBF-1F5D41866FF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99620" y="870978"/>
              <a:ext cx="7550444" cy="4274763"/>
            </a:xfrm>
            <a:prstGeom prst="rect">
              <a:avLst/>
            </a:prstGeom>
          </p:spPr>
        </p:pic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8707C0DB-162C-0046-4FAA-89C043921C88}"/>
                </a:ext>
              </a:extLst>
            </p:cNvPr>
            <p:cNvSpPr/>
            <p:nvPr/>
          </p:nvSpPr>
          <p:spPr>
            <a:xfrm>
              <a:off x="7422292" y="4700858"/>
              <a:ext cx="1027772" cy="42546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6638530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B7E5B1-CC0C-8E4E-188C-FDA0E6CE25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35FF89-92EA-11B5-DA7C-8C307823E7E1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445496" y="380401"/>
            <a:ext cx="7590927" cy="490331"/>
          </a:xfrm>
        </p:spPr>
        <p:txBody>
          <a:bodyPr/>
          <a:lstStyle/>
          <a:p>
            <a:r>
              <a:rPr lang="en-US" sz="2800">
                <a:latin typeface="Aptos Display" panose="020B0004020202020204" pitchFamily="34" charset="0"/>
              </a:rPr>
              <a:t>Request for the development server in KM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CB7A347-43F5-E4AA-9CB3-BF3327D0A813}"/>
              </a:ext>
            </a:extLst>
          </p:cNvPr>
          <p:cNvSpPr txBox="1"/>
          <p:nvPr/>
        </p:nvSpPr>
        <p:spPr>
          <a:xfrm>
            <a:off x="772714" y="979955"/>
            <a:ext cx="9560708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+mj-lt"/>
                <a:cs typeface="Times"/>
              </a:rPr>
              <a:t>We would like to apply a Development Server in KM for the test purpose.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59367BD-4367-EE9C-788C-E9520D0F92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162" y="1481522"/>
            <a:ext cx="9591675" cy="21050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01AC89F-C71F-8B4A-4A2A-E152350EDF1E}"/>
              </a:ext>
            </a:extLst>
          </p:cNvPr>
          <p:cNvSpPr txBox="1"/>
          <p:nvPr/>
        </p:nvSpPr>
        <p:spPr>
          <a:xfrm>
            <a:off x="1057275" y="3553388"/>
            <a:ext cx="83915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+mj-lt"/>
              </a:rPr>
              <a:t>In the development Server, we will install the python run the html and SQL Server Management Studio to access the China QA Database </a:t>
            </a:r>
          </a:p>
        </p:txBody>
      </p:sp>
    </p:spTree>
    <p:extLst>
      <p:ext uri="{BB962C8B-B14F-4D97-AF65-F5344CB8AC3E}">
        <p14:creationId xmlns:p14="http://schemas.microsoft.com/office/powerpoint/2010/main" val="32329609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6934"/>
    </mc:Choice>
    <mc:Fallback xmlns="">
      <p:transition spd="slow" advTm="56934"/>
    </mc:Fallback>
  </mc:AlternateContent>
  <p:timing>
    <p:tnLst>
      <p:par>
        <p:cTn id="1" dur="indefinite" restart="never" nodeType="tmRoot">
          <p:childTnLst>
            <p:par>
              <p:cTn id="2"/>
            </p:par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BC1110-7A30-60B5-B852-C4CBC8A1B8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71FCBD-9BD5-28EC-9776-E7A0D2025A38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445497" y="380401"/>
            <a:ext cx="7300570" cy="490331"/>
          </a:xfrm>
        </p:spPr>
        <p:txBody>
          <a:bodyPr/>
          <a:lstStyle/>
          <a:p>
            <a:r>
              <a:rPr lang="en-US" sz="2800">
                <a:latin typeface="Aptos Display" panose="020B0004020202020204" pitchFamily="34" charset="0"/>
              </a:rPr>
              <a:t>Current Data Workflow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D47E93F-CF59-B707-79CC-80601ACB3641}"/>
              </a:ext>
            </a:extLst>
          </p:cNvPr>
          <p:cNvSpPr/>
          <p:nvPr/>
        </p:nvSpPr>
        <p:spPr>
          <a:xfrm>
            <a:off x="768037" y="3120993"/>
            <a:ext cx="8841858" cy="1848632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Arrow: Right 1">
            <a:extLst>
              <a:ext uri="{FF2B5EF4-FFF2-40B4-BE49-F238E27FC236}">
                <a16:creationId xmlns:a16="http://schemas.microsoft.com/office/drawing/2014/main" id="{A1EB0B7B-9B26-D3C3-54FA-BD60F6FCADAC}"/>
              </a:ext>
            </a:extLst>
          </p:cNvPr>
          <p:cNvSpPr/>
          <p:nvPr/>
        </p:nvSpPr>
        <p:spPr>
          <a:xfrm>
            <a:off x="4138212" y="3765682"/>
            <a:ext cx="449381" cy="299258"/>
          </a:xfrm>
          <a:prstGeom prst="rightArrow">
            <a:avLst>
              <a:gd name="adj1" fmla="val 29526"/>
              <a:gd name="adj2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Apple Ipad Vector Art, Icons, and Graphics for Free Download">
            <a:extLst>
              <a:ext uri="{FF2B5EF4-FFF2-40B4-BE49-F238E27FC236}">
                <a16:creationId xmlns:a16="http://schemas.microsoft.com/office/drawing/2014/main" id="{F00C4168-F009-8040-E3D9-762888659B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778" b="93333" l="9778" r="89778">
                        <a14:foregroundMark x1="50667" y1="14222" x2="50667" y2="14222"/>
                        <a14:foregroundMark x1="68889" y1="9778" x2="68889" y2="9778"/>
                        <a14:foregroundMark x1="25333" y1="13333" x2="75556" y2="12889"/>
                        <a14:foregroundMark x1="24444" y1="16889" x2="24444" y2="50222"/>
                        <a14:foregroundMark x1="24000" y1="53333" x2="23556" y2="64444"/>
                        <a14:foregroundMark x1="24889" y1="84889" x2="24889" y2="84889"/>
                        <a14:foregroundMark x1="26667" y1="89333" x2="26667" y2="89333"/>
                        <a14:foregroundMark x1="39556" y1="89333" x2="39556" y2="89333"/>
                        <a14:foregroundMark x1="49333" y1="88444" x2="49333" y2="88444"/>
                        <a14:foregroundMark x1="53333" y1="88444" x2="54222" y2="88444"/>
                        <a14:foregroundMark x1="61333" y1="88444" x2="61333" y2="88444"/>
                        <a14:foregroundMark x1="64889" y1="88444" x2="64889" y2="88444"/>
                        <a14:foregroundMark x1="69333" y1="89333" x2="69333" y2="89333"/>
                        <a14:foregroundMark x1="75556" y1="88444" x2="75556" y2="88444"/>
                        <a14:foregroundMark x1="77333" y1="81778" x2="77333" y2="81778"/>
                        <a14:foregroundMark x1="78222" y1="76889" x2="78222" y2="76889"/>
                        <a14:foregroundMark x1="79111" y1="70667" x2="79111" y2="70667"/>
                        <a14:foregroundMark x1="78667" y1="68889" x2="78667" y2="68889"/>
                        <a14:foregroundMark x1="77778" y1="65333" x2="77778" y2="65333"/>
                        <a14:foregroundMark x1="77778" y1="64444" x2="77778" y2="64444"/>
                        <a14:foregroundMark x1="77778" y1="64000" x2="77778" y2="64000"/>
                        <a14:foregroundMark x1="77778" y1="61778" x2="77778" y2="61778"/>
                        <a14:foregroundMark x1="77778" y1="60000" x2="77778" y2="60000"/>
                        <a14:foregroundMark x1="77778" y1="59556" x2="77778" y2="59556"/>
                        <a14:foregroundMark x1="77778" y1="58667" x2="77778" y2="58667"/>
                        <a14:foregroundMark x1="77333" y1="56889" x2="77333" y2="56889"/>
                        <a14:foregroundMark x1="77333" y1="56444" x2="77333" y2="56444"/>
                        <a14:foregroundMark x1="77333" y1="56000" x2="77333" y2="56000"/>
                        <a14:foregroundMark x1="77333" y1="55556" x2="77333" y2="55556"/>
                        <a14:foregroundMark x1="77333" y1="54667" x2="76889" y2="12889"/>
                        <a14:foregroundMark x1="77333" y1="61333" x2="75556" y2="89333"/>
                        <a14:foregroundMark x1="23111" y1="67111" x2="26222" y2="12889"/>
                        <a14:foregroundMark x1="20000" y1="25333" x2="22222" y2="26222"/>
                        <a14:foregroundMark x1="24000" y1="20000" x2="24000" y2="27111"/>
                        <a14:foregroundMark x1="23556" y1="35111" x2="24000" y2="36889"/>
                        <a14:foregroundMark x1="24000" y1="39111" x2="24000" y2="40000"/>
                        <a14:foregroundMark x1="24000" y1="40444" x2="24000" y2="42667"/>
                        <a14:foregroundMark x1="26667" y1="72000" x2="26222" y2="73778"/>
                        <a14:foregroundMark x1="25333" y1="74667" x2="25333" y2="74667"/>
                        <a14:foregroundMark x1="25333" y1="74667" x2="25333" y2="74667"/>
                        <a14:foregroundMark x1="25333" y1="72444" x2="25333" y2="72444"/>
                        <a14:foregroundMark x1="24000" y1="71556" x2="24000" y2="71556"/>
                        <a14:foregroundMark x1="24000" y1="71556" x2="24000" y2="71556"/>
                        <a14:foregroundMark x1="23111" y1="74667" x2="23111" y2="75556"/>
                        <a14:foregroundMark x1="23111" y1="76000" x2="23111" y2="76000"/>
                        <a14:foregroundMark x1="23111" y1="76444" x2="22667" y2="79556"/>
                        <a14:foregroundMark x1="22222" y1="81778" x2="22222" y2="81778"/>
                        <a14:foregroundMark x1="22222" y1="82667" x2="22222" y2="84000"/>
                        <a14:foregroundMark x1="22222" y1="87111" x2="23111" y2="88444"/>
                        <a14:foregroundMark x1="23111" y1="88444" x2="23111" y2="88444"/>
                        <a14:foregroundMark x1="23111" y1="89778" x2="23111" y2="89778"/>
                        <a14:foregroundMark x1="27556" y1="90222" x2="32000" y2="89333"/>
                        <a14:foregroundMark x1="32444" y1="89333" x2="32444" y2="89333"/>
                        <a14:foregroundMark x1="32444" y1="89333" x2="32444" y2="89333"/>
                        <a14:foregroundMark x1="39111" y1="90667" x2="39111" y2="90667"/>
                        <a14:foregroundMark x1="39556" y1="90667" x2="39556" y2="90667"/>
                        <a14:foregroundMark x1="66222" y1="92000" x2="66222" y2="92000"/>
                        <a14:foregroundMark x1="20889" y1="25778" x2="20889" y2="25778"/>
                        <a14:foregroundMark x1="22222" y1="20444" x2="22222" y2="22667"/>
                        <a14:backgroundMark x1="69333" y1="99111" x2="66667" y2="97333"/>
                        <a14:backgroundMark x1="16444" y1="27556" x2="16444" y2="2711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7346" y="3304908"/>
            <a:ext cx="502476" cy="502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Desktop Computer Cartoon Images – Browse 112,283 Stock Photos, Vectors, and  Video | Adobe Stock">
            <a:extLst>
              <a:ext uri="{FF2B5EF4-FFF2-40B4-BE49-F238E27FC236}">
                <a16:creationId xmlns:a16="http://schemas.microsoft.com/office/drawing/2014/main" id="{8E9A9D69-C2B7-2E22-FE60-2A46E0ADBF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>
                        <a14:foregroundMark x1="37109" y1="37563" x2="27951" y2="29461"/>
                        <a14:foregroundMark x1="34375" y1="22843" x2="31250" y2="30964"/>
                        <a14:foregroundMark x1="48047" y1="37563" x2="48047" y2="37563"/>
                        <a14:foregroundMark x1="50391" y1="36548" x2="50391" y2="36548"/>
                        <a14:foregroundMark x1="56250" y1="31980" x2="56250" y2="31980"/>
                        <a14:foregroundMark x1="56250" y1="31980" x2="56250" y2="31980"/>
                        <a14:foregroundMark x1="66406" y1="41117" x2="67188" y2="43655"/>
                        <a14:foregroundMark x1="67578" y1="43655" x2="67578" y2="43655"/>
                        <a14:foregroundMark x1="66797" y1="45178" x2="66797" y2="45178"/>
                        <a14:foregroundMark x1="58984" y1="44670" x2="55078" y2="46193"/>
                        <a14:foregroundMark x1="46094" y1="53807" x2="42578" y2="55330"/>
                        <a14:foregroundMark x1="38672" y1="53299" x2="38672" y2="53299"/>
                        <a14:foregroundMark x1="34766" y1="51777" x2="30859" y2="47716"/>
                        <a14:foregroundMark x1="30859" y1="40609" x2="30469" y2="42640"/>
                        <a14:foregroundMark x1="38281" y1="44162" x2="68359" y2="48223"/>
                        <a14:foregroundMark x1="48438" y1="50254" x2="49219" y2="51777"/>
                        <a14:foregroundMark x1="50781" y1="40102" x2="50781" y2="40102"/>
                        <a14:foregroundMark x1="56641" y1="35533" x2="56641" y2="35533"/>
                        <a14:foregroundMark x1="60547" y1="35025" x2="61719" y2="35025"/>
                        <a14:foregroundMark x1="71094" y1="65990" x2="71094" y2="65990"/>
                        <a14:foregroundMark x1="68151" y1="66753" x2="66797" y2="67005"/>
                        <a14:foregroundMark x1="69531" y1="66497" x2="69400" y2="66521"/>
                        <a14:foregroundMark x1="52344" y1="67005" x2="52344" y2="67005"/>
                        <a14:foregroundMark x1="51563" y1="67005" x2="50993" y2="67005"/>
                        <a14:foregroundMark x1="21484" y1="20305" x2="21484" y2="20305"/>
                        <a14:foregroundMark x1="29297" y1="22335" x2="29297" y2="22335"/>
                        <a14:foregroundMark x1="29688" y1="22335" x2="32031" y2="20812"/>
                        <a14:foregroundMark x1="32422" y1="20305" x2="32422" y2="20305"/>
                        <a14:foregroundMark x1="32422" y1="20305" x2="32422" y2="20305"/>
                        <a14:foregroundMark x1="37500" y1="20305" x2="39844" y2="20812"/>
                        <a14:foregroundMark x1="42188" y1="20812" x2="42188" y2="20812"/>
                        <a14:foregroundMark x1="46484" y1="20812" x2="46484" y2="20812"/>
                        <a14:foregroundMark x1="50781" y1="22843" x2="57031" y2="23350"/>
                        <a14:foregroundMark x1="57813" y1="20812" x2="57813" y2="20812"/>
                        <a14:foregroundMark x1="60156" y1="20812" x2="61719" y2="20305"/>
                        <a14:foregroundMark x1="63281" y1="20305" x2="64453" y2="20305"/>
                        <a14:foregroundMark x1="28516" y1="55838" x2="27344" y2="56853"/>
                        <a14:foregroundMark x1="26953" y1="57360" x2="26953" y2="57360"/>
                        <a14:foregroundMark x1="26762" y1="57360" x2="28906" y2="57360"/>
                        <a14:foregroundMark x1="31250" y1="81218" x2="31250" y2="81218"/>
                        <a14:foregroundMark x1="36170" y1="81714" x2="36328" y2="81726"/>
                        <a14:foregroundMark x1="30097" y1="81249" x2="31497" y2="81357"/>
                        <a14:foregroundMark x1="57344" y1="79222" x2="57422" y2="79188"/>
                        <a14:foregroundMark x1="57422" y1="79188" x2="57422" y2="79188"/>
                        <a14:foregroundMark x1="35156" y1="37563" x2="26762" y2="28676"/>
                        <a14:foregroundMark x1="75391" y1="23350" x2="75391" y2="21320"/>
                        <a14:foregroundMark x1="75391" y1="24365" x2="75391" y2="23350"/>
                        <a14:foregroundMark x1="75391" y1="24873" x2="75391" y2="24365"/>
                        <a14:foregroundMark x1="75391" y1="25381" x2="75391" y2="24873"/>
                        <a14:foregroundMark x1="80469" y1="24365" x2="80460" y2="24668"/>
                        <a14:foregroundMark x1="77326" y1="24873" x2="77402" y2="25381"/>
                        <a14:foregroundMark x1="77249" y1="24365" x2="77326" y2="24873"/>
                        <a14:foregroundMark x1="77097" y1="23350" x2="77249" y2="24365"/>
                        <a14:foregroundMark x1="76563" y1="19797" x2="77097" y2="23350"/>
                        <a14:foregroundMark x1="46230" y1="66617" x2="45837" y2="66712"/>
                        <a14:foregroundMark x1="52129" y1="65194" x2="50283" y2="65639"/>
                        <a14:foregroundMark x1="69933" y1="60897" x2="62545" y2="62680"/>
                        <a14:foregroundMark x1="55582" y1="73372" x2="54389" y2="73537"/>
                        <a14:foregroundMark x1="19531" y1="21827" x2="19531" y2="21827"/>
                        <a14:foregroundMark x1="19559" y1="22335" x2="19615" y2="23350"/>
                        <a14:foregroundMark x1="19531" y1="21827" x2="19559" y2="22335"/>
                        <a14:foregroundMark x1="20284" y1="60733" x2="20703" y2="60914"/>
                        <a14:foregroundMark x1="20313" y1="60715" x2="20313" y2="60914"/>
                        <a14:foregroundMark x1="19922" y1="63959" x2="19922" y2="63959"/>
                        <a14:foregroundMark x1="19922" y1="65482" x2="19922" y2="67513"/>
                        <a14:foregroundMark x1="18696" y1="23350" x2="18750" y2="22335"/>
                        <a14:foregroundMark x1="19922" y1="31472" x2="19922" y2="31472"/>
                        <a14:foregroundMark x1="20313" y1="34518" x2="20313" y2="34518"/>
                        <a14:foregroundMark x1="20313" y1="38071" x2="20313" y2="39086"/>
                        <a14:foregroundMark x1="19922" y1="41117" x2="19922" y2="42132"/>
                        <a14:foregroundMark x1="19922" y1="43655" x2="19922" y2="44670"/>
                        <a14:foregroundMark x1="36719" y1="62944" x2="36719" y2="62944"/>
                        <a14:foregroundMark x1="42188" y1="63959" x2="30078" y2="63452"/>
                        <a14:foregroundMark x1="34375" y1="57360" x2="34375" y2="57360"/>
                        <a14:foregroundMark x1="49219" y1="56853" x2="49219" y2="56853"/>
                        <a14:foregroundMark x1="60547" y1="57360" x2="60547" y2="57360"/>
                        <a14:foregroundMark x1="53516" y1="80711" x2="53516" y2="80711"/>
                        <a14:foregroundMark x1="36719" y1="82234" x2="36453" y2="82580"/>
                        <a14:foregroundMark x1="42188" y1="79188" x2="42188" y2="79188"/>
                        <a14:foregroundMark x1="46875" y1="74112" x2="46875" y2="74112"/>
                        <a14:foregroundMark x1="46094" y1="71066" x2="46094" y2="71066"/>
                        <a14:foregroundMark x1="46875" y1="73096" x2="46875" y2="73096"/>
                        <a14:foregroundMark x1="48438" y1="73096" x2="50000" y2="73096"/>
                        <a14:foregroundMark x1="51563" y1="73096" x2="51563" y2="73096"/>
                        <a14:foregroundMark x1="51953" y1="74112" x2="51953" y2="74112"/>
                        <a14:foregroundMark x1="51953" y1="74619" x2="51953" y2="75127"/>
                        <a14:foregroundMark x1="52734" y1="75635" x2="53125" y2="76142"/>
                        <a14:foregroundMark x1="53125" y1="76142" x2="53125" y2="76142"/>
                        <a14:foregroundMark x1="52344" y1="76142" x2="52344" y2="76142"/>
                        <a14:foregroundMark x1="50781" y1="75635" x2="50391" y2="75635"/>
                        <a14:foregroundMark x1="49219" y1="75635" x2="48047" y2="75635"/>
                        <a14:foregroundMark x1="46875" y1="75635" x2="46484" y2="75635"/>
                        <a14:foregroundMark x1="51953" y1="75127" x2="51563" y2="75127"/>
                        <a14:foregroundMark x1="51563" y1="75127" x2="51563" y2="75127"/>
                        <a14:foregroundMark x1="50781" y1="75127" x2="50781" y2="75127"/>
                        <a14:foregroundMark x1="50000" y1="75127" x2="50000" y2="74619"/>
                        <a14:foregroundMark x1="49219" y1="74112" x2="51953" y2="74619"/>
                        <a14:foregroundMark x1="51953" y1="74619" x2="53906" y2="75127"/>
                        <a14:foregroundMark x1="76953" y1="79188" x2="76953" y2="79188"/>
                        <a14:backgroundMark x1="33203" y1="85279" x2="33203" y2="85279"/>
                        <a14:backgroundMark x1="37500" y1="85279" x2="37500" y2="85279"/>
                        <a14:backgroundMark x1="37500" y1="84772" x2="35156" y2="86294"/>
                        <a14:backgroundMark x1="40234" y1="83756" x2="40234" y2="83756"/>
                        <a14:backgroundMark x1="39766" y1="85344" x2="42188" y2="84772"/>
                        <a14:backgroundMark x1="37891" y1="85787" x2="39045" y2="85514"/>
                        <a14:backgroundMark x1="35938" y1="83756" x2="35938" y2="83756"/>
                        <a14:backgroundMark x1="35938" y1="83249" x2="36719" y2="83249"/>
                        <a14:backgroundMark x1="37891" y1="83249" x2="39453" y2="83756"/>
                        <a14:backgroundMark x1="39453" y1="83756" x2="39453" y2="83756"/>
                        <a14:backgroundMark x1="35547" y1="83756" x2="35547" y2="83756"/>
                        <a14:backgroundMark x1="35547" y1="83756" x2="35938" y2="83756"/>
                        <a14:backgroundMark x1="38210" y1="83756" x2="38281" y2="83756"/>
                        <a14:backgroundMark x1="37109" y1="83756" x2="37322" y2="83756"/>
                        <a14:backgroundMark x1="38281" y1="83756" x2="38281" y2="83756"/>
                        <a14:backgroundMark x1="39453" y1="83249" x2="39453" y2="83249"/>
                        <a14:backgroundMark x1="37109" y1="83756" x2="37109" y2="83756"/>
                        <a14:backgroundMark x1="35547" y1="83756" x2="35547" y2="83756"/>
                        <a14:backgroundMark x1="35547" y1="83249" x2="35938" y2="83249"/>
                        <a14:backgroundMark x1="16699" y1="21827" x2="16406" y2="20305"/>
                        <a14:backgroundMark x1="16749" y1="22085" x2="16699" y2="21827"/>
                        <a14:backgroundMark x1="18652" y1="21827" x2="18647" y2="21910"/>
                        <a14:backgroundMark x1="18750" y1="20305" x2="18652" y2="21827"/>
                        <a14:backgroundMark x1="78906" y1="27919" x2="78906" y2="27919"/>
                        <a14:backgroundMark x1="16797" y1="44670" x2="16797" y2="57360"/>
                        <a14:backgroundMark x1="16797" y1="42132" x2="16797" y2="43655"/>
                        <a14:backgroundMark x1="16797" y1="39086" x2="16797" y2="41117"/>
                        <a14:backgroundMark x1="16797" y1="34518" x2="16797" y2="38071"/>
                        <a14:backgroundMark x1="16797" y1="31472" x2="16797" y2="34518"/>
                        <a14:backgroundMark x1="16797" y1="23350" x2="16797" y2="31472"/>
                        <a14:backgroundMark x1="17578" y1="57360" x2="19141" y2="61421"/>
                        <a14:backgroundMark x1="18750" y1="26904" x2="18359" y2="22335"/>
                        <a14:backgroundMark x1="19141" y1="23350" x2="19141" y2="23350"/>
                        <a14:backgroundMark x1="18750" y1="22335" x2="18750" y2="22335"/>
                        <a14:backgroundMark x1="18750" y1="70558" x2="19141" y2="71574"/>
                        <a14:backgroundMark x1="19141" y1="69543" x2="19141" y2="69543"/>
                        <a14:backgroundMark x1="19141" y1="68528" x2="23047" y2="73604"/>
                        <a14:backgroundMark x1="23828" y1="72589" x2="25000" y2="73604"/>
                        <a14:backgroundMark x1="25781" y1="74112" x2="26563" y2="74112"/>
                        <a14:backgroundMark x1="26563" y1="73604" x2="26563" y2="73604"/>
                        <a14:backgroundMark x1="26953" y1="73096" x2="27344" y2="73096"/>
                        <a14:backgroundMark x1="29297" y1="73604" x2="30469" y2="74112"/>
                        <a14:backgroundMark x1="31641" y1="74112" x2="33594" y2="74112"/>
                        <a14:backgroundMark x1="35547" y1="74619" x2="37109" y2="74619"/>
                        <a14:backgroundMark x1="33594" y1="72081" x2="32813" y2="72081"/>
                        <a14:backgroundMark x1="32422" y1="72081" x2="31641" y2="72081"/>
                        <a14:backgroundMark x1="30859" y1="72081" x2="29688" y2="71574"/>
                        <a14:backgroundMark x1="29688" y1="71574" x2="28906" y2="71574"/>
                        <a14:backgroundMark x1="28516" y1="71574" x2="27734" y2="71574"/>
                        <a14:backgroundMark x1="27734" y1="72081" x2="26953" y2="72081"/>
                        <a14:backgroundMark x1="26953" y1="72081" x2="26953" y2="72081"/>
                        <a14:backgroundMark x1="27344" y1="72081" x2="30469" y2="73096"/>
                        <a14:backgroundMark x1="31250" y1="72589" x2="31250" y2="72589"/>
                        <a14:backgroundMark x1="31250" y1="72589" x2="31250" y2="72589"/>
                        <a14:backgroundMark x1="33984" y1="72081" x2="33984" y2="72081"/>
                        <a14:backgroundMark x1="33203" y1="71574" x2="33203" y2="71574"/>
                        <a14:backgroundMark x1="33203" y1="71066" x2="33734" y2="71066"/>
                        <a14:backgroundMark x1="32031" y1="72081" x2="32422" y2="71574"/>
                        <a14:backgroundMark x1="33203" y1="71066" x2="33203" y2="71066"/>
                        <a14:backgroundMark x1="32813" y1="71066" x2="32813" y2="71066"/>
                        <a14:backgroundMark x1="32813" y1="71066" x2="33203" y2="71066"/>
                        <a14:backgroundMark x1="80469" y1="24365" x2="80469" y2="24365"/>
                        <a14:backgroundMark x1="80469" y1="25381" x2="80469" y2="25888"/>
                        <a14:backgroundMark x1="80078" y1="28426" x2="79688" y2="29442"/>
                        <a14:backgroundMark x1="79688" y1="29949" x2="79688" y2="30457"/>
                        <a14:backgroundMark x1="79688" y1="31980" x2="79688" y2="32995"/>
                        <a14:backgroundMark x1="79297" y1="35025" x2="79297" y2="35025"/>
                        <a14:backgroundMark x1="79297" y1="37056" x2="79688" y2="37563"/>
                        <a14:backgroundMark x1="79688" y1="38579" x2="79688" y2="39594"/>
                        <a14:backgroundMark x1="79297" y1="41117" x2="79297" y2="43147"/>
                        <a14:backgroundMark x1="79297" y1="45685" x2="80078" y2="64975"/>
                        <a14:backgroundMark x1="78906" y1="25888" x2="78906" y2="25888"/>
                        <a14:backgroundMark x1="78906" y1="28934" x2="78906" y2="28934"/>
                        <a14:backgroundMark x1="78906" y1="29949" x2="78906" y2="30457"/>
                        <a14:backgroundMark x1="78906" y1="30457" x2="78906" y2="31472"/>
                        <a14:backgroundMark x1="78906" y1="34010" x2="79297" y2="35025"/>
                        <a14:backgroundMark x1="79297" y1="36548" x2="79688" y2="47716"/>
                        <a14:backgroundMark x1="79297" y1="23350" x2="79297" y2="23350"/>
                        <a14:backgroundMark x1="78906" y1="27919" x2="78906" y2="28934"/>
                        <a14:backgroundMark x1="78906" y1="27919" x2="78906" y2="26396"/>
                        <a14:backgroundMark x1="78906" y1="26396" x2="78906" y2="26396"/>
                        <a14:backgroundMark x1="78125" y1="28426" x2="78125" y2="28934"/>
                        <a14:backgroundMark x1="78125" y1="28934" x2="78125" y2="28934"/>
                        <a14:backgroundMark x1="78125" y1="26396" x2="78125" y2="26396"/>
                        <a14:backgroundMark x1="78125" y1="26396" x2="78125" y2="26396"/>
                        <a14:backgroundMark x1="78125" y1="25888" x2="78125" y2="25888"/>
                        <a14:backgroundMark x1="78125" y1="25888" x2="78125" y2="25888"/>
                        <a14:backgroundMark x1="78125" y1="25888" x2="78125" y2="25888"/>
                        <a14:backgroundMark x1="78906" y1="26904" x2="80469" y2="27919"/>
                        <a14:backgroundMark x1="80859" y1="27919" x2="80859" y2="27919"/>
                        <a14:backgroundMark x1="80859" y1="27411" x2="80859" y2="27411"/>
                        <a14:backgroundMark x1="80078" y1="24873" x2="80078" y2="24873"/>
                        <a14:backgroundMark x1="79688" y1="25381" x2="80859" y2="36548"/>
                        <a14:backgroundMark x1="80469" y1="40102" x2="80469" y2="39594"/>
                        <a14:backgroundMark x1="73438" y1="75635" x2="73438" y2="75635"/>
                        <a14:backgroundMark x1="73047" y1="75127" x2="71484" y2="74619"/>
                        <a14:backgroundMark x1="69922" y1="73604" x2="56250" y2="73604"/>
                        <a14:backgroundMark x1="73828" y1="71574" x2="73828" y2="71574"/>
                        <a14:backgroundMark x1="71094" y1="71574" x2="71094" y2="71574"/>
                        <a14:backgroundMark x1="70703" y1="71574" x2="70703" y2="71574"/>
                        <a14:backgroundMark x1="70703" y1="71574" x2="70703" y2="71574"/>
                        <a14:backgroundMark x1="69922" y1="71574" x2="69922" y2="71574"/>
                        <a14:backgroundMark x1="69141" y1="71066" x2="76563" y2="71066"/>
                        <a14:backgroundMark x1="45940" y1="78194" x2="42578" y2="78680"/>
                        <a14:backgroundMark x1="53125" y1="77157" x2="52959" y2="77181"/>
                        <a14:backgroundMark x1="52734" y1="77665" x2="52525" y2="77591"/>
                        <a14:backgroundMark x1="55469" y1="74112" x2="55469" y2="74112"/>
                        <a14:backgroundMark x1="55469" y1="74112" x2="55469" y2="74112"/>
                        <a14:backgroundMark x1="55859" y1="74112" x2="55859" y2="74112"/>
                        <a14:backgroundMark x1="41988" y1="74834" x2="39063" y2="75127"/>
                        <a14:backgroundMark x1="36719" y1="75635" x2="35938" y2="75635"/>
                        <a14:backgroundMark x1="34766" y1="75127" x2="33594" y2="74112"/>
                        <a14:backgroundMark x1="33203" y1="73604" x2="33203" y2="73604"/>
                        <a14:backgroundMark x1="57813" y1="74619" x2="56250" y2="73096"/>
                        <a14:backgroundMark x1="54688" y1="74619" x2="54688" y2="74619"/>
                        <a14:backgroundMark x1="54688" y1="73096" x2="54688" y2="73096"/>
                        <a14:backgroundMark x1="54688" y1="73096" x2="54688" y2="73096"/>
                        <a14:backgroundMark x1="55469" y1="73604" x2="56250" y2="73604"/>
                        <a14:backgroundMark x1="56250" y1="73604" x2="56250" y2="73604"/>
                        <a14:backgroundMark x1="45313" y1="86802" x2="43750" y2="83756"/>
                        <a14:backgroundMark x1="37500" y1="85787" x2="36328" y2="84264"/>
                        <a14:backgroundMark x1="37109" y1="85279" x2="36328" y2="84772"/>
                        <a14:backgroundMark x1="36328" y1="85279" x2="36328" y2="84264"/>
                        <a14:backgroundMark x1="35938" y1="83756" x2="35938" y2="83756"/>
                        <a14:backgroundMark x1="36328" y1="83756" x2="36328" y2="83756"/>
                        <a14:backgroundMark x1="36328" y1="83249" x2="36328" y2="8324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4612" y="3769902"/>
            <a:ext cx="652963" cy="502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E39874E-4460-97B6-38C6-BBFC176F677F}"/>
              </a:ext>
            </a:extLst>
          </p:cNvPr>
          <p:cNvSpPr txBox="1"/>
          <p:nvPr/>
        </p:nvSpPr>
        <p:spPr>
          <a:xfrm>
            <a:off x="2505634" y="4296681"/>
            <a:ext cx="1874520" cy="25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>
                <a:latin typeface="+mj-lt"/>
              </a:rPr>
              <a:t>Tablets/ Company PC</a:t>
            </a: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45D686E9-6FE4-6A7E-18CA-DF994B0051D9}"/>
              </a:ext>
            </a:extLst>
          </p:cNvPr>
          <p:cNvSpPr/>
          <p:nvPr/>
        </p:nvSpPr>
        <p:spPr>
          <a:xfrm rot="10800000" flipH="1">
            <a:off x="6669943" y="3801820"/>
            <a:ext cx="449381" cy="299258"/>
          </a:xfrm>
          <a:prstGeom prst="rightArrow">
            <a:avLst>
              <a:gd name="adj1" fmla="val 29526"/>
              <a:gd name="adj2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8EF3C75-E0D2-9A71-3489-C41F0B6583B6}"/>
              </a:ext>
            </a:extLst>
          </p:cNvPr>
          <p:cNvSpPr txBox="1"/>
          <p:nvPr/>
        </p:nvSpPr>
        <p:spPr>
          <a:xfrm>
            <a:off x="241318" y="1094291"/>
            <a:ext cx="43313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1️⃣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D2A52A0-A394-84AD-EEF9-38DB8730FA30}"/>
              </a:ext>
            </a:extLst>
          </p:cNvPr>
          <p:cNvGrpSpPr/>
          <p:nvPr/>
        </p:nvGrpSpPr>
        <p:grpSpPr>
          <a:xfrm>
            <a:off x="4961213" y="3177436"/>
            <a:ext cx="1495191" cy="1375725"/>
            <a:chOff x="4525987" y="1097084"/>
            <a:chExt cx="1495191" cy="1375725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6C5D2CB-29EF-46D8-250B-4D841E77EB60}"/>
                </a:ext>
              </a:extLst>
            </p:cNvPr>
            <p:cNvSpPr txBox="1"/>
            <p:nvPr/>
          </p:nvSpPr>
          <p:spPr>
            <a:xfrm>
              <a:off x="4525987" y="2216329"/>
              <a:ext cx="1495191" cy="2564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600">
                  <a:latin typeface="+mj-lt"/>
                </a:rPr>
                <a:t>Personal PC</a:t>
              </a:r>
            </a:p>
          </p:txBody>
        </p:sp>
        <p:pic>
          <p:nvPicPr>
            <p:cNvPr id="7" name="Picture 2" descr="Laptop cartoon | Free Vector">
              <a:extLst>
                <a:ext uri="{FF2B5EF4-FFF2-40B4-BE49-F238E27FC236}">
                  <a16:creationId xmlns:a16="http://schemas.microsoft.com/office/drawing/2014/main" id="{1B66F378-7908-A2AE-7081-D30955DA009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95861" y="1097084"/>
              <a:ext cx="1355445" cy="135544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40" name="Picture 16" descr="What is SQL Database: Structure, Types, Examples">
              <a:extLst>
                <a:ext uri="{FF2B5EF4-FFF2-40B4-BE49-F238E27FC236}">
                  <a16:creationId xmlns:a16="http://schemas.microsoft.com/office/drawing/2014/main" id="{0C3A6F75-072A-E7F1-E4E8-2A8A6ACBE04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backgroundRemoval t="10000" b="90000" l="10000" r="90000">
                          <a14:foregroundMark x1="36191" y1="26937" x2="46683" y2="23996"/>
                          <a14:foregroundMark x1="64913" y1="29087" x2="65424" y2="30409"/>
                          <a14:foregroundMark x1="38305" y1="27485" x2="46111" y2="27216"/>
                          <a14:foregroundMark x1="49822" y1="29532" x2="39114" y2="29276"/>
                          <a14:foregroundMark x1="42203" y1="20937" x2="49470" y2="18112"/>
                          <a14:foregroundMark x1="49172" y1="18741" x2="42377" y2="22144"/>
                          <a14:foregroundMark x1="53898" y1="18713" x2="63729" y2="30994"/>
                          <a14:foregroundMark x1="56610" y1="26316" x2="62034" y2="29240"/>
                          <a14:foregroundMark x1="62712" y1="26316" x2="64746" y2="28655"/>
                          <a14:foregroundMark x1="36033" y1="31134" x2="47458" y2="64327"/>
                          <a14:foregroundMark x1="47458" y1="64327" x2="48814" y2="60819"/>
                          <a14:foregroundMark x1="48475" y1="52047" x2="48475" y2="52047"/>
                          <a14:foregroundMark x1="56271" y1="54971" x2="56271" y2="54971"/>
                          <a14:foregroundMark x1="54237" y1="54386" x2="54237" y2="54386"/>
                          <a14:foregroundMark x1="53898" y1="60819" x2="53898" y2="60819"/>
                          <a14:foregroundMark x1="58644" y1="59064" x2="58644" y2="59064"/>
                          <a14:foregroundMark x1="58305" y1="58480" x2="58305" y2="58480"/>
                          <a14:foregroundMark x1="58305" y1="54386" x2="58305" y2="54386"/>
                          <a14:foregroundMark x1="58983" y1="63743" x2="58983" y2="63743"/>
                          <a14:foregroundMark x1="40339" y1="53801" x2="40339" y2="53801"/>
                          <a14:foregroundMark x1="43051" y1="56140" x2="43051" y2="56140"/>
                          <a14:foregroundMark x1="43390" y1="59064" x2="43390" y2="59064"/>
                          <a14:foregroundMark x1="43051" y1="64912" x2="43051" y2="64912"/>
                          <a14:foregroundMark x1="48814" y1="33333" x2="48814" y2="33333"/>
                          <a14:foregroundMark x1="53220" y1="32749" x2="53220" y2="32749"/>
                          <a14:foregroundMark x1="36271" y1="26316" x2="35254" y2="26316"/>
                          <a14:foregroundMark x1="41356" y1="63743" x2="41356" y2="63743"/>
                          <a14:backgroundMark x1="50847" y1="15205" x2="54611" y2="17553"/>
                          <a14:backgroundMark x1="33220" y1="24561" x2="32203" y2="28070"/>
                          <a14:backgroundMark x1="33559" y1="22807" x2="34237" y2="27485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51099" y="1417963"/>
              <a:ext cx="1044968" cy="6057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C44C6205-AF99-5677-67E4-A9E5A9DDF982}"/>
              </a:ext>
            </a:extLst>
          </p:cNvPr>
          <p:cNvGrpSpPr/>
          <p:nvPr/>
        </p:nvGrpSpPr>
        <p:grpSpPr>
          <a:xfrm>
            <a:off x="7209058" y="3273467"/>
            <a:ext cx="1836688" cy="1259414"/>
            <a:chOff x="6857596" y="1224666"/>
            <a:chExt cx="1836688" cy="1259414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A2940470-D4BD-C00E-352A-BD85C87EDD8D}"/>
                </a:ext>
              </a:extLst>
            </p:cNvPr>
            <p:cNvSpPr txBox="1"/>
            <p:nvPr/>
          </p:nvSpPr>
          <p:spPr>
            <a:xfrm>
              <a:off x="7237939" y="2227600"/>
              <a:ext cx="1156666" cy="2564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600">
                  <a:latin typeface="+mj-lt"/>
                </a:rPr>
                <a:t>Local database</a:t>
              </a:r>
            </a:p>
          </p:txBody>
        </p:sp>
        <p:pic>
          <p:nvPicPr>
            <p:cNvPr id="9" name="Picture 16" descr="What is SQL Database: Structure, Types, Examples">
              <a:extLst>
                <a:ext uri="{FF2B5EF4-FFF2-40B4-BE49-F238E27FC236}">
                  <a16:creationId xmlns:a16="http://schemas.microsoft.com/office/drawing/2014/main" id="{DFD7E68F-B8C8-8617-6576-18B2082A0B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backgroundRemoval t="10000" b="90000" l="10000" r="90000">
                          <a14:foregroundMark x1="36191" y1="26937" x2="46683" y2="23996"/>
                          <a14:foregroundMark x1="64913" y1="29087" x2="65424" y2="30409"/>
                          <a14:foregroundMark x1="38305" y1="27485" x2="46111" y2="27216"/>
                          <a14:foregroundMark x1="49822" y1="29532" x2="39114" y2="29276"/>
                          <a14:foregroundMark x1="42203" y1="20937" x2="49470" y2="18112"/>
                          <a14:foregroundMark x1="49172" y1="18741" x2="42377" y2="22144"/>
                          <a14:foregroundMark x1="53898" y1="18713" x2="63729" y2="30994"/>
                          <a14:foregroundMark x1="56610" y1="26316" x2="62034" y2="29240"/>
                          <a14:foregroundMark x1="62712" y1="26316" x2="64746" y2="28655"/>
                          <a14:foregroundMark x1="36033" y1="31134" x2="47458" y2="64327"/>
                          <a14:foregroundMark x1="47458" y1="64327" x2="48814" y2="60819"/>
                          <a14:foregroundMark x1="48475" y1="52047" x2="48475" y2="52047"/>
                          <a14:foregroundMark x1="56271" y1="54971" x2="56271" y2="54971"/>
                          <a14:foregroundMark x1="54237" y1="54386" x2="54237" y2="54386"/>
                          <a14:foregroundMark x1="53898" y1="60819" x2="53898" y2="60819"/>
                          <a14:foregroundMark x1="58644" y1="59064" x2="58644" y2="59064"/>
                          <a14:foregroundMark x1="58305" y1="58480" x2="58305" y2="58480"/>
                          <a14:foregroundMark x1="58305" y1="54386" x2="58305" y2="54386"/>
                          <a14:foregroundMark x1="58983" y1="63743" x2="58983" y2="63743"/>
                          <a14:foregroundMark x1="40339" y1="53801" x2="40339" y2="53801"/>
                          <a14:foregroundMark x1="43051" y1="56140" x2="43051" y2="56140"/>
                          <a14:foregroundMark x1="43390" y1="59064" x2="43390" y2="59064"/>
                          <a14:foregroundMark x1="43051" y1="64912" x2="43051" y2="64912"/>
                          <a14:foregroundMark x1="48814" y1="33333" x2="48814" y2="33333"/>
                          <a14:foregroundMark x1="53220" y1="32749" x2="53220" y2="32749"/>
                          <a14:foregroundMark x1="36271" y1="26316" x2="35254" y2="26316"/>
                          <a14:foregroundMark x1="41356" y1="63743" x2="41356" y2="63743"/>
                          <a14:backgroundMark x1="50847" y1="15205" x2="54611" y2="17553"/>
                          <a14:backgroundMark x1="33220" y1="24561" x2="32203" y2="28070"/>
                          <a14:backgroundMark x1="33559" y1="22807" x2="34237" y2="27485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57596" y="1224666"/>
              <a:ext cx="1836688" cy="106465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6EEABF18-952C-9085-4DAF-402DF4B1C351}"/>
              </a:ext>
            </a:extLst>
          </p:cNvPr>
          <p:cNvSpPr/>
          <p:nvPr/>
        </p:nvSpPr>
        <p:spPr>
          <a:xfrm>
            <a:off x="764764" y="1015891"/>
            <a:ext cx="8841858" cy="1848632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A9A0148-1CA7-1C8E-E4EA-38879CF70605}"/>
              </a:ext>
            </a:extLst>
          </p:cNvPr>
          <p:cNvSpPr txBox="1"/>
          <p:nvPr/>
        </p:nvSpPr>
        <p:spPr>
          <a:xfrm>
            <a:off x="215757" y="3171773"/>
            <a:ext cx="41388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2️⃣</a:t>
            </a:r>
          </a:p>
        </p:txBody>
      </p:sp>
      <p:sp>
        <p:nvSpPr>
          <p:cNvPr id="1034" name="TextBox 1033">
            <a:extLst>
              <a:ext uri="{FF2B5EF4-FFF2-40B4-BE49-F238E27FC236}">
                <a16:creationId xmlns:a16="http://schemas.microsoft.com/office/drawing/2014/main" id="{4D456A7A-956D-F625-BCFB-11D07AA2D841}"/>
              </a:ext>
            </a:extLst>
          </p:cNvPr>
          <p:cNvSpPr txBox="1"/>
          <p:nvPr/>
        </p:nvSpPr>
        <p:spPr>
          <a:xfrm>
            <a:off x="3286397" y="2414957"/>
            <a:ext cx="1211455" cy="25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>
                <a:latin typeface="+mj-lt"/>
              </a:rPr>
              <a:t>Company PC</a:t>
            </a:r>
          </a:p>
        </p:txBody>
      </p:sp>
      <p:sp>
        <p:nvSpPr>
          <p:cNvPr id="1035" name="TextBox 1034">
            <a:extLst>
              <a:ext uri="{FF2B5EF4-FFF2-40B4-BE49-F238E27FC236}">
                <a16:creationId xmlns:a16="http://schemas.microsoft.com/office/drawing/2014/main" id="{DE713405-0B3B-0173-2DF1-3544F715ABAA}"/>
              </a:ext>
            </a:extLst>
          </p:cNvPr>
          <p:cNvSpPr txBox="1"/>
          <p:nvPr/>
        </p:nvSpPr>
        <p:spPr>
          <a:xfrm>
            <a:off x="6441552" y="2414957"/>
            <a:ext cx="1836688" cy="25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>
                <a:latin typeface="+mj-lt"/>
              </a:rPr>
              <a:t>QA database (China)</a:t>
            </a:r>
          </a:p>
        </p:txBody>
      </p:sp>
      <p:pic>
        <p:nvPicPr>
          <p:cNvPr id="1036" name="Picture 16" descr="What is SQL Database: Structure, Types, Examples">
            <a:extLst>
              <a:ext uri="{FF2B5EF4-FFF2-40B4-BE49-F238E27FC236}">
                <a16:creationId xmlns:a16="http://schemas.microsoft.com/office/drawing/2014/main" id="{B7654A2D-1C45-375B-F043-FFDCC1293C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0000" r="90000">
                        <a14:foregroundMark x1="36191" y1="26937" x2="46683" y2="23996"/>
                        <a14:foregroundMark x1="64913" y1="29087" x2="65424" y2="30409"/>
                        <a14:foregroundMark x1="38305" y1="27485" x2="46111" y2="27216"/>
                        <a14:foregroundMark x1="49822" y1="29532" x2="39114" y2="29276"/>
                        <a14:foregroundMark x1="42203" y1="20937" x2="49470" y2="18112"/>
                        <a14:foregroundMark x1="49172" y1="18741" x2="42377" y2="22144"/>
                        <a14:foregroundMark x1="53898" y1="18713" x2="63729" y2="30994"/>
                        <a14:foregroundMark x1="56610" y1="26316" x2="62034" y2="29240"/>
                        <a14:foregroundMark x1="62712" y1="26316" x2="64746" y2="28655"/>
                        <a14:foregroundMark x1="36033" y1="31134" x2="47458" y2="64327"/>
                        <a14:foregroundMark x1="47458" y1="64327" x2="48814" y2="60819"/>
                        <a14:foregroundMark x1="48475" y1="52047" x2="48475" y2="52047"/>
                        <a14:foregroundMark x1="56271" y1="54971" x2="56271" y2="54971"/>
                        <a14:foregroundMark x1="54237" y1="54386" x2="54237" y2="54386"/>
                        <a14:foregroundMark x1="53898" y1="60819" x2="53898" y2="60819"/>
                        <a14:foregroundMark x1="58644" y1="59064" x2="58644" y2="59064"/>
                        <a14:foregroundMark x1="58305" y1="58480" x2="58305" y2="58480"/>
                        <a14:foregroundMark x1="58305" y1="54386" x2="58305" y2="54386"/>
                        <a14:foregroundMark x1="58983" y1="63743" x2="58983" y2="63743"/>
                        <a14:foregroundMark x1="40339" y1="53801" x2="40339" y2="53801"/>
                        <a14:foregroundMark x1="43051" y1="56140" x2="43051" y2="56140"/>
                        <a14:foregroundMark x1="43390" y1="59064" x2="43390" y2="59064"/>
                        <a14:foregroundMark x1="43051" y1="64912" x2="43051" y2="64912"/>
                        <a14:foregroundMark x1="48814" y1="33333" x2="48814" y2="33333"/>
                        <a14:foregroundMark x1="53220" y1="32749" x2="53220" y2="32749"/>
                        <a14:foregroundMark x1="36271" y1="26316" x2="35254" y2="26316"/>
                        <a14:foregroundMark x1="41356" y1="63743" x2="41356" y2="63743"/>
                        <a14:backgroundMark x1="50847" y1="15205" x2="54611" y2="17553"/>
                        <a14:backgroundMark x1="33220" y1="24561" x2="32203" y2="28070"/>
                        <a14:backgroundMark x1="33559" y1="22807" x2="34237" y2="274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1893" y="1376877"/>
            <a:ext cx="1836688" cy="1064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7" name="Arrow: Right 1036">
            <a:extLst>
              <a:ext uri="{FF2B5EF4-FFF2-40B4-BE49-F238E27FC236}">
                <a16:creationId xmlns:a16="http://schemas.microsoft.com/office/drawing/2014/main" id="{4C65BC9F-AFAE-AB5B-0E87-4D40CB461064}"/>
              </a:ext>
            </a:extLst>
          </p:cNvPr>
          <p:cNvSpPr/>
          <p:nvPr/>
        </p:nvSpPr>
        <p:spPr>
          <a:xfrm rot="10800000" flipH="1">
            <a:off x="5259427" y="1896791"/>
            <a:ext cx="449381" cy="299258"/>
          </a:xfrm>
          <a:prstGeom prst="rightArrow">
            <a:avLst>
              <a:gd name="adj1" fmla="val 29526"/>
              <a:gd name="adj2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4" name="TextBox 1053">
            <a:extLst>
              <a:ext uri="{FF2B5EF4-FFF2-40B4-BE49-F238E27FC236}">
                <a16:creationId xmlns:a16="http://schemas.microsoft.com/office/drawing/2014/main" id="{4EB4A463-3E4E-1B26-927C-CCFD04980288}"/>
              </a:ext>
            </a:extLst>
          </p:cNvPr>
          <p:cNvSpPr txBox="1"/>
          <p:nvPr/>
        </p:nvSpPr>
        <p:spPr>
          <a:xfrm>
            <a:off x="957372" y="1144121"/>
            <a:ext cx="1495191" cy="420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>
                <a:latin typeface="+mj-lt"/>
              </a:rPr>
              <a:t>IT Network</a:t>
            </a:r>
            <a:br>
              <a:rPr lang="en-US" sz="1600">
                <a:latin typeface="+mj-lt"/>
              </a:rPr>
            </a:br>
            <a:r>
              <a:rPr lang="en-US" sz="1600">
                <a:latin typeface="+mj-lt"/>
              </a:rPr>
              <a:t>( </a:t>
            </a:r>
            <a:r>
              <a:rPr lang="en-US" sz="1600" err="1">
                <a:latin typeface="+mj-lt"/>
              </a:rPr>
              <a:t>Wifi</a:t>
            </a:r>
            <a:r>
              <a:rPr lang="en-US" sz="1600">
                <a:latin typeface="+mj-lt"/>
              </a:rPr>
              <a:t> : Hexagon)</a:t>
            </a:r>
          </a:p>
        </p:txBody>
      </p:sp>
      <p:pic>
        <p:nvPicPr>
          <p:cNvPr id="1055" name="Picture 8" descr="Desktop Computer Cartoon Images – Browse 112,283 Stock Photos, Vectors, and  Video | Adobe Stock">
            <a:extLst>
              <a:ext uri="{FF2B5EF4-FFF2-40B4-BE49-F238E27FC236}">
                <a16:creationId xmlns:a16="http://schemas.microsoft.com/office/drawing/2014/main" id="{03300605-342C-1A8F-3457-224AE00E58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>
                        <a14:foregroundMark x1="37109" y1="37563" x2="27951" y2="29461"/>
                        <a14:foregroundMark x1="34375" y1="22843" x2="31250" y2="30964"/>
                        <a14:foregroundMark x1="48047" y1="37563" x2="48047" y2="37563"/>
                        <a14:foregroundMark x1="50391" y1="36548" x2="50391" y2="36548"/>
                        <a14:foregroundMark x1="56250" y1="31980" x2="56250" y2="31980"/>
                        <a14:foregroundMark x1="56250" y1="31980" x2="56250" y2="31980"/>
                        <a14:foregroundMark x1="66406" y1="41117" x2="67188" y2="43655"/>
                        <a14:foregroundMark x1="67578" y1="43655" x2="67578" y2="43655"/>
                        <a14:foregroundMark x1="66797" y1="45178" x2="66797" y2="45178"/>
                        <a14:foregroundMark x1="58984" y1="44670" x2="55078" y2="46193"/>
                        <a14:foregroundMark x1="46094" y1="53807" x2="42578" y2="55330"/>
                        <a14:foregroundMark x1="38672" y1="53299" x2="38672" y2="53299"/>
                        <a14:foregroundMark x1="34766" y1="51777" x2="30859" y2="47716"/>
                        <a14:foregroundMark x1="30859" y1="40609" x2="30469" y2="42640"/>
                        <a14:foregroundMark x1="38281" y1="44162" x2="68359" y2="48223"/>
                        <a14:foregroundMark x1="48438" y1="50254" x2="49219" y2="51777"/>
                        <a14:foregroundMark x1="50781" y1="40102" x2="50781" y2="40102"/>
                        <a14:foregroundMark x1="56641" y1="35533" x2="56641" y2="35533"/>
                        <a14:foregroundMark x1="60547" y1="35025" x2="61719" y2="35025"/>
                        <a14:foregroundMark x1="71094" y1="65990" x2="71094" y2="65990"/>
                        <a14:foregroundMark x1="68151" y1="66753" x2="66797" y2="67005"/>
                        <a14:foregroundMark x1="69531" y1="66497" x2="69400" y2="66521"/>
                        <a14:foregroundMark x1="52344" y1="67005" x2="52344" y2="67005"/>
                        <a14:foregroundMark x1="51563" y1="67005" x2="50993" y2="67005"/>
                        <a14:foregroundMark x1="21484" y1="20305" x2="21484" y2="20305"/>
                        <a14:foregroundMark x1="29297" y1="22335" x2="29297" y2="22335"/>
                        <a14:foregroundMark x1="29688" y1="22335" x2="32031" y2="20812"/>
                        <a14:foregroundMark x1="32422" y1="20305" x2="32422" y2="20305"/>
                        <a14:foregroundMark x1="32422" y1="20305" x2="32422" y2="20305"/>
                        <a14:foregroundMark x1="37500" y1="20305" x2="39844" y2="20812"/>
                        <a14:foregroundMark x1="42188" y1="20812" x2="42188" y2="20812"/>
                        <a14:foregroundMark x1="46484" y1="20812" x2="46484" y2="20812"/>
                        <a14:foregroundMark x1="50781" y1="22843" x2="57031" y2="23350"/>
                        <a14:foregroundMark x1="57813" y1="20812" x2="57813" y2="20812"/>
                        <a14:foregroundMark x1="60156" y1="20812" x2="61719" y2="20305"/>
                        <a14:foregroundMark x1="63281" y1="20305" x2="64453" y2="20305"/>
                        <a14:foregroundMark x1="28516" y1="55838" x2="27344" y2="56853"/>
                        <a14:foregroundMark x1="26953" y1="57360" x2="26953" y2="57360"/>
                        <a14:foregroundMark x1="26762" y1="57360" x2="28906" y2="57360"/>
                        <a14:foregroundMark x1="31250" y1="81218" x2="31250" y2="81218"/>
                        <a14:foregroundMark x1="36170" y1="81714" x2="36328" y2="81726"/>
                        <a14:foregroundMark x1="30097" y1="81249" x2="31497" y2="81357"/>
                        <a14:foregroundMark x1="57344" y1="79222" x2="57422" y2="79188"/>
                        <a14:foregroundMark x1="57422" y1="79188" x2="57422" y2="79188"/>
                        <a14:foregroundMark x1="35156" y1="37563" x2="26762" y2="28676"/>
                        <a14:foregroundMark x1="75391" y1="23350" x2="75391" y2="21320"/>
                        <a14:foregroundMark x1="75391" y1="24365" x2="75391" y2="23350"/>
                        <a14:foregroundMark x1="75391" y1="24873" x2="75391" y2="24365"/>
                        <a14:foregroundMark x1="75391" y1="25381" x2="75391" y2="24873"/>
                        <a14:foregroundMark x1="80469" y1="24365" x2="80460" y2="24668"/>
                        <a14:foregroundMark x1="77326" y1="24873" x2="77402" y2="25381"/>
                        <a14:foregroundMark x1="77249" y1="24365" x2="77326" y2="24873"/>
                        <a14:foregroundMark x1="77097" y1="23350" x2="77249" y2="24365"/>
                        <a14:foregroundMark x1="76563" y1="19797" x2="77097" y2="23350"/>
                        <a14:foregroundMark x1="46230" y1="66617" x2="45837" y2="66712"/>
                        <a14:foregroundMark x1="52129" y1="65194" x2="50283" y2="65639"/>
                        <a14:foregroundMark x1="69933" y1="60897" x2="62545" y2="62680"/>
                        <a14:foregroundMark x1="55582" y1="73372" x2="54389" y2="73537"/>
                        <a14:foregroundMark x1="19531" y1="21827" x2="19531" y2="21827"/>
                        <a14:foregroundMark x1="19559" y1="22335" x2="19615" y2="23350"/>
                        <a14:foregroundMark x1="19531" y1="21827" x2="19559" y2="22335"/>
                        <a14:foregroundMark x1="20284" y1="60733" x2="20703" y2="60914"/>
                        <a14:foregroundMark x1="20313" y1="60715" x2="20313" y2="60914"/>
                        <a14:foregroundMark x1="19922" y1="63959" x2="19922" y2="63959"/>
                        <a14:foregroundMark x1="19922" y1="65482" x2="19922" y2="67513"/>
                        <a14:foregroundMark x1="18696" y1="23350" x2="18750" y2="22335"/>
                        <a14:foregroundMark x1="19922" y1="31472" x2="19922" y2="31472"/>
                        <a14:foregroundMark x1="20313" y1="34518" x2="20313" y2="34518"/>
                        <a14:foregroundMark x1="20313" y1="38071" x2="20313" y2="39086"/>
                        <a14:foregroundMark x1="19922" y1="41117" x2="19922" y2="42132"/>
                        <a14:foregroundMark x1="19922" y1="43655" x2="19922" y2="44670"/>
                        <a14:foregroundMark x1="36719" y1="62944" x2="36719" y2="62944"/>
                        <a14:foregroundMark x1="42188" y1="63959" x2="30078" y2="63452"/>
                        <a14:foregroundMark x1="34375" y1="57360" x2="34375" y2="57360"/>
                        <a14:foregroundMark x1="49219" y1="56853" x2="49219" y2="56853"/>
                        <a14:foregroundMark x1="60547" y1="57360" x2="60547" y2="57360"/>
                        <a14:foregroundMark x1="53516" y1="80711" x2="53516" y2="80711"/>
                        <a14:foregroundMark x1="36719" y1="82234" x2="36453" y2="82580"/>
                        <a14:foregroundMark x1="42188" y1="79188" x2="42188" y2="79188"/>
                        <a14:foregroundMark x1="46875" y1="74112" x2="46875" y2="74112"/>
                        <a14:foregroundMark x1="46094" y1="71066" x2="46094" y2="71066"/>
                        <a14:foregroundMark x1="46875" y1="73096" x2="46875" y2="73096"/>
                        <a14:foregroundMark x1="48438" y1="73096" x2="50000" y2="73096"/>
                        <a14:foregroundMark x1="51563" y1="73096" x2="51563" y2="73096"/>
                        <a14:foregroundMark x1="51953" y1="74112" x2="51953" y2="74112"/>
                        <a14:foregroundMark x1="51953" y1="74619" x2="51953" y2="75127"/>
                        <a14:foregroundMark x1="52734" y1="75635" x2="53125" y2="76142"/>
                        <a14:foregroundMark x1="53125" y1="76142" x2="53125" y2="76142"/>
                        <a14:foregroundMark x1="52344" y1="76142" x2="52344" y2="76142"/>
                        <a14:foregroundMark x1="50781" y1="75635" x2="50391" y2="75635"/>
                        <a14:foregroundMark x1="49219" y1="75635" x2="48047" y2="75635"/>
                        <a14:foregroundMark x1="46875" y1="75635" x2="46484" y2="75635"/>
                        <a14:foregroundMark x1="51953" y1="75127" x2="51563" y2="75127"/>
                        <a14:foregroundMark x1="51563" y1="75127" x2="51563" y2="75127"/>
                        <a14:foregroundMark x1="50781" y1="75127" x2="50781" y2="75127"/>
                        <a14:foregroundMark x1="50000" y1="75127" x2="50000" y2="74619"/>
                        <a14:foregroundMark x1="49219" y1="74112" x2="51953" y2="74619"/>
                        <a14:foregroundMark x1="51953" y1="74619" x2="53906" y2="75127"/>
                        <a14:foregroundMark x1="76953" y1="79188" x2="76953" y2="79188"/>
                        <a14:backgroundMark x1="33203" y1="85279" x2="33203" y2="85279"/>
                        <a14:backgroundMark x1="37500" y1="85279" x2="37500" y2="85279"/>
                        <a14:backgroundMark x1="37500" y1="84772" x2="35156" y2="86294"/>
                        <a14:backgroundMark x1="40234" y1="83756" x2="40234" y2="83756"/>
                        <a14:backgroundMark x1="39766" y1="85344" x2="42188" y2="84772"/>
                        <a14:backgroundMark x1="37891" y1="85787" x2="39045" y2="85514"/>
                        <a14:backgroundMark x1="35938" y1="83756" x2="35938" y2="83756"/>
                        <a14:backgroundMark x1="35938" y1="83249" x2="36719" y2="83249"/>
                        <a14:backgroundMark x1="37891" y1="83249" x2="39453" y2="83756"/>
                        <a14:backgroundMark x1="39453" y1="83756" x2="39453" y2="83756"/>
                        <a14:backgroundMark x1="35547" y1="83756" x2="35547" y2="83756"/>
                        <a14:backgroundMark x1="35547" y1="83756" x2="35938" y2="83756"/>
                        <a14:backgroundMark x1="38210" y1="83756" x2="38281" y2="83756"/>
                        <a14:backgroundMark x1="37109" y1="83756" x2="37322" y2="83756"/>
                        <a14:backgroundMark x1="38281" y1="83756" x2="38281" y2="83756"/>
                        <a14:backgroundMark x1="39453" y1="83249" x2="39453" y2="83249"/>
                        <a14:backgroundMark x1="37109" y1="83756" x2="37109" y2="83756"/>
                        <a14:backgroundMark x1="35547" y1="83756" x2="35547" y2="83756"/>
                        <a14:backgroundMark x1="35547" y1="83249" x2="35938" y2="83249"/>
                        <a14:backgroundMark x1="16699" y1="21827" x2="16406" y2="20305"/>
                        <a14:backgroundMark x1="16749" y1="22085" x2="16699" y2="21827"/>
                        <a14:backgroundMark x1="18652" y1="21827" x2="18647" y2="21910"/>
                        <a14:backgroundMark x1="18750" y1="20305" x2="18652" y2="21827"/>
                        <a14:backgroundMark x1="78906" y1="27919" x2="78906" y2="27919"/>
                        <a14:backgroundMark x1="16797" y1="44670" x2="16797" y2="57360"/>
                        <a14:backgroundMark x1="16797" y1="42132" x2="16797" y2="43655"/>
                        <a14:backgroundMark x1="16797" y1="39086" x2="16797" y2="41117"/>
                        <a14:backgroundMark x1="16797" y1="34518" x2="16797" y2="38071"/>
                        <a14:backgroundMark x1="16797" y1="31472" x2="16797" y2="34518"/>
                        <a14:backgroundMark x1="16797" y1="23350" x2="16797" y2="31472"/>
                        <a14:backgroundMark x1="17578" y1="57360" x2="19141" y2="61421"/>
                        <a14:backgroundMark x1="18750" y1="26904" x2="18359" y2="22335"/>
                        <a14:backgroundMark x1="19141" y1="23350" x2="19141" y2="23350"/>
                        <a14:backgroundMark x1="18750" y1="22335" x2="18750" y2="22335"/>
                        <a14:backgroundMark x1="18750" y1="70558" x2="19141" y2="71574"/>
                        <a14:backgroundMark x1="19141" y1="69543" x2="19141" y2="69543"/>
                        <a14:backgroundMark x1="19141" y1="68528" x2="23047" y2="73604"/>
                        <a14:backgroundMark x1="23828" y1="72589" x2="25000" y2="73604"/>
                        <a14:backgroundMark x1="25781" y1="74112" x2="26563" y2="74112"/>
                        <a14:backgroundMark x1="26563" y1="73604" x2="26563" y2="73604"/>
                        <a14:backgroundMark x1="26953" y1="73096" x2="27344" y2="73096"/>
                        <a14:backgroundMark x1="29297" y1="73604" x2="30469" y2="74112"/>
                        <a14:backgroundMark x1="31641" y1="74112" x2="33594" y2="74112"/>
                        <a14:backgroundMark x1="35547" y1="74619" x2="37109" y2="74619"/>
                        <a14:backgroundMark x1="33594" y1="72081" x2="32813" y2="72081"/>
                        <a14:backgroundMark x1="32422" y1="72081" x2="31641" y2="72081"/>
                        <a14:backgroundMark x1="30859" y1="72081" x2="29688" y2="71574"/>
                        <a14:backgroundMark x1="29688" y1="71574" x2="28906" y2="71574"/>
                        <a14:backgroundMark x1="28516" y1="71574" x2="27734" y2="71574"/>
                        <a14:backgroundMark x1="27734" y1="72081" x2="26953" y2="72081"/>
                        <a14:backgroundMark x1="26953" y1="72081" x2="26953" y2="72081"/>
                        <a14:backgroundMark x1="27344" y1="72081" x2="30469" y2="73096"/>
                        <a14:backgroundMark x1="31250" y1="72589" x2="31250" y2="72589"/>
                        <a14:backgroundMark x1="31250" y1="72589" x2="31250" y2="72589"/>
                        <a14:backgroundMark x1="33984" y1="72081" x2="33984" y2="72081"/>
                        <a14:backgroundMark x1="33203" y1="71574" x2="33203" y2="71574"/>
                        <a14:backgroundMark x1="33203" y1="71066" x2="33734" y2="71066"/>
                        <a14:backgroundMark x1="32031" y1="72081" x2="32422" y2="71574"/>
                        <a14:backgroundMark x1="33203" y1="71066" x2="33203" y2="71066"/>
                        <a14:backgroundMark x1="32813" y1="71066" x2="32813" y2="71066"/>
                        <a14:backgroundMark x1="32813" y1="71066" x2="33203" y2="71066"/>
                        <a14:backgroundMark x1="80469" y1="24365" x2="80469" y2="24365"/>
                        <a14:backgroundMark x1="80469" y1="25381" x2="80469" y2="25888"/>
                        <a14:backgroundMark x1="80078" y1="28426" x2="79688" y2="29442"/>
                        <a14:backgroundMark x1="79688" y1="29949" x2="79688" y2="30457"/>
                        <a14:backgroundMark x1="79688" y1="31980" x2="79688" y2="32995"/>
                        <a14:backgroundMark x1="79297" y1="35025" x2="79297" y2="35025"/>
                        <a14:backgroundMark x1="79297" y1="37056" x2="79688" y2="37563"/>
                        <a14:backgroundMark x1="79688" y1="38579" x2="79688" y2="39594"/>
                        <a14:backgroundMark x1="79297" y1="41117" x2="79297" y2="43147"/>
                        <a14:backgroundMark x1="79297" y1="45685" x2="80078" y2="64975"/>
                        <a14:backgroundMark x1="78906" y1="25888" x2="78906" y2="25888"/>
                        <a14:backgroundMark x1="78906" y1="28934" x2="78906" y2="28934"/>
                        <a14:backgroundMark x1="78906" y1="29949" x2="78906" y2="30457"/>
                        <a14:backgroundMark x1="78906" y1="30457" x2="78906" y2="31472"/>
                        <a14:backgroundMark x1="78906" y1="34010" x2="79297" y2="35025"/>
                        <a14:backgroundMark x1="79297" y1="36548" x2="79688" y2="47716"/>
                        <a14:backgroundMark x1="79297" y1="23350" x2="79297" y2="23350"/>
                        <a14:backgroundMark x1="78906" y1="27919" x2="78906" y2="28934"/>
                        <a14:backgroundMark x1="78906" y1="27919" x2="78906" y2="26396"/>
                        <a14:backgroundMark x1="78906" y1="26396" x2="78906" y2="26396"/>
                        <a14:backgroundMark x1="78125" y1="28426" x2="78125" y2="28934"/>
                        <a14:backgroundMark x1="78125" y1="28934" x2="78125" y2="28934"/>
                        <a14:backgroundMark x1="78125" y1="26396" x2="78125" y2="26396"/>
                        <a14:backgroundMark x1="78125" y1="26396" x2="78125" y2="26396"/>
                        <a14:backgroundMark x1="78125" y1="25888" x2="78125" y2="25888"/>
                        <a14:backgroundMark x1="78125" y1="25888" x2="78125" y2="25888"/>
                        <a14:backgroundMark x1="78125" y1="25888" x2="78125" y2="25888"/>
                        <a14:backgroundMark x1="78906" y1="26904" x2="80469" y2="27919"/>
                        <a14:backgroundMark x1="80859" y1="27919" x2="80859" y2="27919"/>
                        <a14:backgroundMark x1="80859" y1="27411" x2="80859" y2="27411"/>
                        <a14:backgroundMark x1="80078" y1="24873" x2="80078" y2="24873"/>
                        <a14:backgroundMark x1="79688" y1="25381" x2="80859" y2="36548"/>
                        <a14:backgroundMark x1="80469" y1="40102" x2="80469" y2="39594"/>
                        <a14:backgroundMark x1="73438" y1="75635" x2="73438" y2="75635"/>
                        <a14:backgroundMark x1="73047" y1="75127" x2="71484" y2="74619"/>
                        <a14:backgroundMark x1="69922" y1="73604" x2="56250" y2="73604"/>
                        <a14:backgroundMark x1="73828" y1="71574" x2="73828" y2="71574"/>
                        <a14:backgroundMark x1="71094" y1="71574" x2="71094" y2="71574"/>
                        <a14:backgroundMark x1="70703" y1="71574" x2="70703" y2="71574"/>
                        <a14:backgroundMark x1="70703" y1="71574" x2="70703" y2="71574"/>
                        <a14:backgroundMark x1="69922" y1="71574" x2="69922" y2="71574"/>
                        <a14:backgroundMark x1="69141" y1="71066" x2="76563" y2="71066"/>
                        <a14:backgroundMark x1="45940" y1="78194" x2="42578" y2="78680"/>
                        <a14:backgroundMark x1="53125" y1="77157" x2="52959" y2="77181"/>
                        <a14:backgroundMark x1="52734" y1="77665" x2="52525" y2="77591"/>
                        <a14:backgroundMark x1="55469" y1="74112" x2="55469" y2="74112"/>
                        <a14:backgroundMark x1="55469" y1="74112" x2="55469" y2="74112"/>
                        <a14:backgroundMark x1="55859" y1="74112" x2="55859" y2="74112"/>
                        <a14:backgroundMark x1="41988" y1="74834" x2="39063" y2="75127"/>
                        <a14:backgroundMark x1="36719" y1="75635" x2="35938" y2="75635"/>
                        <a14:backgroundMark x1="34766" y1="75127" x2="33594" y2="74112"/>
                        <a14:backgroundMark x1="33203" y1="73604" x2="33203" y2="73604"/>
                        <a14:backgroundMark x1="57813" y1="74619" x2="56250" y2="73096"/>
                        <a14:backgroundMark x1="54688" y1="74619" x2="54688" y2="74619"/>
                        <a14:backgroundMark x1="54688" y1="73096" x2="54688" y2="73096"/>
                        <a14:backgroundMark x1="54688" y1="73096" x2="54688" y2="73096"/>
                        <a14:backgroundMark x1="55469" y1="73604" x2="56250" y2="73604"/>
                        <a14:backgroundMark x1="56250" y1="73604" x2="56250" y2="73604"/>
                        <a14:backgroundMark x1="45313" y1="86802" x2="43750" y2="83756"/>
                        <a14:backgroundMark x1="37500" y1="85787" x2="36328" y2="84264"/>
                        <a14:backgroundMark x1="37109" y1="85279" x2="36328" y2="84772"/>
                        <a14:backgroundMark x1="36328" y1="85279" x2="36328" y2="84264"/>
                        <a14:backgroundMark x1="35938" y1="83756" x2="35938" y2="83756"/>
                        <a14:backgroundMark x1="36328" y1="83756" x2="36328" y2="83756"/>
                        <a14:backgroundMark x1="36328" y1="83249" x2="36328" y2="8324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7606" y="1468730"/>
            <a:ext cx="1454958" cy="1119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58" name="TextBox 1057">
            <a:extLst>
              <a:ext uri="{FF2B5EF4-FFF2-40B4-BE49-F238E27FC236}">
                <a16:creationId xmlns:a16="http://schemas.microsoft.com/office/drawing/2014/main" id="{E542A7B5-9AC1-F356-1236-22C2F1F7F7F6}"/>
              </a:ext>
            </a:extLst>
          </p:cNvPr>
          <p:cNvSpPr txBox="1"/>
          <p:nvPr/>
        </p:nvSpPr>
        <p:spPr>
          <a:xfrm>
            <a:off x="957371" y="3288001"/>
            <a:ext cx="1686565" cy="420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>
                <a:latin typeface="+mj-lt"/>
              </a:rPr>
              <a:t>OT Network</a:t>
            </a:r>
            <a:br>
              <a:rPr lang="en-US" sz="1600">
                <a:latin typeface="+mj-lt"/>
              </a:rPr>
            </a:br>
            <a:r>
              <a:rPr lang="en-US" sz="1600">
                <a:latin typeface="+mj-lt"/>
              </a:rPr>
              <a:t>( </a:t>
            </a:r>
            <a:r>
              <a:rPr lang="en-US" sz="1600" err="1">
                <a:latin typeface="+mj-lt"/>
              </a:rPr>
              <a:t>Wifi</a:t>
            </a:r>
            <a:r>
              <a:rPr lang="en-US" sz="1600">
                <a:latin typeface="+mj-lt"/>
              </a:rPr>
              <a:t> : Phone hotspot)</a:t>
            </a:r>
          </a:p>
        </p:txBody>
      </p:sp>
    </p:spTree>
    <p:extLst>
      <p:ext uri="{BB962C8B-B14F-4D97-AF65-F5344CB8AC3E}">
        <p14:creationId xmlns:p14="http://schemas.microsoft.com/office/powerpoint/2010/main" val="1274553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6934"/>
    </mc:Choice>
    <mc:Fallback xmlns="">
      <p:transition spd="slow" advTm="56934"/>
    </mc:Fallback>
  </mc:AlternateContent>
  <p:timing>
    <p:tnLst>
      <p:par>
        <p:cTn id="1" dur="indefinite" restart="never" nodeType="tmRoot">
          <p:childTnLst>
            <p:par>
              <p:cTn id="2"/>
            </p:par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0B85FE-6884-169C-02EA-BAFEFCD2E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" name="Rectangle: Rounded Corners 1043">
            <a:extLst>
              <a:ext uri="{FF2B5EF4-FFF2-40B4-BE49-F238E27FC236}">
                <a16:creationId xmlns:a16="http://schemas.microsoft.com/office/drawing/2014/main" id="{3A7B11BD-BD48-D902-6A45-31BAB8C03A66}"/>
              </a:ext>
            </a:extLst>
          </p:cNvPr>
          <p:cNvSpPr/>
          <p:nvPr/>
        </p:nvSpPr>
        <p:spPr>
          <a:xfrm>
            <a:off x="6062219" y="3127132"/>
            <a:ext cx="3969047" cy="1848632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A5C8D1-6EB7-E62F-C6B8-8D9D9BD40804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445497" y="380401"/>
            <a:ext cx="7300570" cy="490331"/>
          </a:xfrm>
        </p:spPr>
        <p:txBody>
          <a:bodyPr anchor="ctr"/>
          <a:lstStyle/>
          <a:p>
            <a:r>
              <a:rPr lang="en-US" sz="2800"/>
              <a:t>Ideal Data Workflow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0CBC349-E27F-6806-14A4-DF03D4A2A83E}"/>
              </a:ext>
            </a:extLst>
          </p:cNvPr>
          <p:cNvSpPr txBox="1"/>
          <p:nvPr/>
        </p:nvSpPr>
        <p:spPr>
          <a:xfrm>
            <a:off x="241318" y="1094291"/>
            <a:ext cx="43313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latin typeface="+mj-lt"/>
              </a:rPr>
              <a:t>1️⃣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C2ED4BA-6942-EB99-C2CD-0EE9F0367E55}"/>
              </a:ext>
            </a:extLst>
          </p:cNvPr>
          <p:cNvSpPr/>
          <p:nvPr/>
        </p:nvSpPr>
        <p:spPr>
          <a:xfrm>
            <a:off x="764764" y="1015891"/>
            <a:ext cx="8841858" cy="1848632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0C8E50-EE9E-8A6C-A0CA-885B44FF1D70}"/>
              </a:ext>
            </a:extLst>
          </p:cNvPr>
          <p:cNvSpPr txBox="1"/>
          <p:nvPr/>
        </p:nvSpPr>
        <p:spPr>
          <a:xfrm>
            <a:off x="209928" y="3169619"/>
            <a:ext cx="41388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>
              <a:latin typeface="+mj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5D9A32-84ED-0B09-0482-ADF84F5C65FF}"/>
              </a:ext>
            </a:extLst>
          </p:cNvPr>
          <p:cNvSpPr txBox="1"/>
          <p:nvPr/>
        </p:nvSpPr>
        <p:spPr>
          <a:xfrm>
            <a:off x="6473804" y="2372344"/>
            <a:ext cx="1836688" cy="25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>
                <a:latin typeface="+mj-lt"/>
              </a:rPr>
              <a:t>QA database (China)</a:t>
            </a:r>
          </a:p>
        </p:txBody>
      </p:sp>
      <p:pic>
        <p:nvPicPr>
          <p:cNvPr id="10" name="Picture 16" descr="What is SQL Database: Structure, Types, Examples">
            <a:extLst>
              <a:ext uri="{FF2B5EF4-FFF2-40B4-BE49-F238E27FC236}">
                <a16:creationId xmlns:a16="http://schemas.microsoft.com/office/drawing/2014/main" id="{111AFF2D-E0BF-C9D0-F049-8B1A583145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36191" y1="26937" x2="46683" y2="23996"/>
                        <a14:foregroundMark x1="64913" y1="29087" x2="65424" y2="30409"/>
                        <a14:foregroundMark x1="38305" y1="27485" x2="46111" y2="27216"/>
                        <a14:foregroundMark x1="49822" y1="29532" x2="39114" y2="29276"/>
                        <a14:foregroundMark x1="42203" y1="20937" x2="49470" y2="18112"/>
                        <a14:foregroundMark x1="49172" y1="18741" x2="42377" y2="22144"/>
                        <a14:foregroundMark x1="53898" y1="18713" x2="63729" y2="30994"/>
                        <a14:foregroundMark x1="56610" y1="26316" x2="62034" y2="29240"/>
                        <a14:foregroundMark x1="62712" y1="26316" x2="64746" y2="28655"/>
                        <a14:foregroundMark x1="36033" y1="31134" x2="47458" y2="64327"/>
                        <a14:foregroundMark x1="47458" y1="64327" x2="48814" y2="60819"/>
                        <a14:foregroundMark x1="48475" y1="52047" x2="48475" y2="52047"/>
                        <a14:foregroundMark x1="56271" y1="54971" x2="56271" y2="54971"/>
                        <a14:foregroundMark x1="54237" y1="54386" x2="54237" y2="54386"/>
                        <a14:foregroundMark x1="53898" y1="60819" x2="53898" y2="60819"/>
                        <a14:foregroundMark x1="58644" y1="59064" x2="58644" y2="59064"/>
                        <a14:foregroundMark x1="58305" y1="58480" x2="58305" y2="58480"/>
                        <a14:foregroundMark x1="58305" y1="54386" x2="58305" y2="54386"/>
                        <a14:foregroundMark x1="58983" y1="63743" x2="58983" y2="63743"/>
                        <a14:foregroundMark x1="40339" y1="53801" x2="40339" y2="53801"/>
                        <a14:foregroundMark x1="43051" y1="56140" x2="43051" y2="56140"/>
                        <a14:foregroundMark x1="43390" y1="59064" x2="43390" y2="59064"/>
                        <a14:foregroundMark x1="43051" y1="64912" x2="43051" y2="64912"/>
                        <a14:foregroundMark x1="48814" y1="33333" x2="48814" y2="33333"/>
                        <a14:foregroundMark x1="53220" y1="32749" x2="53220" y2="32749"/>
                        <a14:foregroundMark x1="36271" y1="26316" x2="35254" y2="26316"/>
                        <a14:foregroundMark x1="41356" y1="63743" x2="41356" y2="63743"/>
                        <a14:backgroundMark x1="50847" y1="15205" x2="54611" y2="17553"/>
                        <a14:backgroundMark x1="33220" y1="24561" x2="32203" y2="28070"/>
                        <a14:backgroundMark x1="33559" y1="22807" x2="34237" y2="274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8308" y="1281878"/>
            <a:ext cx="1836688" cy="1064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8" name="Picture 14" descr="internet server rack cartoon illustration 44795256 Vector Art at Vecteezy">
            <a:extLst>
              <a:ext uri="{FF2B5EF4-FFF2-40B4-BE49-F238E27FC236}">
                <a16:creationId xmlns:a16="http://schemas.microsoft.com/office/drawing/2014/main" id="{F0940415-429F-7C3F-EF3F-7A1BC040F6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7425" y="1263568"/>
            <a:ext cx="1064656" cy="1064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5" name="Picture 2" descr="Apple Ipad Vector Art, Icons, and Graphics for Free Download">
            <a:extLst>
              <a:ext uri="{FF2B5EF4-FFF2-40B4-BE49-F238E27FC236}">
                <a16:creationId xmlns:a16="http://schemas.microsoft.com/office/drawing/2014/main" id="{F4D1083C-B7D8-55CE-32A0-F2BF19421F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9778" b="93333" l="9778" r="89778">
                        <a14:foregroundMark x1="50667" y1="14222" x2="50667" y2="14222"/>
                        <a14:foregroundMark x1="68889" y1="9778" x2="68889" y2="9778"/>
                        <a14:foregroundMark x1="25333" y1="13333" x2="75556" y2="12889"/>
                        <a14:foregroundMark x1="24444" y1="16889" x2="24444" y2="50222"/>
                        <a14:foregroundMark x1="24000" y1="53333" x2="23556" y2="64444"/>
                        <a14:foregroundMark x1="24889" y1="84889" x2="24889" y2="84889"/>
                        <a14:foregroundMark x1="26667" y1="89333" x2="26667" y2="89333"/>
                        <a14:foregroundMark x1="39556" y1="89333" x2="39556" y2="89333"/>
                        <a14:foregroundMark x1="49333" y1="88444" x2="49333" y2="88444"/>
                        <a14:foregroundMark x1="53333" y1="88444" x2="54222" y2="88444"/>
                        <a14:foregroundMark x1="61333" y1="88444" x2="61333" y2="88444"/>
                        <a14:foregroundMark x1="64889" y1="88444" x2="64889" y2="88444"/>
                        <a14:foregroundMark x1="69333" y1="89333" x2="69333" y2="89333"/>
                        <a14:foregroundMark x1="75556" y1="88444" x2="75556" y2="88444"/>
                        <a14:foregroundMark x1="77333" y1="81778" x2="77333" y2="81778"/>
                        <a14:foregroundMark x1="78222" y1="76889" x2="78222" y2="76889"/>
                        <a14:foregroundMark x1="79111" y1="70667" x2="79111" y2="70667"/>
                        <a14:foregroundMark x1="78667" y1="68889" x2="78667" y2="68889"/>
                        <a14:foregroundMark x1="77778" y1="65333" x2="77778" y2="65333"/>
                        <a14:foregroundMark x1="77778" y1="64444" x2="77778" y2="64444"/>
                        <a14:foregroundMark x1="77778" y1="64000" x2="77778" y2="64000"/>
                        <a14:foregroundMark x1="77778" y1="61778" x2="77778" y2="61778"/>
                        <a14:foregroundMark x1="77778" y1="60000" x2="77778" y2="60000"/>
                        <a14:foregroundMark x1="77778" y1="59556" x2="77778" y2="59556"/>
                        <a14:foregroundMark x1="77778" y1="58667" x2="77778" y2="58667"/>
                        <a14:foregroundMark x1="77333" y1="56889" x2="77333" y2="56889"/>
                        <a14:foregroundMark x1="77333" y1="56444" x2="77333" y2="56444"/>
                        <a14:foregroundMark x1="77333" y1="56000" x2="77333" y2="56000"/>
                        <a14:foregroundMark x1="77333" y1="55556" x2="77333" y2="55556"/>
                        <a14:foregroundMark x1="77333" y1="54667" x2="76889" y2="12889"/>
                        <a14:foregroundMark x1="77333" y1="61333" x2="75556" y2="89333"/>
                        <a14:foregroundMark x1="23111" y1="67111" x2="26222" y2="12889"/>
                        <a14:foregroundMark x1="20000" y1="25333" x2="22222" y2="26222"/>
                        <a14:foregroundMark x1="24000" y1="20000" x2="24000" y2="27111"/>
                        <a14:foregroundMark x1="23556" y1="35111" x2="24000" y2="36889"/>
                        <a14:foregroundMark x1="24000" y1="39111" x2="24000" y2="40000"/>
                        <a14:foregroundMark x1="24000" y1="40444" x2="24000" y2="42667"/>
                        <a14:foregroundMark x1="26667" y1="72000" x2="26222" y2="73778"/>
                        <a14:foregroundMark x1="25333" y1="74667" x2="25333" y2="74667"/>
                        <a14:foregroundMark x1="25333" y1="74667" x2="25333" y2="74667"/>
                        <a14:foregroundMark x1="25333" y1="72444" x2="25333" y2="72444"/>
                        <a14:foregroundMark x1="24000" y1="71556" x2="24000" y2="71556"/>
                        <a14:foregroundMark x1="24000" y1="71556" x2="24000" y2="71556"/>
                        <a14:foregroundMark x1="23111" y1="74667" x2="23111" y2="75556"/>
                        <a14:foregroundMark x1="23111" y1="76000" x2="23111" y2="76000"/>
                        <a14:foregroundMark x1="23111" y1="76444" x2="22667" y2="79556"/>
                        <a14:foregroundMark x1="22222" y1="81778" x2="22222" y2="81778"/>
                        <a14:foregroundMark x1="22222" y1="82667" x2="22222" y2="84000"/>
                        <a14:foregroundMark x1="22222" y1="87111" x2="23111" y2="88444"/>
                        <a14:foregroundMark x1="23111" y1="88444" x2="23111" y2="88444"/>
                        <a14:foregroundMark x1="23111" y1="89778" x2="23111" y2="89778"/>
                        <a14:foregroundMark x1="27556" y1="90222" x2="32000" y2="89333"/>
                        <a14:foregroundMark x1="32444" y1="89333" x2="32444" y2="89333"/>
                        <a14:foregroundMark x1="32444" y1="89333" x2="32444" y2="89333"/>
                        <a14:foregroundMark x1="39111" y1="90667" x2="39111" y2="90667"/>
                        <a14:foregroundMark x1="39556" y1="90667" x2="39556" y2="90667"/>
                        <a14:foregroundMark x1="66222" y1="92000" x2="66222" y2="92000"/>
                        <a14:foregroundMark x1="20889" y1="25778" x2="20889" y2="25778"/>
                        <a14:foregroundMark x1="22222" y1="20444" x2="22222" y2="22667"/>
                        <a14:backgroundMark x1="69333" y1="99111" x2="66667" y2="97333"/>
                        <a14:backgroundMark x1="16444" y1="27556" x2="16444" y2="2711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5478" y="1380571"/>
            <a:ext cx="502476" cy="502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6" name="Picture 8" descr="Desktop Computer Cartoon Images – Browse 112,283 Stock Photos, Vectors, and  Video | Adobe Stock">
            <a:extLst>
              <a:ext uri="{FF2B5EF4-FFF2-40B4-BE49-F238E27FC236}">
                <a16:creationId xmlns:a16="http://schemas.microsoft.com/office/drawing/2014/main" id="{C4D0971D-69AA-3B0A-4019-8D6C73967F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0000" r="90000">
                        <a14:foregroundMark x1="37109" y1="37563" x2="27951" y2="29461"/>
                        <a14:foregroundMark x1="34375" y1="22843" x2="31250" y2="30964"/>
                        <a14:foregroundMark x1="48047" y1="37563" x2="48047" y2="37563"/>
                        <a14:foregroundMark x1="50391" y1="36548" x2="50391" y2="36548"/>
                        <a14:foregroundMark x1="56250" y1="31980" x2="56250" y2="31980"/>
                        <a14:foregroundMark x1="56250" y1="31980" x2="56250" y2="31980"/>
                        <a14:foregroundMark x1="66406" y1="41117" x2="67188" y2="43655"/>
                        <a14:foregroundMark x1="67578" y1="43655" x2="67578" y2="43655"/>
                        <a14:foregroundMark x1="66797" y1="45178" x2="66797" y2="45178"/>
                        <a14:foregroundMark x1="58984" y1="44670" x2="55078" y2="46193"/>
                        <a14:foregroundMark x1="46094" y1="53807" x2="42578" y2="55330"/>
                        <a14:foregroundMark x1="38672" y1="53299" x2="38672" y2="53299"/>
                        <a14:foregroundMark x1="34766" y1="51777" x2="30859" y2="47716"/>
                        <a14:foregroundMark x1="30859" y1="40609" x2="30469" y2="42640"/>
                        <a14:foregroundMark x1="38281" y1="44162" x2="68359" y2="48223"/>
                        <a14:foregroundMark x1="48438" y1="50254" x2="49219" y2="51777"/>
                        <a14:foregroundMark x1="50781" y1="40102" x2="50781" y2="40102"/>
                        <a14:foregroundMark x1="56641" y1="35533" x2="56641" y2="35533"/>
                        <a14:foregroundMark x1="60547" y1="35025" x2="61719" y2="35025"/>
                        <a14:foregroundMark x1="71094" y1="65990" x2="71094" y2="65990"/>
                        <a14:foregroundMark x1="68151" y1="66753" x2="66797" y2="67005"/>
                        <a14:foregroundMark x1="69531" y1="66497" x2="69400" y2="66521"/>
                        <a14:foregroundMark x1="52344" y1="67005" x2="52344" y2="67005"/>
                        <a14:foregroundMark x1="51563" y1="67005" x2="50993" y2="67005"/>
                        <a14:foregroundMark x1="21484" y1="20305" x2="21484" y2="20305"/>
                        <a14:foregroundMark x1="29297" y1="22335" x2="29297" y2="22335"/>
                        <a14:foregroundMark x1="29688" y1="22335" x2="32031" y2="20812"/>
                        <a14:foregroundMark x1="32422" y1="20305" x2="32422" y2="20305"/>
                        <a14:foregroundMark x1="32422" y1="20305" x2="32422" y2="20305"/>
                        <a14:foregroundMark x1="37500" y1="20305" x2="39844" y2="20812"/>
                        <a14:foregroundMark x1="42188" y1="20812" x2="42188" y2="20812"/>
                        <a14:foregroundMark x1="46484" y1="20812" x2="46484" y2="20812"/>
                        <a14:foregroundMark x1="50781" y1="22843" x2="57031" y2="23350"/>
                        <a14:foregroundMark x1="57813" y1="20812" x2="57813" y2="20812"/>
                        <a14:foregroundMark x1="60156" y1="20812" x2="61719" y2="20305"/>
                        <a14:foregroundMark x1="63281" y1="20305" x2="64453" y2="20305"/>
                        <a14:foregroundMark x1="28516" y1="55838" x2="27344" y2="56853"/>
                        <a14:foregroundMark x1="26953" y1="57360" x2="26953" y2="57360"/>
                        <a14:foregroundMark x1="26762" y1="57360" x2="28906" y2="57360"/>
                        <a14:foregroundMark x1="31250" y1="81218" x2="31250" y2="81218"/>
                        <a14:foregroundMark x1="36170" y1="81714" x2="36328" y2="81726"/>
                        <a14:foregroundMark x1="30097" y1="81249" x2="31497" y2="81357"/>
                        <a14:foregroundMark x1="57344" y1="79222" x2="57422" y2="79188"/>
                        <a14:foregroundMark x1="57422" y1="79188" x2="57422" y2="79188"/>
                        <a14:foregroundMark x1="35156" y1="37563" x2="26762" y2="28676"/>
                        <a14:foregroundMark x1="75391" y1="23350" x2="75391" y2="21320"/>
                        <a14:foregroundMark x1="75391" y1="24365" x2="75391" y2="23350"/>
                        <a14:foregroundMark x1="75391" y1="24873" x2="75391" y2="24365"/>
                        <a14:foregroundMark x1="75391" y1="25381" x2="75391" y2="24873"/>
                        <a14:foregroundMark x1="80469" y1="24365" x2="80460" y2="24668"/>
                        <a14:foregroundMark x1="77326" y1="24873" x2="77402" y2="25381"/>
                        <a14:foregroundMark x1="77249" y1="24365" x2="77326" y2="24873"/>
                        <a14:foregroundMark x1="77097" y1="23350" x2="77249" y2="24365"/>
                        <a14:foregroundMark x1="76563" y1="19797" x2="77097" y2="23350"/>
                        <a14:foregroundMark x1="46230" y1="66617" x2="45837" y2="66712"/>
                        <a14:foregroundMark x1="52129" y1="65194" x2="50283" y2="65639"/>
                        <a14:foregroundMark x1="69933" y1="60897" x2="62545" y2="62680"/>
                        <a14:foregroundMark x1="55582" y1="73372" x2="54389" y2="73537"/>
                        <a14:foregroundMark x1="19531" y1="21827" x2="19531" y2="21827"/>
                        <a14:foregroundMark x1="19559" y1="22335" x2="19615" y2="23350"/>
                        <a14:foregroundMark x1="19531" y1="21827" x2="19559" y2="22335"/>
                        <a14:foregroundMark x1="20284" y1="60733" x2="20703" y2="60914"/>
                        <a14:foregroundMark x1="20313" y1="60715" x2="20313" y2="60914"/>
                        <a14:foregroundMark x1="19922" y1="63959" x2="19922" y2="63959"/>
                        <a14:foregroundMark x1="19922" y1="65482" x2="19922" y2="67513"/>
                        <a14:foregroundMark x1="18696" y1="23350" x2="18750" y2="22335"/>
                        <a14:foregroundMark x1="19922" y1="31472" x2="19922" y2="31472"/>
                        <a14:foregroundMark x1="20313" y1="34518" x2="20313" y2="34518"/>
                        <a14:foregroundMark x1="20313" y1="38071" x2="20313" y2="39086"/>
                        <a14:foregroundMark x1="19922" y1="41117" x2="19922" y2="42132"/>
                        <a14:foregroundMark x1="19922" y1="43655" x2="19922" y2="44670"/>
                        <a14:foregroundMark x1="36719" y1="62944" x2="36719" y2="62944"/>
                        <a14:foregroundMark x1="42188" y1="63959" x2="30078" y2="63452"/>
                        <a14:foregroundMark x1="34375" y1="57360" x2="34375" y2="57360"/>
                        <a14:foregroundMark x1="49219" y1="56853" x2="49219" y2="56853"/>
                        <a14:foregroundMark x1="60547" y1="57360" x2="60547" y2="57360"/>
                        <a14:foregroundMark x1="53516" y1="80711" x2="53516" y2="80711"/>
                        <a14:foregroundMark x1="36719" y1="82234" x2="36453" y2="82580"/>
                        <a14:foregroundMark x1="42188" y1="79188" x2="42188" y2="79188"/>
                        <a14:foregroundMark x1="46875" y1="74112" x2="46875" y2="74112"/>
                        <a14:foregroundMark x1="46094" y1="71066" x2="46094" y2="71066"/>
                        <a14:foregroundMark x1="46875" y1="73096" x2="46875" y2="73096"/>
                        <a14:foregroundMark x1="48438" y1="73096" x2="50000" y2="73096"/>
                        <a14:foregroundMark x1="51563" y1="73096" x2="51563" y2="73096"/>
                        <a14:foregroundMark x1="51953" y1="74112" x2="51953" y2="74112"/>
                        <a14:foregroundMark x1="51953" y1="74619" x2="51953" y2="75127"/>
                        <a14:foregroundMark x1="52734" y1="75635" x2="53125" y2="76142"/>
                        <a14:foregroundMark x1="53125" y1="76142" x2="53125" y2="76142"/>
                        <a14:foregroundMark x1="52344" y1="76142" x2="52344" y2="76142"/>
                        <a14:foregroundMark x1="50781" y1="75635" x2="50391" y2="75635"/>
                        <a14:foregroundMark x1="49219" y1="75635" x2="48047" y2="75635"/>
                        <a14:foregroundMark x1="46875" y1="75635" x2="46484" y2="75635"/>
                        <a14:foregroundMark x1="51953" y1="75127" x2="51563" y2="75127"/>
                        <a14:foregroundMark x1="51563" y1="75127" x2="51563" y2="75127"/>
                        <a14:foregroundMark x1="50781" y1="75127" x2="50781" y2="75127"/>
                        <a14:foregroundMark x1="50000" y1="75127" x2="50000" y2="74619"/>
                        <a14:foregroundMark x1="49219" y1="74112" x2="51953" y2="74619"/>
                        <a14:foregroundMark x1="51953" y1="74619" x2="53906" y2="75127"/>
                        <a14:foregroundMark x1="76953" y1="79188" x2="76953" y2="79188"/>
                        <a14:backgroundMark x1="33203" y1="85279" x2="33203" y2="85279"/>
                        <a14:backgroundMark x1="37500" y1="85279" x2="37500" y2="85279"/>
                        <a14:backgroundMark x1="37500" y1="84772" x2="35156" y2="86294"/>
                        <a14:backgroundMark x1="40234" y1="83756" x2="40234" y2="83756"/>
                        <a14:backgroundMark x1="39766" y1="85344" x2="42188" y2="84772"/>
                        <a14:backgroundMark x1="37891" y1="85787" x2="39045" y2="85514"/>
                        <a14:backgroundMark x1="35938" y1="83756" x2="35938" y2="83756"/>
                        <a14:backgroundMark x1="35938" y1="83249" x2="36719" y2="83249"/>
                        <a14:backgroundMark x1="37891" y1="83249" x2="39453" y2="83756"/>
                        <a14:backgroundMark x1="39453" y1="83756" x2="39453" y2="83756"/>
                        <a14:backgroundMark x1="35547" y1="83756" x2="35547" y2="83756"/>
                        <a14:backgroundMark x1="35547" y1="83756" x2="35938" y2="83756"/>
                        <a14:backgroundMark x1="38210" y1="83756" x2="38281" y2="83756"/>
                        <a14:backgroundMark x1="37109" y1="83756" x2="37322" y2="83756"/>
                        <a14:backgroundMark x1="38281" y1="83756" x2="38281" y2="83756"/>
                        <a14:backgroundMark x1="39453" y1="83249" x2="39453" y2="83249"/>
                        <a14:backgroundMark x1="37109" y1="83756" x2="37109" y2="83756"/>
                        <a14:backgroundMark x1="35547" y1="83756" x2="35547" y2="83756"/>
                        <a14:backgroundMark x1="35547" y1="83249" x2="35938" y2="83249"/>
                        <a14:backgroundMark x1="16699" y1="21827" x2="16406" y2="20305"/>
                        <a14:backgroundMark x1="16749" y1="22085" x2="16699" y2="21827"/>
                        <a14:backgroundMark x1="18652" y1="21827" x2="18647" y2="21910"/>
                        <a14:backgroundMark x1="18750" y1="20305" x2="18652" y2="21827"/>
                        <a14:backgroundMark x1="78906" y1="27919" x2="78906" y2="27919"/>
                        <a14:backgroundMark x1="16797" y1="44670" x2="16797" y2="57360"/>
                        <a14:backgroundMark x1="16797" y1="42132" x2="16797" y2="43655"/>
                        <a14:backgroundMark x1="16797" y1="39086" x2="16797" y2="41117"/>
                        <a14:backgroundMark x1="16797" y1="34518" x2="16797" y2="38071"/>
                        <a14:backgroundMark x1="16797" y1="31472" x2="16797" y2="34518"/>
                        <a14:backgroundMark x1="16797" y1="23350" x2="16797" y2="31472"/>
                        <a14:backgroundMark x1="17578" y1="57360" x2="19141" y2="61421"/>
                        <a14:backgroundMark x1="18750" y1="26904" x2="18359" y2="22335"/>
                        <a14:backgroundMark x1="19141" y1="23350" x2="19141" y2="23350"/>
                        <a14:backgroundMark x1="18750" y1="22335" x2="18750" y2="22335"/>
                        <a14:backgroundMark x1="18750" y1="70558" x2="19141" y2="71574"/>
                        <a14:backgroundMark x1="19141" y1="69543" x2="19141" y2="69543"/>
                        <a14:backgroundMark x1="19141" y1="68528" x2="23047" y2="73604"/>
                        <a14:backgroundMark x1="23828" y1="72589" x2="25000" y2="73604"/>
                        <a14:backgroundMark x1="25781" y1="74112" x2="26563" y2="74112"/>
                        <a14:backgroundMark x1="26563" y1="73604" x2="26563" y2="73604"/>
                        <a14:backgroundMark x1="26953" y1="73096" x2="27344" y2="73096"/>
                        <a14:backgroundMark x1="29297" y1="73604" x2="30469" y2="74112"/>
                        <a14:backgroundMark x1="31641" y1="74112" x2="33594" y2="74112"/>
                        <a14:backgroundMark x1="35547" y1="74619" x2="37109" y2="74619"/>
                        <a14:backgroundMark x1="33594" y1="72081" x2="32813" y2="72081"/>
                        <a14:backgroundMark x1="32422" y1="72081" x2="31641" y2="72081"/>
                        <a14:backgroundMark x1="30859" y1="72081" x2="29688" y2="71574"/>
                        <a14:backgroundMark x1="29688" y1="71574" x2="28906" y2="71574"/>
                        <a14:backgroundMark x1="28516" y1="71574" x2="27734" y2="71574"/>
                        <a14:backgroundMark x1="27734" y1="72081" x2="26953" y2="72081"/>
                        <a14:backgroundMark x1="26953" y1="72081" x2="26953" y2="72081"/>
                        <a14:backgroundMark x1="27344" y1="72081" x2="30469" y2="73096"/>
                        <a14:backgroundMark x1="31250" y1="72589" x2="31250" y2="72589"/>
                        <a14:backgroundMark x1="31250" y1="72589" x2="31250" y2="72589"/>
                        <a14:backgroundMark x1="33984" y1="72081" x2="33984" y2="72081"/>
                        <a14:backgroundMark x1="33203" y1="71574" x2="33203" y2="71574"/>
                        <a14:backgroundMark x1="33203" y1="71066" x2="33734" y2="71066"/>
                        <a14:backgroundMark x1="32031" y1="72081" x2="32422" y2="71574"/>
                        <a14:backgroundMark x1="33203" y1="71066" x2="33203" y2="71066"/>
                        <a14:backgroundMark x1="32813" y1="71066" x2="32813" y2="71066"/>
                        <a14:backgroundMark x1="32813" y1="71066" x2="33203" y2="71066"/>
                        <a14:backgroundMark x1="80469" y1="24365" x2="80469" y2="24365"/>
                        <a14:backgroundMark x1="80469" y1="25381" x2="80469" y2="25888"/>
                        <a14:backgroundMark x1="80078" y1="28426" x2="79688" y2="29442"/>
                        <a14:backgroundMark x1="79688" y1="29949" x2="79688" y2="30457"/>
                        <a14:backgroundMark x1="79688" y1="31980" x2="79688" y2="32995"/>
                        <a14:backgroundMark x1="79297" y1="35025" x2="79297" y2="35025"/>
                        <a14:backgroundMark x1="79297" y1="37056" x2="79688" y2="37563"/>
                        <a14:backgroundMark x1="79688" y1="38579" x2="79688" y2="39594"/>
                        <a14:backgroundMark x1="79297" y1="41117" x2="79297" y2="43147"/>
                        <a14:backgroundMark x1="79297" y1="45685" x2="80078" y2="64975"/>
                        <a14:backgroundMark x1="78906" y1="25888" x2="78906" y2="25888"/>
                        <a14:backgroundMark x1="78906" y1="28934" x2="78906" y2="28934"/>
                        <a14:backgroundMark x1="78906" y1="29949" x2="78906" y2="30457"/>
                        <a14:backgroundMark x1="78906" y1="30457" x2="78906" y2="31472"/>
                        <a14:backgroundMark x1="78906" y1="34010" x2="79297" y2="35025"/>
                        <a14:backgroundMark x1="79297" y1="36548" x2="79688" y2="47716"/>
                        <a14:backgroundMark x1="79297" y1="23350" x2="79297" y2="23350"/>
                        <a14:backgroundMark x1="78906" y1="27919" x2="78906" y2="28934"/>
                        <a14:backgroundMark x1="78906" y1="27919" x2="78906" y2="26396"/>
                        <a14:backgroundMark x1="78906" y1="26396" x2="78906" y2="26396"/>
                        <a14:backgroundMark x1="78125" y1="28426" x2="78125" y2="28934"/>
                        <a14:backgroundMark x1="78125" y1="28934" x2="78125" y2="28934"/>
                        <a14:backgroundMark x1="78125" y1="26396" x2="78125" y2="26396"/>
                        <a14:backgroundMark x1="78125" y1="26396" x2="78125" y2="26396"/>
                        <a14:backgroundMark x1="78125" y1="25888" x2="78125" y2="25888"/>
                        <a14:backgroundMark x1="78125" y1="25888" x2="78125" y2="25888"/>
                        <a14:backgroundMark x1="78125" y1="25888" x2="78125" y2="25888"/>
                        <a14:backgroundMark x1="78906" y1="26904" x2="80469" y2="27919"/>
                        <a14:backgroundMark x1="80859" y1="27919" x2="80859" y2="27919"/>
                        <a14:backgroundMark x1="80859" y1="27411" x2="80859" y2="27411"/>
                        <a14:backgroundMark x1="80078" y1="24873" x2="80078" y2="24873"/>
                        <a14:backgroundMark x1="79688" y1="25381" x2="80859" y2="36548"/>
                        <a14:backgroundMark x1="80469" y1="40102" x2="80469" y2="39594"/>
                        <a14:backgroundMark x1="73438" y1="75635" x2="73438" y2="75635"/>
                        <a14:backgroundMark x1="73047" y1="75127" x2="71484" y2="74619"/>
                        <a14:backgroundMark x1="69922" y1="73604" x2="56250" y2="73604"/>
                        <a14:backgroundMark x1="73828" y1="71574" x2="73828" y2="71574"/>
                        <a14:backgroundMark x1="71094" y1="71574" x2="71094" y2="71574"/>
                        <a14:backgroundMark x1="70703" y1="71574" x2="70703" y2="71574"/>
                        <a14:backgroundMark x1="70703" y1="71574" x2="70703" y2="71574"/>
                        <a14:backgroundMark x1="69922" y1="71574" x2="69922" y2="71574"/>
                        <a14:backgroundMark x1="69141" y1="71066" x2="76563" y2="71066"/>
                        <a14:backgroundMark x1="45940" y1="78194" x2="42578" y2="78680"/>
                        <a14:backgroundMark x1="53125" y1="77157" x2="52959" y2="77181"/>
                        <a14:backgroundMark x1="52734" y1="77665" x2="52525" y2="77591"/>
                        <a14:backgroundMark x1="55469" y1="74112" x2="55469" y2="74112"/>
                        <a14:backgroundMark x1="55469" y1="74112" x2="55469" y2="74112"/>
                        <a14:backgroundMark x1="55859" y1="74112" x2="55859" y2="74112"/>
                        <a14:backgroundMark x1="41988" y1="74834" x2="39063" y2="75127"/>
                        <a14:backgroundMark x1="36719" y1="75635" x2="35938" y2="75635"/>
                        <a14:backgroundMark x1="34766" y1="75127" x2="33594" y2="74112"/>
                        <a14:backgroundMark x1="33203" y1="73604" x2="33203" y2="73604"/>
                        <a14:backgroundMark x1="57813" y1="74619" x2="56250" y2="73096"/>
                        <a14:backgroundMark x1="54688" y1="74619" x2="54688" y2="74619"/>
                        <a14:backgroundMark x1="54688" y1="73096" x2="54688" y2="73096"/>
                        <a14:backgroundMark x1="54688" y1="73096" x2="54688" y2="73096"/>
                        <a14:backgroundMark x1="55469" y1="73604" x2="56250" y2="73604"/>
                        <a14:backgroundMark x1="56250" y1="73604" x2="56250" y2="73604"/>
                        <a14:backgroundMark x1="45313" y1="86802" x2="43750" y2="83756"/>
                        <a14:backgroundMark x1="37500" y1="85787" x2="36328" y2="84264"/>
                        <a14:backgroundMark x1="37109" y1="85279" x2="36328" y2="84772"/>
                        <a14:backgroundMark x1="36328" y1="85279" x2="36328" y2="84264"/>
                        <a14:backgroundMark x1="35938" y1="83756" x2="35938" y2="83756"/>
                        <a14:backgroundMark x1="36328" y1="83756" x2="36328" y2="83756"/>
                        <a14:backgroundMark x1="36328" y1="83249" x2="36328" y2="8324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2744" y="1845565"/>
            <a:ext cx="652963" cy="502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FFDF830C-07FA-3F70-F972-9D14B66F0A41}"/>
              </a:ext>
            </a:extLst>
          </p:cNvPr>
          <p:cNvSpPr txBox="1"/>
          <p:nvPr/>
        </p:nvSpPr>
        <p:spPr>
          <a:xfrm>
            <a:off x="2193766" y="2372344"/>
            <a:ext cx="1874520" cy="25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>
                <a:latin typeface="+mj-lt"/>
              </a:rPr>
              <a:t>Tablets/ Company PC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6245859-E2D7-59CE-4DEB-18E2B77DE4D0}"/>
              </a:ext>
            </a:extLst>
          </p:cNvPr>
          <p:cNvSpPr txBox="1"/>
          <p:nvPr/>
        </p:nvSpPr>
        <p:spPr>
          <a:xfrm>
            <a:off x="4158522" y="2372967"/>
            <a:ext cx="1874520" cy="420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>
                <a:latin typeface="+mj-lt"/>
              </a:rPr>
              <a:t>Development Server </a:t>
            </a:r>
          </a:p>
          <a:p>
            <a:pPr algn="ctr"/>
            <a:r>
              <a:rPr lang="en-US" sz="1600">
                <a:latin typeface="+mj-lt"/>
              </a:rPr>
              <a:t>(IT Department)</a:t>
            </a:r>
          </a:p>
        </p:txBody>
      </p:sp>
      <p:sp>
        <p:nvSpPr>
          <p:cNvPr id="60" name="Arrow: Right 59">
            <a:extLst>
              <a:ext uri="{FF2B5EF4-FFF2-40B4-BE49-F238E27FC236}">
                <a16:creationId xmlns:a16="http://schemas.microsoft.com/office/drawing/2014/main" id="{69AC1339-5C24-7C60-6713-288F5FE6E052}"/>
              </a:ext>
            </a:extLst>
          </p:cNvPr>
          <p:cNvSpPr/>
          <p:nvPr/>
        </p:nvSpPr>
        <p:spPr>
          <a:xfrm rot="10800000" flipH="1">
            <a:off x="3878391" y="1731587"/>
            <a:ext cx="449381" cy="299258"/>
          </a:xfrm>
          <a:prstGeom prst="rightArrow">
            <a:avLst>
              <a:gd name="adj1" fmla="val 29526"/>
              <a:gd name="adj2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61" name="Arrow: Right 60">
            <a:extLst>
              <a:ext uri="{FF2B5EF4-FFF2-40B4-BE49-F238E27FC236}">
                <a16:creationId xmlns:a16="http://schemas.microsoft.com/office/drawing/2014/main" id="{FBB3F280-D849-DE48-1BFC-2FA679385353}"/>
              </a:ext>
            </a:extLst>
          </p:cNvPr>
          <p:cNvSpPr/>
          <p:nvPr/>
        </p:nvSpPr>
        <p:spPr>
          <a:xfrm rot="10800000" flipH="1">
            <a:off x="5894701" y="1731587"/>
            <a:ext cx="449381" cy="299258"/>
          </a:xfrm>
          <a:prstGeom prst="rightArrow">
            <a:avLst>
              <a:gd name="adj1" fmla="val 29526"/>
              <a:gd name="adj2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54523D8-2347-42DB-91CA-7DA843865309}"/>
              </a:ext>
            </a:extLst>
          </p:cNvPr>
          <p:cNvSpPr txBox="1"/>
          <p:nvPr/>
        </p:nvSpPr>
        <p:spPr>
          <a:xfrm>
            <a:off x="957372" y="1144121"/>
            <a:ext cx="1495191" cy="420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>
                <a:latin typeface="+mj-lt"/>
              </a:rPr>
              <a:t>IT Network</a:t>
            </a:r>
            <a:br>
              <a:rPr lang="en-US" sz="1600">
                <a:latin typeface="+mj-lt"/>
              </a:rPr>
            </a:br>
            <a:r>
              <a:rPr lang="en-US" sz="1600">
                <a:latin typeface="+mj-lt"/>
              </a:rPr>
              <a:t>( </a:t>
            </a:r>
            <a:r>
              <a:rPr lang="en-US" sz="1600" err="1">
                <a:latin typeface="+mj-lt"/>
              </a:rPr>
              <a:t>Wifi</a:t>
            </a:r>
            <a:r>
              <a:rPr lang="en-US" sz="1600">
                <a:latin typeface="+mj-lt"/>
              </a:rPr>
              <a:t> : Hexagon)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681E088-91C2-CF33-BE08-44903B54AA29}"/>
              </a:ext>
            </a:extLst>
          </p:cNvPr>
          <p:cNvSpPr txBox="1"/>
          <p:nvPr/>
        </p:nvSpPr>
        <p:spPr>
          <a:xfrm>
            <a:off x="5516383" y="1068810"/>
            <a:ext cx="384749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aseline="0">
                <a:highlight>
                  <a:srgbClr val="FFFF00"/>
                </a:highlight>
                <a:latin typeface="+mj-lt"/>
              </a:rPr>
              <a:t>Only hexagon can access to QA database in China</a:t>
            </a:r>
          </a:p>
        </p:txBody>
      </p:sp>
      <p:sp>
        <p:nvSpPr>
          <p:cNvPr id="1024" name="Rectangle: Rounded Corners 1023">
            <a:extLst>
              <a:ext uri="{FF2B5EF4-FFF2-40B4-BE49-F238E27FC236}">
                <a16:creationId xmlns:a16="http://schemas.microsoft.com/office/drawing/2014/main" id="{B2BDEB81-7CAB-4C89-4FE4-E914AD93D556}"/>
              </a:ext>
            </a:extLst>
          </p:cNvPr>
          <p:cNvSpPr/>
          <p:nvPr/>
        </p:nvSpPr>
        <p:spPr>
          <a:xfrm>
            <a:off x="768037" y="3120993"/>
            <a:ext cx="4561797" cy="1848632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6B598E1-19E7-C5C5-ADBB-3AAD0E5134B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10000" b="90000" l="10000" r="90000">
                        <a14:foregroundMark x1="45667" y1="45333" x2="45667" y2="4533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544917" y="3139023"/>
            <a:ext cx="399116" cy="498895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4C6AAF95-5FED-B64F-9641-EF1751C371EC}"/>
              </a:ext>
            </a:extLst>
          </p:cNvPr>
          <p:cNvSpPr txBox="1"/>
          <p:nvPr/>
        </p:nvSpPr>
        <p:spPr>
          <a:xfrm>
            <a:off x="1075292" y="5025083"/>
            <a:ext cx="437244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aseline="0">
                <a:highlight>
                  <a:srgbClr val="FFFF00"/>
                </a:highlight>
                <a:latin typeface="+mj-lt"/>
              </a:rPr>
              <a:t>Other users can access to OT servers when they are in the same </a:t>
            </a:r>
            <a:r>
              <a:rPr lang="en-US" sz="1000" baseline="0" err="1">
                <a:highlight>
                  <a:srgbClr val="FFFF00"/>
                </a:highlight>
                <a:latin typeface="+mj-lt"/>
              </a:rPr>
              <a:t>wifi</a:t>
            </a:r>
            <a:r>
              <a:rPr lang="en-US" sz="1000" baseline="0">
                <a:highlight>
                  <a:srgbClr val="FFFF00"/>
                </a:highlight>
                <a:latin typeface="+mj-lt"/>
              </a:rPr>
              <a:t>.</a:t>
            </a:r>
          </a:p>
        </p:txBody>
      </p:sp>
      <p:sp>
        <p:nvSpPr>
          <p:cNvPr id="1025" name="Arrow: Right 1024">
            <a:extLst>
              <a:ext uri="{FF2B5EF4-FFF2-40B4-BE49-F238E27FC236}">
                <a16:creationId xmlns:a16="http://schemas.microsoft.com/office/drawing/2014/main" id="{A11FEE0A-8FC5-816F-C645-98F1C7BE5735}"/>
              </a:ext>
            </a:extLst>
          </p:cNvPr>
          <p:cNvSpPr/>
          <p:nvPr/>
        </p:nvSpPr>
        <p:spPr>
          <a:xfrm>
            <a:off x="2971113" y="3776549"/>
            <a:ext cx="449381" cy="299258"/>
          </a:xfrm>
          <a:prstGeom prst="rightArrow">
            <a:avLst>
              <a:gd name="adj1" fmla="val 29526"/>
              <a:gd name="adj2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pic>
        <p:nvPicPr>
          <p:cNvPr id="1026" name="Picture 2" descr="Apple Ipad Vector Art, Icons, and Graphics for Free Download">
            <a:extLst>
              <a:ext uri="{FF2B5EF4-FFF2-40B4-BE49-F238E27FC236}">
                <a16:creationId xmlns:a16="http://schemas.microsoft.com/office/drawing/2014/main" id="{301FF25E-280B-A95B-5892-96699D1F0B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9778" b="93333" l="9778" r="89778">
                        <a14:foregroundMark x1="50667" y1="14222" x2="50667" y2="14222"/>
                        <a14:foregroundMark x1="68889" y1="9778" x2="68889" y2="9778"/>
                        <a14:foregroundMark x1="25333" y1="13333" x2="75556" y2="12889"/>
                        <a14:foregroundMark x1="24444" y1="16889" x2="24444" y2="50222"/>
                        <a14:foregroundMark x1="24000" y1="53333" x2="23556" y2="64444"/>
                        <a14:foregroundMark x1="24889" y1="84889" x2="24889" y2="84889"/>
                        <a14:foregroundMark x1="26667" y1="89333" x2="26667" y2="89333"/>
                        <a14:foregroundMark x1="39556" y1="89333" x2="39556" y2="89333"/>
                        <a14:foregroundMark x1="49333" y1="88444" x2="49333" y2="88444"/>
                        <a14:foregroundMark x1="53333" y1="88444" x2="54222" y2="88444"/>
                        <a14:foregroundMark x1="61333" y1="88444" x2="61333" y2="88444"/>
                        <a14:foregroundMark x1="64889" y1="88444" x2="64889" y2="88444"/>
                        <a14:foregroundMark x1="69333" y1="89333" x2="69333" y2="89333"/>
                        <a14:foregroundMark x1="75556" y1="88444" x2="75556" y2="88444"/>
                        <a14:foregroundMark x1="77333" y1="81778" x2="77333" y2="81778"/>
                        <a14:foregroundMark x1="78222" y1="76889" x2="78222" y2="76889"/>
                        <a14:foregroundMark x1="79111" y1="70667" x2="79111" y2="70667"/>
                        <a14:foregroundMark x1="78667" y1="68889" x2="78667" y2="68889"/>
                        <a14:foregroundMark x1="77778" y1="65333" x2="77778" y2="65333"/>
                        <a14:foregroundMark x1="77778" y1="64444" x2="77778" y2="64444"/>
                        <a14:foregroundMark x1="77778" y1="64000" x2="77778" y2="64000"/>
                        <a14:foregroundMark x1="77778" y1="61778" x2="77778" y2="61778"/>
                        <a14:foregroundMark x1="77778" y1="60000" x2="77778" y2="60000"/>
                        <a14:foregroundMark x1="77778" y1="59556" x2="77778" y2="59556"/>
                        <a14:foregroundMark x1="77778" y1="58667" x2="77778" y2="58667"/>
                        <a14:foregroundMark x1="77333" y1="56889" x2="77333" y2="56889"/>
                        <a14:foregroundMark x1="77333" y1="56444" x2="77333" y2="56444"/>
                        <a14:foregroundMark x1="77333" y1="56000" x2="77333" y2="56000"/>
                        <a14:foregroundMark x1="77333" y1="55556" x2="77333" y2="55556"/>
                        <a14:foregroundMark x1="77333" y1="54667" x2="76889" y2="12889"/>
                        <a14:foregroundMark x1="77333" y1="61333" x2="75556" y2="89333"/>
                        <a14:foregroundMark x1="23111" y1="67111" x2="26222" y2="12889"/>
                        <a14:foregroundMark x1="20000" y1="25333" x2="22222" y2="26222"/>
                        <a14:foregroundMark x1="24000" y1="20000" x2="24000" y2="27111"/>
                        <a14:foregroundMark x1="23556" y1="35111" x2="24000" y2="36889"/>
                        <a14:foregroundMark x1="24000" y1="39111" x2="24000" y2="40000"/>
                        <a14:foregroundMark x1="24000" y1="40444" x2="24000" y2="42667"/>
                        <a14:foregroundMark x1="26667" y1="72000" x2="26222" y2="73778"/>
                        <a14:foregroundMark x1="25333" y1="74667" x2="25333" y2="74667"/>
                        <a14:foregroundMark x1="25333" y1="74667" x2="25333" y2="74667"/>
                        <a14:foregroundMark x1="25333" y1="72444" x2="25333" y2="72444"/>
                        <a14:foregroundMark x1="24000" y1="71556" x2="24000" y2="71556"/>
                        <a14:foregroundMark x1="24000" y1="71556" x2="24000" y2="71556"/>
                        <a14:foregroundMark x1="23111" y1="74667" x2="23111" y2="75556"/>
                        <a14:foregroundMark x1="23111" y1="76000" x2="23111" y2="76000"/>
                        <a14:foregroundMark x1="23111" y1="76444" x2="22667" y2="79556"/>
                        <a14:foregroundMark x1="22222" y1="81778" x2="22222" y2="81778"/>
                        <a14:foregroundMark x1="22222" y1="82667" x2="22222" y2="84000"/>
                        <a14:foregroundMark x1="22222" y1="87111" x2="23111" y2="88444"/>
                        <a14:foregroundMark x1="23111" y1="88444" x2="23111" y2="88444"/>
                        <a14:foregroundMark x1="23111" y1="89778" x2="23111" y2="89778"/>
                        <a14:foregroundMark x1="27556" y1="90222" x2="32000" y2="89333"/>
                        <a14:foregroundMark x1="32444" y1="89333" x2="32444" y2="89333"/>
                        <a14:foregroundMark x1="32444" y1="89333" x2="32444" y2="89333"/>
                        <a14:foregroundMark x1="39111" y1="90667" x2="39111" y2="90667"/>
                        <a14:foregroundMark x1="39556" y1="90667" x2="39556" y2="90667"/>
                        <a14:foregroundMark x1="66222" y1="92000" x2="66222" y2="92000"/>
                        <a14:foregroundMark x1="20889" y1="25778" x2="20889" y2="25778"/>
                        <a14:foregroundMark x1="22222" y1="20444" x2="22222" y2="22667"/>
                        <a14:backgroundMark x1="69333" y1="99111" x2="66667" y2="97333"/>
                        <a14:backgroundMark x1="16444" y1="27556" x2="16444" y2="2711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3566" y="3322962"/>
            <a:ext cx="502476" cy="502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8" descr="Desktop Computer Cartoon Images – Browse 112,283 Stock Photos, Vectors, and  Video | Adobe Stock">
            <a:extLst>
              <a:ext uri="{FF2B5EF4-FFF2-40B4-BE49-F238E27FC236}">
                <a16:creationId xmlns:a16="http://schemas.microsoft.com/office/drawing/2014/main" id="{9E519D8C-358F-EC41-06FC-C8A9B4CDE6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0000" r="90000">
                        <a14:foregroundMark x1="37109" y1="37563" x2="27951" y2="29461"/>
                        <a14:foregroundMark x1="34375" y1="22843" x2="31250" y2="30964"/>
                        <a14:foregroundMark x1="48047" y1="37563" x2="48047" y2="37563"/>
                        <a14:foregroundMark x1="50391" y1="36548" x2="50391" y2="36548"/>
                        <a14:foregroundMark x1="56250" y1="31980" x2="56250" y2="31980"/>
                        <a14:foregroundMark x1="56250" y1="31980" x2="56250" y2="31980"/>
                        <a14:foregroundMark x1="66406" y1="41117" x2="67188" y2="43655"/>
                        <a14:foregroundMark x1="67578" y1="43655" x2="67578" y2="43655"/>
                        <a14:foregroundMark x1="66797" y1="45178" x2="66797" y2="45178"/>
                        <a14:foregroundMark x1="58984" y1="44670" x2="55078" y2="46193"/>
                        <a14:foregroundMark x1="46094" y1="53807" x2="42578" y2="55330"/>
                        <a14:foregroundMark x1="38672" y1="53299" x2="38672" y2="53299"/>
                        <a14:foregroundMark x1="34766" y1="51777" x2="30859" y2="47716"/>
                        <a14:foregroundMark x1="30859" y1="40609" x2="30469" y2="42640"/>
                        <a14:foregroundMark x1="38281" y1="44162" x2="68359" y2="48223"/>
                        <a14:foregroundMark x1="48438" y1="50254" x2="49219" y2="51777"/>
                        <a14:foregroundMark x1="50781" y1="40102" x2="50781" y2="40102"/>
                        <a14:foregroundMark x1="56641" y1="35533" x2="56641" y2="35533"/>
                        <a14:foregroundMark x1="60547" y1="35025" x2="61719" y2="35025"/>
                        <a14:foregroundMark x1="71094" y1="65990" x2="71094" y2="65990"/>
                        <a14:foregroundMark x1="68151" y1="66753" x2="66797" y2="67005"/>
                        <a14:foregroundMark x1="69531" y1="66497" x2="69400" y2="66521"/>
                        <a14:foregroundMark x1="52344" y1="67005" x2="52344" y2="67005"/>
                        <a14:foregroundMark x1="51563" y1="67005" x2="50993" y2="67005"/>
                        <a14:foregroundMark x1="21484" y1="20305" x2="21484" y2="20305"/>
                        <a14:foregroundMark x1="29297" y1="22335" x2="29297" y2="22335"/>
                        <a14:foregroundMark x1="29688" y1="22335" x2="32031" y2="20812"/>
                        <a14:foregroundMark x1="32422" y1="20305" x2="32422" y2="20305"/>
                        <a14:foregroundMark x1="32422" y1="20305" x2="32422" y2="20305"/>
                        <a14:foregroundMark x1="37500" y1="20305" x2="39844" y2="20812"/>
                        <a14:foregroundMark x1="42188" y1="20812" x2="42188" y2="20812"/>
                        <a14:foregroundMark x1="46484" y1="20812" x2="46484" y2="20812"/>
                        <a14:foregroundMark x1="50781" y1="22843" x2="57031" y2="23350"/>
                        <a14:foregroundMark x1="57813" y1="20812" x2="57813" y2="20812"/>
                        <a14:foregroundMark x1="60156" y1="20812" x2="61719" y2="20305"/>
                        <a14:foregroundMark x1="63281" y1="20305" x2="64453" y2="20305"/>
                        <a14:foregroundMark x1="28516" y1="55838" x2="27344" y2="56853"/>
                        <a14:foregroundMark x1="26953" y1="57360" x2="26953" y2="57360"/>
                        <a14:foregroundMark x1="26762" y1="57360" x2="28906" y2="57360"/>
                        <a14:foregroundMark x1="31250" y1="81218" x2="31250" y2="81218"/>
                        <a14:foregroundMark x1="36170" y1="81714" x2="36328" y2="81726"/>
                        <a14:foregroundMark x1="30097" y1="81249" x2="31497" y2="81357"/>
                        <a14:foregroundMark x1="57344" y1="79222" x2="57422" y2="79188"/>
                        <a14:foregroundMark x1="57422" y1="79188" x2="57422" y2="79188"/>
                        <a14:foregroundMark x1="35156" y1="37563" x2="26762" y2="28676"/>
                        <a14:foregroundMark x1="75391" y1="23350" x2="75391" y2="21320"/>
                        <a14:foregroundMark x1="75391" y1="24365" x2="75391" y2="23350"/>
                        <a14:foregroundMark x1="75391" y1="24873" x2="75391" y2="24365"/>
                        <a14:foregroundMark x1="75391" y1="25381" x2="75391" y2="24873"/>
                        <a14:foregroundMark x1="80469" y1="24365" x2="80460" y2="24668"/>
                        <a14:foregroundMark x1="77326" y1="24873" x2="77402" y2="25381"/>
                        <a14:foregroundMark x1="77249" y1="24365" x2="77326" y2="24873"/>
                        <a14:foregroundMark x1="77097" y1="23350" x2="77249" y2="24365"/>
                        <a14:foregroundMark x1="76563" y1="19797" x2="77097" y2="23350"/>
                        <a14:foregroundMark x1="46230" y1="66617" x2="45837" y2="66712"/>
                        <a14:foregroundMark x1="52129" y1="65194" x2="50283" y2="65639"/>
                        <a14:foregroundMark x1="69933" y1="60897" x2="62545" y2="62680"/>
                        <a14:foregroundMark x1="55582" y1="73372" x2="54389" y2="73537"/>
                        <a14:foregroundMark x1="19531" y1="21827" x2="19531" y2="21827"/>
                        <a14:foregroundMark x1="19559" y1="22335" x2="19615" y2="23350"/>
                        <a14:foregroundMark x1="19531" y1="21827" x2="19559" y2="22335"/>
                        <a14:foregroundMark x1="20284" y1="60733" x2="20703" y2="60914"/>
                        <a14:foregroundMark x1="20313" y1="60715" x2="20313" y2="60914"/>
                        <a14:foregroundMark x1="19922" y1="63959" x2="19922" y2="63959"/>
                        <a14:foregroundMark x1="19922" y1="65482" x2="19922" y2="67513"/>
                        <a14:foregroundMark x1="18696" y1="23350" x2="18750" y2="22335"/>
                        <a14:foregroundMark x1="19922" y1="31472" x2="19922" y2="31472"/>
                        <a14:foregroundMark x1="20313" y1="34518" x2="20313" y2="34518"/>
                        <a14:foregroundMark x1="20313" y1="38071" x2="20313" y2="39086"/>
                        <a14:foregroundMark x1="19922" y1="41117" x2="19922" y2="42132"/>
                        <a14:foregroundMark x1="19922" y1="43655" x2="19922" y2="44670"/>
                        <a14:foregroundMark x1="36719" y1="62944" x2="36719" y2="62944"/>
                        <a14:foregroundMark x1="42188" y1="63959" x2="30078" y2="63452"/>
                        <a14:foregroundMark x1="34375" y1="57360" x2="34375" y2="57360"/>
                        <a14:foregroundMark x1="49219" y1="56853" x2="49219" y2="56853"/>
                        <a14:foregroundMark x1="60547" y1="57360" x2="60547" y2="57360"/>
                        <a14:foregroundMark x1="53516" y1="80711" x2="53516" y2="80711"/>
                        <a14:foregroundMark x1="36719" y1="82234" x2="36453" y2="82580"/>
                        <a14:foregroundMark x1="42188" y1="79188" x2="42188" y2="79188"/>
                        <a14:foregroundMark x1="46875" y1="74112" x2="46875" y2="74112"/>
                        <a14:foregroundMark x1="46094" y1="71066" x2="46094" y2="71066"/>
                        <a14:foregroundMark x1="46875" y1="73096" x2="46875" y2="73096"/>
                        <a14:foregroundMark x1="48438" y1="73096" x2="50000" y2="73096"/>
                        <a14:foregroundMark x1="51563" y1="73096" x2="51563" y2="73096"/>
                        <a14:foregroundMark x1="51953" y1="74112" x2="51953" y2="74112"/>
                        <a14:foregroundMark x1="51953" y1="74619" x2="51953" y2="75127"/>
                        <a14:foregroundMark x1="52734" y1="75635" x2="53125" y2="76142"/>
                        <a14:foregroundMark x1="53125" y1="76142" x2="53125" y2="76142"/>
                        <a14:foregroundMark x1="52344" y1="76142" x2="52344" y2="76142"/>
                        <a14:foregroundMark x1="50781" y1="75635" x2="50391" y2="75635"/>
                        <a14:foregroundMark x1="49219" y1="75635" x2="48047" y2="75635"/>
                        <a14:foregroundMark x1="46875" y1="75635" x2="46484" y2="75635"/>
                        <a14:foregroundMark x1="51953" y1="75127" x2="51563" y2="75127"/>
                        <a14:foregroundMark x1="51563" y1="75127" x2="51563" y2="75127"/>
                        <a14:foregroundMark x1="50781" y1="75127" x2="50781" y2="75127"/>
                        <a14:foregroundMark x1="50000" y1="75127" x2="50000" y2="74619"/>
                        <a14:foregroundMark x1="49219" y1="74112" x2="51953" y2="74619"/>
                        <a14:foregroundMark x1="51953" y1="74619" x2="53906" y2="75127"/>
                        <a14:foregroundMark x1="76953" y1="79188" x2="76953" y2="79188"/>
                        <a14:backgroundMark x1="33203" y1="85279" x2="33203" y2="85279"/>
                        <a14:backgroundMark x1="37500" y1="85279" x2="37500" y2="85279"/>
                        <a14:backgroundMark x1="37500" y1="84772" x2="35156" y2="86294"/>
                        <a14:backgroundMark x1="40234" y1="83756" x2="40234" y2="83756"/>
                        <a14:backgroundMark x1="39766" y1="85344" x2="42188" y2="84772"/>
                        <a14:backgroundMark x1="37891" y1="85787" x2="39045" y2="85514"/>
                        <a14:backgroundMark x1="35938" y1="83756" x2="35938" y2="83756"/>
                        <a14:backgroundMark x1="35938" y1="83249" x2="36719" y2="83249"/>
                        <a14:backgroundMark x1="37891" y1="83249" x2="39453" y2="83756"/>
                        <a14:backgroundMark x1="39453" y1="83756" x2="39453" y2="83756"/>
                        <a14:backgroundMark x1="35547" y1="83756" x2="35547" y2="83756"/>
                        <a14:backgroundMark x1="35547" y1="83756" x2="35938" y2="83756"/>
                        <a14:backgroundMark x1="38210" y1="83756" x2="38281" y2="83756"/>
                        <a14:backgroundMark x1="37109" y1="83756" x2="37322" y2="83756"/>
                        <a14:backgroundMark x1="38281" y1="83756" x2="38281" y2="83756"/>
                        <a14:backgroundMark x1="39453" y1="83249" x2="39453" y2="83249"/>
                        <a14:backgroundMark x1="37109" y1="83756" x2="37109" y2="83756"/>
                        <a14:backgroundMark x1="35547" y1="83756" x2="35547" y2="83756"/>
                        <a14:backgroundMark x1="35547" y1="83249" x2="35938" y2="83249"/>
                        <a14:backgroundMark x1="16699" y1="21827" x2="16406" y2="20305"/>
                        <a14:backgroundMark x1="16749" y1="22085" x2="16699" y2="21827"/>
                        <a14:backgroundMark x1="18652" y1="21827" x2="18647" y2="21910"/>
                        <a14:backgroundMark x1="18750" y1="20305" x2="18652" y2="21827"/>
                        <a14:backgroundMark x1="78906" y1="27919" x2="78906" y2="27919"/>
                        <a14:backgroundMark x1="16797" y1="44670" x2="16797" y2="57360"/>
                        <a14:backgroundMark x1="16797" y1="42132" x2="16797" y2="43655"/>
                        <a14:backgroundMark x1="16797" y1="39086" x2="16797" y2="41117"/>
                        <a14:backgroundMark x1="16797" y1="34518" x2="16797" y2="38071"/>
                        <a14:backgroundMark x1="16797" y1="31472" x2="16797" y2="34518"/>
                        <a14:backgroundMark x1="16797" y1="23350" x2="16797" y2="31472"/>
                        <a14:backgroundMark x1="17578" y1="57360" x2="19141" y2="61421"/>
                        <a14:backgroundMark x1="18750" y1="26904" x2="18359" y2="22335"/>
                        <a14:backgroundMark x1="19141" y1="23350" x2="19141" y2="23350"/>
                        <a14:backgroundMark x1="18750" y1="22335" x2="18750" y2="22335"/>
                        <a14:backgroundMark x1="18750" y1="70558" x2="19141" y2="71574"/>
                        <a14:backgroundMark x1="19141" y1="69543" x2="19141" y2="69543"/>
                        <a14:backgroundMark x1="19141" y1="68528" x2="23047" y2="73604"/>
                        <a14:backgroundMark x1="23828" y1="72589" x2="25000" y2="73604"/>
                        <a14:backgroundMark x1="25781" y1="74112" x2="26563" y2="74112"/>
                        <a14:backgroundMark x1="26563" y1="73604" x2="26563" y2="73604"/>
                        <a14:backgroundMark x1="26953" y1="73096" x2="27344" y2="73096"/>
                        <a14:backgroundMark x1="29297" y1="73604" x2="30469" y2="74112"/>
                        <a14:backgroundMark x1="31641" y1="74112" x2="33594" y2="74112"/>
                        <a14:backgroundMark x1="35547" y1="74619" x2="37109" y2="74619"/>
                        <a14:backgroundMark x1="33594" y1="72081" x2="32813" y2="72081"/>
                        <a14:backgroundMark x1="32422" y1="72081" x2="31641" y2="72081"/>
                        <a14:backgroundMark x1="30859" y1="72081" x2="29688" y2="71574"/>
                        <a14:backgroundMark x1="29688" y1="71574" x2="28906" y2="71574"/>
                        <a14:backgroundMark x1="28516" y1="71574" x2="27734" y2="71574"/>
                        <a14:backgroundMark x1="27734" y1="72081" x2="26953" y2="72081"/>
                        <a14:backgroundMark x1="26953" y1="72081" x2="26953" y2="72081"/>
                        <a14:backgroundMark x1="27344" y1="72081" x2="30469" y2="73096"/>
                        <a14:backgroundMark x1="31250" y1="72589" x2="31250" y2="72589"/>
                        <a14:backgroundMark x1="31250" y1="72589" x2="31250" y2="72589"/>
                        <a14:backgroundMark x1="33984" y1="72081" x2="33984" y2="72081"/>
                        <a14:backgroundMark x1="33203" y1="71574" x2="33203" y2="71574"/>
                        <a14:backgroundMark x1="33203" y1="71066" x2="33734" y2="71066"/>
                        <a14:backgroundMark x1="32031" y1="72081" x2="32422" y2="71574"/>
                        <a14:backgroundMark x1="33203" y1="71066" x2="33203" y2="71066"/>
                        <a14:backgroundMark x1="32813" y1="71066" x2="32813" y2="71066"/>
                        <a14:backgroundMark x1="32813" y1="71066" x2="33203" y2="71066"/>
                        <a14:backgroundMark x1="80469" y1="24365" x2="80469" y2="24365"/>
                        <a14:backgroundMark x1="80469" y1="25381" x2="80469" y2="25888"/>
                        <a14:backgroundMark x1="80078" y1="28426" x2="79688" y2="29442"/>
                        <a14:backgroundMark x1="79688" y1="29949" x2="79688" y2="30457"/>
                        <a14:backgroundMark x1="79688" y1="31980" x2="79688" y2="32995"/>
                        <a14:backgroundMark x1="79297" y1="35025" x2="79297" y2="35025"/>
                        <a14:backgroundMark x1="79297" y1="37056" x2="79688" y2="37563"/>
                        <a14:backgroundMark x1="79688" y1="38579" x2="79688" y2="39594"/>
                        <a14:backgroundMark x1="79297" y1="41117" x2="79297" y2="43147"/>
                        <a14:backgroundMark x1="79297" y1="45685" x2="80078" y2="64975"/>
                        <a14:backgroundMark x1="78906" y1="25888" x2="78906" y2="25888"/>
                        <a14:backgroundMark x1="78906" y1="28934" x2="78906" y2="28934"/>
                        <a14:backgroundMark x1="78906" y1="29949" x2="78906" y2="30457"/>
                        <a14:backgroundMark x1="78906" y1="30457" x2="78906" y2="31472"/>
                        <a14:backgroundMark x1="78906" y1="34010" x2="79297" y2="35025"/>
                        <a14:backgroundMark x1="79297" y1="36548" x2="79688" y2="47716"/>
                        <a14:backgroundMark x1="79297" y1="23350" x2="79297" y2="23350"/>
                        <a14:backgroundMark x1="78906" y1="27919" x2="78906" y2="28934"/>
                        <a14:backgroundMark x1="78906" y1="27919" x2="78906" y2="26396"/>
                        <a14:backgroundMark x1="78906" y1="26396" x2="78906" y2="26396"/>
                        <a14:backgroundMark x1="78125" y1="28426" x2="78125" y2="28934"/>
                        <a14:backgroundMark x1="78125" y1="28934" x2="78125" y2="28934"/>
                        <a14:backgroundMark x1="78125" y1="26396" x2="78125" y2="26396"/>
                        <a14:backgroundMark x1="78125" y1="26396" x2="78125" y2="26396"/>
                        <a14:backgroundMark x1="78125" y1="25888" x2="78125" y2="25888"/>
                        <a14:backgroundMark x1="78125" y1="25888" x2="78125" y2="25888"/>
                        <a14:backgroundMark x1="78125" y1="25888" x2="78125" y2="25888"/>
                        <a14:backgroundMark x1="78906" y1="26904" x2="80469" y2="27919"/>
                        <a14:backgroundMark x1="80859" y1="27919" x2="80859" y2="27919"/>
                        <a14:backgroundMark x1="80859" y1="27411" x2="80859" y2="27411"/>
                        <a14:backgroundMark x1="80078" y1="24873" x2="80078" y2="24873"/>
                        <a14:backgroundMark x1="79688" y1="25381" x2="80859" y2="36548"/>
                        <a14:backgroundMark x1="80469" y1="40102" x2="80469" y2="39594"/>
                        <a14:backgroundMark x1="73438" y1="75635" x2="73438" y2="75635"/>
                        <a14:backgroundMark x1="73047" y1="75127" x2="71484" y2="74619"/>
                        <a14:backgroundMark x1="69922" y1="73604" x2="56250" y2="73604"/>
                        <a14:backgroundMark x1="73828" y1="71574" x2="73828" y2="71574"/>
                        <a14:backgroundMark x1="71094" y1="71574" x2="71094" y2="71574"/>
                        <a14:backgroundMark x1="70703" y1="71574" x2="70703" y2="71574"/>
                        <a14:backgroundMark x1="70703" y1="71574" x2="70703" y2="71574"/>
                        <a14:backgroundMark x1="69922" y1="71574" x2="69922" y2="71574"/>
                        <a14:backgroundMark x1="69141" y1="71066" x2="76563" y2="71066"/>
                        <a14:backgroundMark x1="45940" y1="78194" x2="42578" y2="78680"/>
                        <a14:backgroundMark x1="53125" y1="77157" x2="52959" y2="77181"/>
                        <a14:backgroundMark x1="52734" y1="77665" x2="52525" y2="77591"/>
                        <a14:backgroundMark x1="55469" y1="74112" x2="55469" y2="74112"/>
                        <a14:backgroundMark x1="55469" y1="74112" x2="55469" y2="74112"/>
                        <a14:backgroundMark x1="55859" y1="74112" x2="55859" y2="74112"/>
                        <a14:backgroundMark x1="41988" y1="74834" x2="39063" y2="75127"/>
                        <a14:backgroundMark x1="36719" y1="75635" x2="35938" y2="75635"/>
                        <a14:backgroundMark x1="34766" y1="75127" x2="33594" y2="74112"/>
                        <a14:backgroundMark x1="33203" y1="73604" x2="33203" y2="73604"/>
                        <a14:backgroundMark x1="57813" y1="74619" x2="56250" y2="73096"/>
                        <a14:backgroundMark x1="54688" y1="74619" x2="54688" y2="74619"/>
                        <a14:backgroundMark x1="54688" y1="73096" x2="54688" y2="73096"/>
                        <a14:backgroundMark x1="54688" y1="73096" x2="54688" y2="73096"/>
                        <a14:backgroundMark x1="55469" y1="73604" x2="56250" y2="73604"/>
                        <a14:backgroundMark x1="56250" y1="73604" x2="56250" y2="73604"/>
                        <a14:backgroundMark x1="45313" y1="86802" x2="43750" y2="83756"/>
                        <a14:backgroundMark x1="37500" y1="85787" x2="36328" y2="84264"/>
                        <a14:backgroundMark x1="37109" y1="85279" x2="36328" y2="84772"/>
                        <a14:backgroundMark x1="36328" y1="85279" x2="36328" y2="84264"/>
                        <a14:backgroundMark x1="35938" y1="83756" x2="35938" y2="83756"/>
                        <a14:backgroundMark x1="36328" y1="83756" x2="36328" y2="83756"/>
                        <a14:backgroundMark x1="36328" y1="83249" x2="36328" y2="8324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0832" y="3787956"/>
            <a:ext cx="652963" cy="502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8" name="TextBox 1027">
            <a:extLst>
              <a:ext uri="{FF2B5EF4-FFF2-40B4-BE49-F238E27FC236}">
                <a16:creationId xmlns:a16="http://schemas.microsoft.com/office/drawing/2014/main" id="{C8A0A1E0-371C-7598-D47F-8007E3AEF47E}"/>
              </a:ext>
            </a:extLst>
          </p:cNvPr>
          <p:cNvSpPr txBox="1"/>
          <p:nvPr/>
        </p:nvSpPr>
        <p:spPr>
          <a:xfrm>
            <a:off x="1731854" y="4314735"/>
            <a:ext cx="1874520" cy="25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>
                <a:latin typeface="+mj-lt"/>
              </a:rPr>
              <a:t>Tablets/ Company PC</a:t>
            </a:r>
          </a:p>
        </p:txBody>
      </p:sp>
      <p:sp>
        <p:nvSpPr>
          <p:cNvPr id="1029" name="Arrow: Right 1028">
            <a:extLst>
              <a:ext uri="{FF2B5EF4-FFF2-40B4-BE49-F238E27FC236}">
                <a16:creationId xmlns:a16="http://schemas.microsoft.com/office/drawing/2014/main" id="{5E431896-AB03-AFBB-3DEA-C1D41E740B97}"/>
              </a:ext>
            </a:extLst>
          </p:cNvPr>
          <p:cNvSpPr/>
          <p:nvPr/>
        </p:nvSpPr>
        <p:spPr>
          <a:xfrm rot="10800000" flipH="1">
            <a:off x="5420214" y="3788048"/>
            <a:ext cx="449381" cy="299258"/>
          </a:xfrm>
          <a:prstGeom prst="rightArrow">
            <a:avLst>
              <a:gd name="adj1" fmla="val 29526"/>
              <a:gd name="adj2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037" name="TextBox 1036">
            <a:extLst>
              <a:ext uri="{FF2B5EF4-FFF2-40B4-BE49-F238E27FC236}">
                <a16:creationId xmlns:a16="http://schemas.microsoft.com/office/drawing/2014/main" id="{EEC86FC7-2054-805E-F88D-A7FABE734DDC}"/>
              </a:ext>
            </a:extLst>
          </p:cNvPr>
          <p:cNvSpPr txBox="1"/>
          <p:nvPr/>
        </p:nvSpPr>
        <p:spPr>
          <a:xfrm>
            <a:off x="957371" y="3288001"/>
            <a:ext cx="1686565" cy="420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>
                <a:latin typeface="+mj-lt"/>
              </a:rPr>
              <a:t>OT Network</a:t>
            </a:r>
            <a:br>
              <a:rPr lang="en-US" sz="1600">
                <a:latin typeface="+mj-lt"/>
              </a:rPr>
            </a:br>
            <a:r>
              <a:rPr lang="en-US" sz="1600">
                <a:latin typeface="+mj-lt"/>
              </a:rPr>
              <a:t>( </a:t>
            </a:r>
            <a:r>
              <a:rPr lang="en-US" sz="1600" err="1">
                <a:latin typeface="+mj-lt"/>
              </a:rPr>
              <a:t>Wifi</a:t>
            </a:r>
            <a:r>
              <a:rPr lang="en-US" sz="1600">
                <a:latin typeface="+mj-lt"/>
              </a:rPr>
              <a:t> : router)</a:t>
            </a:r>
          </a:p>
        </p:txBody>
      </p:sp>
      <p:sp>
        <p:nvSpPr>
          <p:cNvPr id="1055" name="TextBox 1054">
            <a:extLst>
              <a:ext uri="{FF2B5EF4-FFF2-40B4-BE49-F238E27FC236}">
                <a16:creationId xmlns:a16="http://schemas.microsoft.com/office/drawing/2014/main" id="{91A62C10-AB60-7C50-A81C-9D566EEFC65E}"/>
              </a:ext>
            </a:extLst>
          </p:cNvPr>
          <p:cNvSpPr txBox="1"/>
          <p:nvPr/>
        </p:nvSpPr>
        <p:spPr>
          <a:xfrm>
            <a:off x="241875" y="3114221"/>
            <a:ext cx="41388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latin typeface="+mj-lt"/>
              </a:rPr>
              <a:t>2️⃣</a:t>
            </a:r>
          </a:p>
        </p:txBody>
      </p:sp>
      <p:sp>
        <p:nvSpPr>
          <p:cNvPr id="1061" name="TextBox 1060">
            <a:extLst>
              <a:ext uri="{FF2B5EF4-FFF2-40B4-BE49-F238E27FC236}">
                <a16:creationId xmlns:a16="http://schemas.microsoft.com/office/drawing/2014/main" id="{B58A26D8-BEA6-7F46-BA89-B593FDD9FE80}"/>
              </a:ext>
            </a:extLst>
          </p:cNvPr>
          <p:cNvSpPr txBox="1"/>
          <p:nvPr/>
        </p:nvSpPr>
        <p:spPr>
          <a:xfrm>
            <a:off x="3877353" y="3272280"/>
            <a:ext cx="149519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b="1" baseline="0">
                <a:latin typeface="+mj-lt"/>
              </a:rPr>
              <a:t>Location A</a:t>
            </a:r>
          </a:p>
        </p:txBody>
      </p:sp>
      <p:grpSp>
        <p:nvGrpSpPr>
          <p:cNvPr id="1064" name="Group 1063">
            <a:extLst>
              <a:ext uri="{FF2B5EF4-FFF2-40B4-BE49-F238E27FC236}">
                <a16:creationId xmlns:a16="http://schemas.microsoft.com/office/drawing/2014/main" id="{57D86E2F-F812-A561-F5FC-1D18868EBC7A}"/>
              </a:ext>
            </a:extLst>
          </p:cNvPr>
          <p:cNvGrpSpPr/>
          <p:nvPr/>
        </p:nvGrpSpPr>
        <p:grpSpPr>
          <a:xfrm>
            <a:off x="8208884" y="3471325"/>
            <a:ext cx="1836688" cy="1391874"/>
            <a:chOff x="6610958" y="1171063"/>
            <a:chExt cx="1836688" cy="1391874"/>
          </a:xfrm>
        </p:grpSpPr>
        <p:sp>
          <p:nvSpPr>
            <p:cNvPr id="1065" name="TextBox 1064">
              <a:extLst>
                <a:ext uri="{FF2B5EF4-FFF2-40B4-BE49-F238E27FC236}">
                  <a16:creationId xmlns:a16="http://schemas.microsoft.com/office/drawing/2014/main" id="{48EF0F08-60F6-502A-3DF6-CBADE6B98A4A}"/>
                </a:ext>
              </a:extLst>
            </p:cNvPr>
            <p:cNvSpPr txBox="1"/>
            <p:nvPr/>
          </p:nvSpPr>
          <p:spPr>
            <a:xfrm>
              <a:off x="6978670" y="2142309"/>
              <a:ext cx="1416534" cy="4206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600">
                  <a:latin typeface="+mj-lt"/>
                </a:rPr>
                <a:t>QA database (China)</a:t>
              </a:r>
            </a:p>
          </p:txBody>
        </p:sp>
        <p:pic>
          <p:nvPicPr>
            <p:cNvPr id="1066" name="Picture 16" descr="What is SQL Database: Structure, Types, Examples">
              <a:extLst>
                <a:ext uri="{FF2B5EF4-FFF2-40B4-BE49-F238E27FC236}">
                  <a16:creationId xmlns:a16="http://schemas.microsoft.com/office/drawing/2014/main" id="{9B343188-AFD5-20A4-4EE4-7336663F50D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>
                          <a14:foregroundMark x1="36191" y1="26937" x2="46683" y2="23996"/>
                          <a14:foregroundMark x1="64913" y1="29087" x2="65424" y2="30409"/>
                          <a14:foregroundMark x1="38305" y1="27485" x2="46111" y2="27216"/>
                          <a14:foregroundMark x1="49822" y1="29532" x2="39114" y2="29276"/>
                          <a14:foregroundMark x1="42203" y1="20937" x2="49470" y2="18112"/>
                          <a14:foregroundMark x1="49172" y1="18741" x2="42377" y2="22144"/>
                          <a14:foregroundMark x1="53898" y1="18713" x2="63729" y2="30994"/>
                          <a14:foregroundMark x1="56610" y1="26316" x2="62034" y2="29240"/>
                          <a14:foregroundMark x1="62712" y1="26316" x2="64746" y2="28655"/>
                          <a14:foregroundMark x1="36033" y1="31134" x2="47458" y2="64327"/>
                          <a14:foregroundMark x1="47458" y1="64327" x2="48814" y2="60819"/>
                          <a14:foregroundMark x1="48475" y1="52047" x2="48475" y2="52047"/>
                          <a14:foregroundMark x1="56271" y1="54971" x2="56271" y2="54971"/>
                          <a14:foregroundMark x1="54237" y1="54386" x2="54237" y2="54386"/>
                          <a14:foregroundMark x1="53898" y1="60819" x2="53898" y2="60819"/>
                          <a14:foregroundMark x1="58644" y1="59064" x2="58644" y2="59064"/>
                          <a14:foregroundMark x1="58305" y1="58480" x2="58305" y2="58480"/>
                          <a14:foregroundMark x1="58305" y1="54386" x2="58305" y2="54386"/>
                          <a14:foregroundMark x1="58983" y1="63743" x2="58983" y2="63743"/>
                          <a14:foregroundMark x1="40339" y1="53801" x2="40339" y2="53801"/>
                          <a14:foregroundMark x1="43051" y1="56140" x2="43051" y2="56140"/>
                          <a14:foregroundMark x1="43390" y1="59064" x2="43390" y2="59064"/>
                          <a14:foregroundMark x1="43051" y1="64912" x2="43051" y2="64912"/>
                          <a14:foregroundMark x1="48814" y1="33333" x2="48814" y2="33333"/>
                          <a14:foregroundMark x1="53220" y1="32749" x2="53220" y2="32749"/>
                          <a14:foregroundMark x1="36271" y1="26316" x2="35254" y2="26316"/>
                          <a14:foregroundMark x1="41356" y1="63743" x2="41356" y2="63743"/>
                          <a14:backgroundMark x1="50847" y1="15205" x2="54611" y2="17553"/>
                          <a14:backgroundMark x1="33220" y1="24561" x2="32203" y2="28070"/>
                          <a14:backgroundMark x1="33559" y1="22807" x2="34237" y2="27485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10958" y="1171063"/>
              <a:ext cx="1836688" cy="106465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072" name="Picture 16" descr="What is SQL Database: Structure, Types, Examples">
            <a:extLst>
              <a:ext uri="{FF2B5EF4-FFF2-40B4-BE49-F238E27FC236}">
                <a16:creationId xmlns:a16="http://schemas.microsoft.com/office/drawing/2014/main" id="{772BC69C-9770-AFA9-6231-9D4166AAC6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36191" y1="26937" x2="46683" y2="23996"/>
                        <a14:foregroundMark x1="64913" y1="29087" x2="65424" y2="30409"/>
                        <a14:foregroundMark x1="38305" y1="27485" x2="46111" y2="27216"/>
                        <a14:foregroundMark x1="49822" y1="29532" x2="39114" y2="29276"/>
                        <a14:foregroundMark x1="42203" y1="20937" x2="49470" y2="18112"/>
                        <a14:foregroundMark x1="49172" y1="18741" x2="42377" y2="22144"/>
                        <a14:foregroundMark x1="53898" y1="18713" x2="63729" y2="30994"/>
                        <a14:foregroundMark x1="56610" y1="26316" x2="62034" y2="29240"/>
                        <a14:foregroundMark x1="62712" y1="26316" x2="64746" y2="28655"/>
                        <a14:foregroundMark x1="36033" y1="31134" x2="47458" y2="64327"/>
                        <a14:foregroundMark x1="47458" y1="64327" x2="48814" y2="60819"/>
                        <a14:foregroundMark x1="48475" y1="52047" x2="48475" y2="52047"/>
                        <a14:foregroundMark x1="56271" y1="54971" x2="56271" y2="54971"/>
                        <a14:foregroundMark x1="54237" y1="54386" x2="54237" y2="54386"/>
                        <a14:foregroundMark x1="53898" y1="60819" x2="53898" y2="60819"/>
                        <a14:foregroundMark x1="58644" y1="59064" x2="58644" y2="59064"/>
                        <a14:foregroundMark x1="58305" y1="58480" x2="58305" y2="58480"/>
                        <a14:foregroundMark x1="58305" y1="54386" x2="58305" y2="54386"/>
                        <a14:foregroundMark x1="58983" y1="63743" x2="58983" y2="63743"/>
                        <a14:foregroundMark x1="40339" y1="53801" x2="40339" y2="53801"/>
                        <a14:foregroundMark x1="43051" y1="56140" x2="43051" y2="56140"/>
                        <a14:foregroundMark x1="43390" y1="59064" x2="43390" y2="59064"/>
                        <a14:foregroundMark x1="43051" y1="64912" x2="43051" y2="64912"/>
                        <a14:foregroundMark x1="48814" y1="33333" x2="48814" y2="33333"/>
                        <a14:foregroundMark x1="53220" y1="32749" x2="53220" y2="32749"/>
                        <a14:foregroundMark x1="36271" y1="26316" x2="35254" y2="26316"/>
                        <a14:foregroundMark x1="41356" y1="63743" x2="41356" y2="63743"/>
                        <a14:backgroundMark x1="50847" y1="15205" x2="54611" y2="17553"/>
                        <a14:backgroundMark x1="33220" y1="24561" x2="32203" y2="28070"/>
                        <a14:backgroundMark x1="33559" y1="22807" x2="34237" y2="274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0739" y="3198748"/>
            <a:ext cx="611954" cy="354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73" name="Arrow: Right 1072">
            <a:extLst>
              <a:ext uri="{FF2B5EF4-FFF2-40B4-BE49-F238E27FC236}">
                <a16:creationId xmlns:a16="http://schemas.microsoft.com/office/drawing/2014/main" id="{93BB5887-11E9-0E4F-830D-D888C7EC513C}"/>
              </a:ext>
            </a:extLst>
          </p:cNvPr>
          <p:cNvSpPr/>
          <p:nvPr/>
        </p:nvSpPr>
        <p:spPr>
          <a:xfrm rot="10800000" flipH="1">
            <a:off x="8094496" y="3927316"/>
            <a:ext cx="449381" cy="299258"/>
          </a:xfrm>
          <a:prstGeom prst="rightArrow">
            <a:avLst>
              <a:gd name="adj1" fmla="val 29526"/>
              <a:gd name="adj2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pic>
        <p:nvPicPr>
          <p:cNvPr id="1086" name="Picture 1085" descr="A green check mark on a black background&#10;&#10;AI-generated content may be incorrect.">
            <a:extLst>
              <a:ext uri="{FF2B5EF4-FFF2-40B4-BE49-F238E27FC236}">
                <a16:creationId xmlns:a16="http://schemas.microsoft.com/office/drawing/2014/main" id="{B80B5200-26FF-5692-A8D6-1970B9BD177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3"/>
              </a:ext>
            </a:extLst>
          </a:blip>
          <a:stretch>
            <a:fillRect/>
          </a:stretch>
        </p:blipFill>
        <p:spPr>
          <a:xfrm>
            <a:off x="392439" y="2100960"/>
            <a:ext cx="564932" cy="554340"/>
          </a:xfrm>
          <a:prstGeom prst="rect">
            <a:avLst/>
          </a:prstGeom>
        </p:spPr>
      </p:pic>
      <p:pic>
        <p:nvPicPr>
          <p:cNvPr id="1087" name="Picture 1086" descr="A green check mark on a black background&#10;&#10;AI-generated content may be incorrect.">
            <a:extLst>
              <a:ext uri="{FF2B5EF4-FFF2-40B4-BE49-F238E27FC236}">
                <a16:creationId xmlns:a16="http://schemas.microsoft.com/office/drawing/2014/main" id="{26B91E61-F569-EB15-F140-F38A71DDFB1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3"/>
              </a:ext>
            </a:extLst>
          </a:blip>
          <a:stretch>
            <a:fillRect/>
          </a:stretch>
        </p:blipFill>
        <p:spPr>
          <a:xfrm>
            <a:off x="957371" y="2127555"/>
            <a:ext cx="564932" cy="554340"/>
          </a:xfrm>
          <a:prstGeom prst="rect">
            <a:avLst/>
          </a:prstGeom>
        </p:spPr>
      </p:pic>
      <p:pic>
        <p:nvPicPr>
          <p:cNvPr id="1088" name="Picture 1087" descr="A green check mark on a black background&#10;&#10;AI-generated content may be incorrect.">
            <a:extLst>
              <a:ext uri="{FF2B5EF4-FFF2-40B4-BE49-F238E27FC236}">
                <a16:creationId xmlns:a16="http://schemas.microsoft.com/office/drawing/2014/main" id="{B5555D38-5C68-F5A4-A89F-0645622DE29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3"/>
              </a:ext>
            </a:extLst>
          </a:blip>
          <a:stretch>
            <a:fillRect/>
          </a:stretch>
        </p:blipFill>
        <p:spPr>
          <a:xfrm>
            <a:off x="1482591" y="2100960"/>
            <a:ext cx="564932" cy="554340"/>
          </a:xfrm>
          <a:prstGeom prst="rect">
            <a:avLst/>
          </a:prstGeom>
        </p:spPr>
      </p:pic>
      <p:pic>
        <p:nvPicPr>
          <p:cNvPr id="1089" name="Picture 1088" descr="A green check mark on a black background&#10;&#10;AI-generated content may be incorrect.">
            <a:extLst>
              <a:ext uri="{FF2B5EF4-FFF2-40B4-BE49-F238E27FC236}">
                <a16:creationId xmlns:a16="http://schemas.microsoft.com/office/drawing/2014/main" id="{3F515D24-5468-575D-FC5C-8C9A35A0614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3"/>
              </a:ext>
            </a:extLst>
          </a:blip>
          <a:stretch>
            <a:fillRect/>
          </a:stretch>
        </p:blipFill>
        <p:spPr>
          <a:xfrm>
            <a:off x="889273" y="3948006"/>
            <a:ext cx="564932" cy="5543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AB4B7D2-5E8D-04C6-D898-7545B770EEC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10000" b="90000" l="10000" r="90000">
                        <a14:foregroundMark x1="45667" y1="45333" x2="45667" y2="4533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554758" y="3659997"/>
            <a:ext cx="405232" cy="50654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7A0E9C7-D3BE-E67A-30EE-058C7DE4AF1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10000" b="90000" l="10000" r="90000">
                        <a14:foregroundMark x1="45667" y1="45333" x2="45667" y2="4533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576373" y="4206873"/>
            <a:ext cx="363679" cy="454599"/>
          </a:xfrm>
          <a:prstGeom prst="rect">
            <a:avLst/>
          </a:prstGeom>
        </p:spPr>
      </p:pic>
      <p:pic>
        <p:nvPicPr>
          <p:cNvPr id="15" name="Picture 16" descr="What is SQL Database: Structure, Types, Examples">
            <a:extLst>
              <a:ext uri="{FF2B5EF4-FFF2-40B4-BE49-F238E27FC236}">
                <a16:creationId xmlns:a16="http://schemas.microsoft.com/office/drawing/2014/main" id="{EC8D6AA6-17F7-84A4-BBFB-2638D728A6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36191" y1="26937" x2="46683" y2="23996"/>
                        <a14:foregroundMark x1="64913" y1="29087" x2="65424" y2="30409"/>
                        <a14:foregroundMark x1="38305" y1="27485" x2="46111" y2="27216"/>
                        <a14:foregroundMark x1="49822" y1="29532" x2="39114" y2="29276"/>
                        <a14:foregroundMark x1="42203" y1="20937" x2="49470" y2="18112"/>
                        <a14:foregroundMark x1="49172" y1="18741" x2="42377" y2="22144"/>
                        <a14:foregroundMark x1="53898" y1="18713" x2="63729" y2="30994"/>
                        <a14:foregroundMark x1="56610" y1="26316" x2="62034" y2="29240"/>
                        <a14:foregroundMark x1="62712" y1="26316" x2="64746" y2="28655"/>
                        <a14:foregroundMark x1="36033" y1="31134" x2="47458" y2="64327"/>
                        <a14:foregroundMark x1="47458" y1="64327" x2="48814" y2="60819"/>
                        <a14:foregroundMark x1="48475" y1="52047" x2="48475" y2="52047"/>
                        <a14:foregroundMark x1="56271" y1="54971" x2="56271" y2="54971"/>
                        <a14:foregroundMark x1="54237" y1="54386" x2="54237" y2="54386"/>
                        <a14:foregroundMark x1="53898" y1="60819" x2="53898" y2="60819"/>
                        <a14:foregroundMark x1="58644" y1="59064" x2="58644" y2="59064"/>
                        <a14:foregroundMark x1="58305" y1="58480" x2="58305" y2="58480"/>
                        <a14:foregroundMark x1="58305" y1="54386" x2="58305" y2="54386"/>
                        <a14:foregroundMark x1="58983" y1="63743" x2="58983" y2="63743"/>
                        <a14:foregroundMark x1="40339" y1="53801" x2="40339" y2="53801"/>
                        <a14:foregroundMark x1="43051" y1="56140" x2="43051" y2="56140"/>
                        <a14:foregroundMark x1="43390" y1="59064" x2="43390" y2="59064"/>
                        <a14:foregroundMark x1="43051" y1="64912" x2="43051" y2="64912"/>
                        <a14:foregroundMark x1="48814" y1="33333" x2="48814" y2="33333"/>
                        <a14:foregroundMark x1="53220" y1="32749" x2="53220" y2="32749"/>
                        <a14:foregroundMark x1="36271" y1="26316" x2="35254" y2="26316"/>
                        <a14:foregroundMark x1="41356" y1="63743" x2="41356" y2="63743"/>
                        <a14:backgroundMark x1="50847" y1="15205" x2="54611" y2="17553"/>
                        <a14:backgroundMark x1="33220" y1="24561" x2="32203" y2="28070"/>
                        <a14:backgroundMark x1="33559" y1="22807" x2="34237" y2="274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0373" y="3751005"/>
            <a:ext cx="611954" cy="354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6" descr="What is SQL Database: Structure, Types, Examples">
            <a:extLst>
              <a:ext uri="{FF2B5EF4-FFF2-40B4-BE49-F238E27FC236}">
                <a16:creationId xmlns:a16="http://schemas.microsoft.com/office/drawing/2014/main" id="{A683C5D8-7AEF-3817-86D7-5F635C0DC0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36191" y1="26937" x2="46683" y2="23996"/>
                        <a14:foregroundMark x1="64913" y1="29087" x2="65424" y2="30409"/>
                        <a14:foregroundMark x1="38305" y1="27485" x2="46111" y2="27216"/>
                        <a14:foregroundMark x1="49822" y1="29532" x2="39114" y2="29276"/>
                        <a14:foregroundMark x1="42203" y1="20937" x2="49470" y2="18112"/>
                        <a14:foregroundMark x1="49172" y1="18741" x2="42377" y2="22144"/>
                        <a14:foregroundMark x1="53898" y1="18713" x2="63729" y2="30994"/>
                        <a14:foregroundMark x1="56610" y1="26316" x2="62034" y2="29240"/>
                        <a14:foregroundMark x1="62712" y1="26316" x2="64746" y2="28655"/>
                        <a14:foregroundMark x1="36033" y1="31134" x2="47458" y2="64327"/>
                        <a14:foregroundMark x1="47458" y1="64327" x2="48814" y2="60819"/>
                        <a14:foregroundMark x1="48475" y1="52047" x2="48475" y2="52047"/>
                        <a14:foregroundMark x1="56271" y1="54971" x2="56271" y2="54971"/>
                        <a14:foregroundMark x1="54237" y1="54386" x2="54237" y2="54386"/>
                        <a14:foregroundMark x1="53898" y1="60819" x2="53898" y2="60819"/>
                        <a14:foregroundMark x1="58644" y1="59064" x2="58644" y2="59064"/>
                        <a14:foregroundMark x1="58305" y1="58480" x2="58305" y2="58480"/>
                        <a14:foregroundMark x1="58305" y1="54386" x2="58305" y2="54386"/>
                        <a14:foregroundMark x1="58983" y1="63743" x2="58983" y2="63743"/>
                        <a14:foregroundMark x1="40339" y1="53801" x2="40339" y2="53801"/>
                        <a14:foregroundMark x1="43051" y1="56140" x2="43051" y2="56140"/>
                        <a14:foregroundMark x1="43390" y1="59064" x2="43390" y2="59064"/>
                        <a14:foregroundMark x1="43051" y1="64912" x2="43051" y2="64912"/>
                        <a14:foregroundMark x1="48814" y1="33333" x2="48814" y2="33333"/>
                        <a14:foregroundMark x1="53220" y1="32749" x2="53220" y2="32749"/>
                        <a14:foregroundMark x1="36271" y1="26316" x2="35254" y2="26316"/>
                        <a14:foregroundMark x1="41356" y1="63743" x2="41356" y2="63743"/>
                        <a14:backgroundMark x1="50847" y1="15205" x2="54611" y2="17553"/>
                        <a14:backgroundMark x1="33220" y1="24561" x2="32203" y2="28070"/>
                        <a14:backgroundMark x1="33559" y1="22807" x2="34237" y2="274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6351" y="4259585"/>
            <a:ext cx="611954" cy="354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D38F0552-BA1B-D47D-A229-56583747D62D}"/>
              </a:ext>
            </a:extLst>
          </p:cNvPr>
          <p:cNvSpPr txBox="1"/>
          <p:nvPr/>
        </p:nvSpPr>
        <p:spPr>
          <a:xfrm>
            <a:off x="3925834" y="3823647"/>
            <a:ext cx="149519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b="1" baseline="0">
                <a:latin typeface="+mj-lt"/>
              </a:rPr>
              <a:t>Location B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A0B9980-5AC2-7753-2766-867716305FF3}"/>
              </a:ext>
            </a:extLst>
          </p:cNvPr>
          <p:cNvSpPr txBox="1"/>
          <p:nvPr/>
        </p:nvSpPr>
        <p:spPr>
          <a:xfrm>
            <a:off x="3952547" y="4322846"/>
            <a:ext cx="149519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b="1" baseline="0">
                <a:latin typeface="+mj-lt"/>
              </a:rPr>
              <a:t>Location C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C16B414-C338-4175-E2EA-3BF70442CE2E}"/>
              </a:ext>
            </a:extLst>
          </p:cNvPr>
          <p:cNvSpPr/>
          <p:nvPr/>
        </p:nvSpPr>
        <p:spPr>
          <a:xfrm>
            <a:off x="4398743" y="4603839"/>
            <a:ext cx="99539" cy="9527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99D28F09-96DF-CDBD-A818-DEF7B23F4CFE}"/>
              </a:ext>
            </a:extLst>
          </p:cNvPr>
          <p:cNvSpPr/>
          <p:nvPr/>
        </p:nvSpPr>
        <p:spPr>
          <a:xfrm>
            <a:off x="4398743" y="4794873"/>
            <a:ext cx="99539" cy="9527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pic>
        <p:nvPicPr>
          <p:cNvPr id="21" name="Picture 14" descr="internet server rack cartoon illustration 44795256 Vector Art at Vecteezy">
            <a:extLst>
              <a:ext uri="{FF2B5EF4-FFF2-40B4-BE49-F238E27FC236}">
                <a16:creationId xmlns:a16="http://schemas.microsoft.com/office/drawing/2014/main" id="{E2B5154B-0BB6-C670-B991-214C25D984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1200" y="3447905"/>
            <a:ext cx="1064656" cy="1064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88D77268-980C-187E-6CD7-9A11D1F7BDCD}"/>
              </a:ext>
            </a:extLst>
          </p:cNvPr>
          <p:cNvSpPr txBox="1"/>
          <p:nvPr/>
        </p:nvSpPr>
        <p:spPr>
          <a:xfrm>
            <a:off x="6563946" y="4459644"/>
            <a:ext cx="1874520" cy="420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>
                <a:latin typeface="+mj-lt"/>
              </a:rPr>
              <a:t>Development Server </a:t>
            </a:r>
          </a:p>
          <a:p>
            <a:pPr algn="ctr"/>
            <a:r>
              <a:rPr lang="en-US" sz="1600">
                <a:latin typeface="+mj-lt"/>
              </a:rPr>
              <a:t>(IT Department)</a:t>
            </a:r>
          </a:p>
        </p:txBody>
      </p:sp>
      <p:sp>
        <p:nvSpPr>
          <p:cNvPr id="1045" name="TextBox 1044">
            <a:extLst>
              <a:ext uri="{FF2B5EF4-FFF2-40B4-BE49-F238E27FC236}">
                <a16:creationId xmlns:a16="http://schemas.microsoft.com/office/drawing/2014/main" id="{B289D55C-1AF9-AE06-9B64-ADE538C7898B}"/>
              </a:ext>
            </a:extLst>
          </p:cNvPr>
          <p:cNvSpPr txBox="1"/>
          <p:nvPr/>
        </p:nvSpPr>
        <p:spPr>
          <a:xfrm>
            <a:off x="6119391" y="3258418"/>
            <a:ext cx="1495191" cy="25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>
                <a:latin typeface="+mj-lt"/>
              </a:rPr>
              <a:t>IT Network</a:t>
            </a:r>
          </a:p>
        </p:txBody>
      </p:sp>
    </p:spTree>
    <p:extLst>
      <p:ext uri="{BB962C8B-B14F-4D97-AF65-F5344CB8AC3E}">
        <p14:creationId xmlns:p14="http://schemas.microsoft.com/office/powerpoint/2010/main" val="1098399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6934"/>
    </mc:Choice>
    <mc:Fallback xmlns="">
      <p:transition spd="slow" advTm="56934"/>
    </mc:Fallback>
  </mc:AlternateContent>
  <p:timing>
    <p:tnLst>
      <p:par>
        <p:cTn id="1" dur="indefinite" restart="never" nodeType="tmRoot">
          <p:childTnLst>
            <p:par>
              <p:cTn id="2"/>
            </p:par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E21C45E-A90D-3D6C-CFB2-67D89BA16D7C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046220" y="2072641"/>
            <a:ext cx="1943100" cy="487680"/>
          </a:xfrm>
        </p:spPr>
        <p:txBody>
          <a:bodyPr>
            <a:normAutofit fontScale="92500" lnSpcReduction="20000"/>
          </a:bodyPr>
          <a:lstStyle/>
          <a:p>
            <a:pPr marL="162900" indent="0">
              <a:buNone/>
            </a:pPr>
            <a:r>
              <a:rPr lang="en-US" sz="2400"/>
              <a:t>Back Up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3BD412-4393-A635-363A-FD7DF5777C49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9841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CCDE94-129C-F7E0-C6CA-CA23108EDB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D07C62-91E3-E0AB-75A7-C73B52224F93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445496" y="380401"/>
            <a:ext cx="7590927" cy="490331"/>
          </a:xfrm>
        </p:spPr>
        <p:txBody>
          <a:bodyPr/>
          <a:lstStyle/>
          <a:p>
            <a:r>
              <a:rPr lang="en-US" sz="2800">
                <a:latin typeface="Aptos Display" panose="020B0004020202020204" pitchFamily="34" charset="0"/>
              </a:rPr>
              <a:t>Request for the development server in KM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BC2712-3FBA-080A-3425-1E3953CCC8C0}"/>
              </a:ext>
            </a:extLst>
          </p:cNvPr>
          <p:cNvSpPr txBox="1"/>
          <p:nvPr/>
        </p:nvSpPr>
        <p:spPr>
          <a:xfrm>
            <a:off x="382189" y="870732"/>
            <a:ext cx="9560708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latin typeface="Times"/>
                <a:cs typeface="Times"/>
              </a:rPr>
              <a:t>In order to use the program in China, an </a:t>
            </a:r>
            <a:r>
              <a:rPr lang="en-US">
                <a:highlight>
                  <a:srgbClr val="FFFF00"/>
                </a:highlight>
                <a:latin typeface="Times"/>
                <a:cs typeface="Times"/>
              </a:rPr>
              <a:t>IT virtual server in KM </a:t>
            </a:r>
            <a:r>
              <a:rPr lang="en-US">
                <a:latin typeface="Times"/>
                <a:cs typeface="Times"/>
              </a:rPr>
              <a:t>needs to be set. </a:t>
            </a:r>
          </a:p>
          <a:p>
            <a:r>
              <a:rPr lang="en-US">
                <a:latin typeface="Times"/>
                <a:cs typeface="Times"/>
              </a:rPr>
              <a:t>After that, tablets should be Windows. ( IOS is a potential solution with a more affordable price)</a:t>
            </a:r>
            <a:endParaRPr lang="en-US">
              <a:latin typeface="Time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F83C54A-DFC0-9D9C-2029-42AF71A203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20077"/>
            <a:ext cx="10160000" cy="2242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577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6934"/>
    </mc:Choice>
    <mc:Fallback xmlns="">
      <p:transition spd="slow" advTm="56934"/>
    </mc:Fallback>
  </mc:AlternateContent>
  <p:timing>
    <p:tnLst>
      <p:par>
        <p:cTn id="1" dur="indefinite" restart="never" nodeType="tmRoot">
          <p:childTnLst>
            <p:par>
              <p:cTn id="2"/>
            </p:par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F0DD5A-76F6-D13A-E4A8-E344FDECB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 descr="Can't access school website - Web Compatibility - Brave Community">
            <a:extLst>
              <a:ext uri="{FF2B5EF4-FFF2-40B4-BE49-F238E27FC236}">
                <a16:creationId xmlns:a16="http://schemas.microsoft.com/office/drawing/2014/main" id="{BF86EF82-E2CA-7B5F-105B-0A158862FE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1666" y="2253681"/>
            <a:ext cx="2819400" cy="1619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272717-31E1-A448-CC91-F543E4347E5E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445496" y="380401"/>
            <a:ext cx="7590927" cy="490331"/>
          </a:xfrm>
        </p:spPr>
        <p:txBody>
          <a:bodyPr/>
          <a:lstStyle/>
          <a:p>
            <a:r>
              <a:rPr lang="en-US" sz="2800">
                <a:latin typeface="Aptos Display" panose="020B0004020202020204" pitchFamily="34" charset="0"/>
              </a:rPr>
              <a:t>Problem – No access to firewall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FA3D3AC-731E-E8B3-F456-B902C3939F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7717" y="775728"/>
            <a:ext cx="3711389" cy="145138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C810695-888D-DB32-156C-458DF0E0E7B3}"/>
              </a:ext>
            </a:extLst>
          </p:cNvPr>
          <p:cNvSpPr txBox="1"/>
          <p:nvPr/>
        </p:nvSpPr>
        <p:spPr>
          <a:xfrm>
            <a:off x="60723" y="949837"/>
            <a:ext cx="4976944" cy="25545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latin typeface="Times"/>
                <a:cs typeface="Times"/>
              </a:rPr>
              <a:t>Other users can ping IT computer (172.16.224.198).</a:t>
            </a:r>
          </a:p>
          <a:p>
            <a:endParaRPr lang="en-US">
              <a:latin typeface="Times"/>
              <a:cs typeface="Times"/>
            </a:endParaRPr>
          </a:p>
          <a:p>
            <a:r>
              <a:rPr lang="en-US">
                <a:latin typeface="Times"/>
                <a:cs typeface="Times"/>
              </a:rPr>
              <a:t>✅ The network connection is working - both computers are on the same network (Hexagon)</a:t>
            </a:r>
          </a:p>
          <a:p>
            <a:endParaRPr lang="en-US">
              <a:latin typeface="Times"/>
              <a:cs typeface="Times"/>
            </a:endParaRPr>
          </a:p>
          <a:p>
            <a:r>
              <a:rPr lang="en-US">
                <a:latin typeface="Times"/>
                <a:cs typeface="Times"/>
              </a:rPr>
              <a:t>✅ The firewall allows ICMP - ping packets can pass</a:t>
            </a:r>
          </a:p>
          <a:p>
            <a:r>
              <a:rPr lang="en-US">
                <a:latin typeface="Times"/>
                <a:cs typeface="Times"/>
              </a:rPr>
              <a:t>but block HTTP</a:t>
            </a:r>
          </a:p>
          <a:p>
            <a:endParaRPr lang="en-US">
              <a:latin typeface="Times"/>
              <a:cs typeface="Times"/>
            </a:endParaRPr>
          </a:p>
          <a:p>
            <a:r>
              <a:rPr lang="en-US">
                <a:latin typeface="Times"/>
                <a:cs typeface="Times"/>
              </a:rPr>
              <a:t>✅ The IP address is correct - computer's IP address is correct</a:t>
            </a:r>
            <a:endParaRPr lang="en-US">
              <a:latin typeface="Time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7091BDC-D161-1B90-A39B-96D12B648FC5}"/>
              </a:ext>
            </a:extLst>
          </p:cNvPr>
          <p:cNvSpPr txBox="1"/>
          <p:nvPr/>
        </p:nvSpPr>
        <p:spPr>
          <a:xfrm>
            <a:off x="677333" y="4178714"/>
            <a:ext cx="870373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highlight>
                  <a:srgbClr val="FFFF00"/>
                </a:highlight>
                <a:hlinkClick r:id="rId5" tooltip="http://172.16.224.198:5000/"/>
              </a:rPr>
              <a:t>http://172.16.224.198:5000</a:t>
            </a:r>
            <a:r>
              <a:rPr lang="en-US">
                <a:highlight>
                  <a:srgbClr val="FFFF00"/>
                </a:highlight>
              </a:rPr>
              <a:t> or </a:t>
            </a:r>
            <a:r>
              <a:rPr lang="en-US">
                <a:highlight>
                  <a:srgbClr val="FFFF00"/>
                </a:highlight>
                <a:hlinkClick r:id="rId6"/>
              </a:rPr>
              <a:t>http://172.16.224.198:8080</a:t>
            </a:r>
            <a:r>
              <a:rPr lang="en-US">
                <a:highlight>
                  <a:srgbClr val="FFFF00"/>
                </a:highlight>
              </a:rPr>
              <a:t> is not accessible to IT server. </a:t>
            </a:r>
            <a:br>
              <a:rPr lang="en-US">
                <a:highlight>
                  <a:srgbClr val="FFFF00"/>
                </a:highlight>
              </a:rPr>
            </a:br>
            <a:r>
              <a:rPr lang="en-US">
                <a:highlight>
                  <a:srgbClr val="FFFF00"/>
                </a:highlight>
              </a:rPr>
              <a:t>As endpoints are blocked due to security concerns. </a:t>
            </a:r>
          </a:p>
        </p:txBody>
      </p:sp>
      <p:pic>
        <p:nvPicPr>
          <p:cNvPr id="25" name="Graphic 24" descr="Close with solid fill">
            <a:extLst>
              <a:ext uri="{FF2B5EF4-FFF2-40B4-BE49-F238E27FC236}">
                <a16:creationId xmlns:a16="http://schemas.microsoft.com/office/drawing/2014/main" id="{99FE2FD2-2CF8-55F6-DDE3-97131E7B3CD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907618" y="2466187"/>
            <a:ext cx="1473448" cy="1473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54561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6934"/>
    </mc:Choice>
    <mc:Fallback xmlns="">
      <p:transition spd="slow" advTm="56934"/>
    </mc:Fallback>
  </mc:AlternateContent>
  <p:timing>
    <p:tnLst>
      <p:par>
        <p:cTn id="1" dur="indefinite" restart="never" nodeType="tmRoot">
          <p:childTnLst>
            <p:par>
              <p:cTn id="2"/>
            </p:par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6D9C84-654E-241E-8ACE-95A1C82B4B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0AC831-FF52-B939-BA46-9368A807B1F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445497" y="380401"/>
            <a:ext cx="7300570" cy="490331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US" sz="2800">
                <a:latin typeface="Aptos Display"/>
                <a:cs typeface="Arial"/>
              </a:rPr>
              <a:t>SQL Database Design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2AB24B-6E31-4A37-C987-14C56ED04C1F}"/>
              </a:ext>
            </a:extLst>
          </p:cNvPr>
          <p:cNvSpPr txBox="1"/>
          <p:nvPr/>
        </p:nvSpPr>
        <p:spPr>
          <a:xfrm>
            <a:off x="138155" y="928192"/>
            <a:ext cx="1955761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latin typeface="Times"/>
                <a:cs typeface="Times"/>
              </a:rPr>
              <a:t>Table 1: </a:t>
            </a:r>
            <a:r>
              <a:rPr lang="en-US" err="1">
                <a:latin typeface="Times"/>
                <a:cs typeface="Times"/>
              </a:rPr>
              <a:t>work_order</a:t>
            </a:r>
            <a:endParaRPr lang="en-US">
              <a:latin typeface="Time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3C2D90-E84E-592C-FB32-3EA51FB91A1B}"/>
              </a:ext>
            </a:extLst>
          </p:cNvPr>
          <p:cNvSpPr txBox="1"/>
          <p:nvPr/>
        </p:nvSpPr>
        <p:spPr>
          <a:xfrm>
            <a:off x="191956" y="2044626"/>
            <a:ext cx="1803719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latin typeface="Times"/>
                <a:cs typeface="Times"/>
              </a:rPr>
              <a:t>Table 2: standards</a:t>
            </a:r>
            <a:endParaRPr lang="en-US">
              <a:latin typeface="Time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71C2DE7-50F8-2F2F-728C-11935699E777}"/>
              </a:ext>
            </a:extLst>
          </p:cNvPr>
          <p:cNvSpPr txBox="1"/>
          <p:nvPr/>
        </p:nvSpPr>
        <p:spPr>
          <a:xfrm>
            <a:off x="281477" y="3169990"/>
            <a:ext cx="1660620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latin typeface="Times"/>
                <a:cs typeface="Times"/>
              </a:rPr>
              <a:t>Table 3: records</a:t>
            </a:r>
            <a:endParaRPr lang="en-US">
              <a:latin typeface="Time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C9B676-610B-3C34-8970-BA7A6675A4E3}"/>
              </a:ext>
            </a:extLst>
          </p:cNvPr>
          <p:cNvSpPr txBox="1"/>
          <p:nvPr/>
        </p:nvSpPr>
        <p:spPr>
          <a:xfrm>
            <a:off x="281477" y="4295354"/>
            <a:ext cx="1660620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latin typeface="Times"/>
                <a:cs typeface="Times"/>
              </a:rPr>
              <a:t>Table 4: files</a:t>
            </a:r>
            <a:endParaRPr lang="en-US">
              <a:latin typeface="Times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C7FB055-8C24-9E55-BE4D-64F7766E1C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3916" y="2093124"/>
            <a:ext cx="7673541" cy="58011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19A69043-7ED2-665A-A50A-2B4B51515B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3916" y="971083"/>
            <a:ext cx="7673541" cy="548606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95035BC5-AA1B-4F10-D7AD-5A29CBF347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42097" y="3320993"/>
            <a:ext cx="7811590" cy="438211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0E74D3EF-D33E-7B49-D9E1-51C5A8CD3C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4491" y="4295354"/>
            <a:ext cx="3991532" cy="533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1791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6934"/>
    </mc:Choice>
    <mc:Fallback xmlns="">
      <p:transition spd="slow" advTm="56934"/>
    </mc:Fallback>
  </mc:AlternateContent>
  <p:timing>
    <p:tnLst>
      <p:par>
        <p:cTn id="1" dur="indefinite" restart="never" nodeType="tmRoot">
          <p:childTnLst>
            <p:par>
              <p:cTn id="2"/>
            </p:par>
          </p:childTnLst>
        </p:cTn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werPoint Template_17May23_v1.potx" id="{B6150C5E-DD62-4DEA-8F7B-E39753B5E29B}" vid="{B37216A0-5024-42DB-9713-F0DAE41B20BD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864</Words>
  <Application>Microsoft Office PowerPoint</Application>
  <PresentationFormat>Custom</PresentationFormat>
  <Paragraphs>141</Paragraphs>
  <Slides>14</Slides>
  <Notes>4</Notes>
  <HiddenSlides>3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Wingdings</vt:lpstr>
      <vt:lpstr>Arial</vt:lpstr>
      <vt:lpstr>Aptos Display</vt:lpstr>
      <vt:lpstr>Times</vt:lpstr>
      <vt:lpstr>Office 主题</vt:lpstr>
      <vt:lpstr>OIR Digital Inspection Report (Aaron)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Wang Winson</dc:creator>
  <cp:lastModifiedBy>sze chun fung</cp:lastModifiedBy>
  <cp:revision>4</cp:revision>
  <cp:lastPrinted>2023-11-30T08:39:09Z</cp:lastPrinted>
  <dcterms:created xsi:type="dcterms:W3CDTF">2005-05-03T04:22:27Z</dcterms:created>
  <dcterms:modified xsi:type="dcterms:W3CDTF">2025-10-21T13:54:52Z</dcterms:modified>
</cp:coreProperties>
</file>